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sldIdLst>
    <p:sldId id="272" r:id="rId2"/>
    <p:sldId id="266" r:id="rId3"/>
    <p:sldId id="259" r:id="rId4"/>
    <p:sldId id="261" r:id="rId5"/>
    <p:sldId id="269" r:id="rId6"/>
    <p:sldId id="265" r:id="rId7"/>
    <p:sldId id="275" r:id="rId8"/>
    <p:sldId id="268" r:id="rId9"/>
    <p:sldId id="276" r:id="rId10"/>
    <p:sldId id="277" r:id="rId11"/>
    <p:sldId id="273" r:id="rId12"/>
    <p:sldId id="274" r:id="rId13"/>
    <p:sldId id="264" r:id="rId14"/>
    <p:sldId id="257" r:id="rId15"/>
    <p:sldId id="270" r:id="rId16"/>
    <p:sldId id="271" r:id="rId17"/>
    <p:sldId id="278" r:id="rId18"/>
    <p:sldId id="281" r:id="rId19"/>
    <p:sldId id="279" r:id="rId20"/>
    <p:sldId id="28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8:32.773"/>
    </inkml:context>
    <inkml:brush xml:id="br0">
      <inkml:brushProperty name="width" value="0.035" units="cm"/>
      <inkml:brushProperty name="height" value="0.035" units="cm"/>
      <inkml:brushProperty name="color" value="#E71224"/>
    </inkml:brush>
  </inkml:definitions>
  <inkml:trace contextRef="#ctx0" brushRef="#br0">291 295 24575,'-6'-1'0,"0"0"0,0 0 0,0-1 0,0 0 0,0 0 0,0 0 0,0-1 0,-8-5 0,9 5 0,1 1 0,0-1 0,-1 1 0,1 0 0,-1 0 0,0 1 0,1-1 0,-1 1 0,0 0 0,0 1 0,0-1 0,-8 1 0,12 0 0,0 0 0,-1 0 0,1 0 0,0 1 0,0-1 0,0 0 0,0 1 0,0-1 0,-1 1 0,1-1 0,0 1 0,0 0 0,0 0 0,0-1 0,1 1 0,-1 0 0,0 0 0,0 0 0,0 0 0,1 0 0,-1 0 0,0 0 0,1 0 0,-1 0 0,1 0 0,-1 0 0,1 0 0,0 0 0,-1 1 0,1-1 0,0 0 0,0 0 0,0 0 0,0 1 0,0-1 0,0 0 0,0 0 0,0 0 0,1 1 0,-1-1 0,0 0 0,1 0 0,-1 0 0,1 0 0,-1 0 0,1 0 0,-1 0 0,1 0 0,1 2 0,2 4 0,0 0 0,1-1 0,0 1 0,0-1 0,0 0 0,7 5 0,-3-4 0,-1-1 0,2 0 0,-1 0 0,1-1 0,0 0 0,0-1 0,0 0 0,1-1 0,-1 0 0,1-1 0,0 0 0,0 0 0,0-1 0,11-1 0,-14 2 0,1-1 0,-1 2 0,0-1 0,0 1 0,0 0 0,0 1 0,-1 0 0,1 0 0,-1 1 0,0 0 0,0 0 0,-1 0 0,1 1 0,-1 0 0,-1 0 0,1 1 0,-1 0 0,7 10 0,-6-6 0,1-1 0,-2 1 0,0-1 0,0 2 0,-1-1 0,0 0 0,-1 1 0,0 0 0,-1-1 0,0 1 0,-1 0 0,0 18 0,-1-27 0,0 0 0,-1 0 0,1 1 0,-1-1 0,0 0 0,0 0 0,0 0 0,0 0 0,0 0 0,0 0 0,-1 0 0,0-1 0,1 1 0,-1 0 0,0-1 0,0 1 0,-1-1 0,1 0 0,0 0 0,-1 0 0,0 0 0,1 0 0,-1 0 0,0-1 0,0 1 0,0-1 0,0 0 0,0 0 0,0 0 0,0 0 0,0 0 0,0-1 0,-7 1 0,3-1 0,0 0 0,-1-1 0,1 0 0,0 0 0,0 0 0,-1-1 0,1 0 0,0 0 0,1-1 0,-1 0 0,0 0 0,1-1 0,-11-7 0,8 3 0,0-1 0,1 1 0,0-1 0,0-1 0,1 0 0,0 0 0,1 0 0,1-1 0,-1 0 0,2 0 0,-1 0 0,-4-20 0,3 3 0,1 0 0,1 0 0,1 0 0,2-37 0,2 57 0,0 1 0,1 0 0,-1 0 0,2 0 0,-1 0 0,1 1 0,0-1 0,0 1 0,1-1 0,0 1 0,0 0 0,1 1 0,-1-1 0,7-5 0,-5 4 0,0 0 0,0 0 0,-1 0 0,0-1 0,0 1 0,-1-1 0,0 0 0,0-1 0,3-11 0,12-112 0,-19 130 0,0 0 0,0 1 0,0-1 0,0 0 0,0 0 0,0 0 0,-1 0 0,1 0 0,0 0 0,-1 1 0,0-1 0,1 0 0,-1 0 0,0 1 0,0-1 0,0 0 0,0 1 0,0-1 0,0 1 0,-1-1 0,1 1 0,0 0 0,-2-2 0,-1 1 0,1 0 0,-1 1 0,1-1 0,-1 1 0,0 0 0,0-1 0,0 2 0,1-1 0,-1 0 0,-7 1 0,-3 0 0,-1 0 0,1 2 0,0-1 0,0 2 0,-17 5 0,2 0 0,11-4 0,1 1 0,-1 1 0,1 1 0,1 0 0,-26 15 0,39-20 0,1 0 0,-1 0 0,0 0 0,1 1 0,-1-1 0,1 1 0,-1 0 0,1-1 0,0 1 0,0 0 0,1 0 0,-1 1 0,1-1 0,-1 0 0,1 0 0,0 1 0,0-1 0,1 1 0,-1-1 0,1 1 0,-1-1 0,1 1 0,0-1 0,0 1 0,1-1 0,-1 1 0,1-1 0,0 1 0,0-1 0,0 1 0,0-1 0,0 0 0,1 0 0,3 6 0,4 6-151,1-1-1,0 0 0,1-1 0,0 0 1,1 0-1,1-1 0,0-1 1,17 12-1,0 0-6674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8:35.087"/>
    </inkml:context>
    <inkml:brush xml:id="br0">
      <inkml:brushProperty name="width" value="0.035" units="cm"/>
      <inkml:brushProperty name="height" value="0.035" units="cm"/>
      <inkml:brushProperty name="color" value="#E71224"/>
    </inkml:brush>
  </inkml:definitions>
  <inkml:trace contextRef="#ctx0" brushRef="#br0">51 0 24575,'0'5'0,"0"5"0,0 6 0,0 5 0,0 3 0,0 3 0,0 0 0,0 5 0,0 1 0,0 0 0,0-1 0,0-2 0,-4-1 0,-2-1 0,-5-1 0,-4-1 0,0-4-8191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8:39.196"/>
    </inkml:context>
    <inkml:brush xml:id="br0">
      <inkml:brushProperty name="width" value="0.035" units="cm"/>
      <inkml:brushProperty name="height" value="0.035" units="cm"/>
      <inkml:brushProperty name="color" value="#E71224"/>
    </inkml:brush>
  </inkml:definitions>
  <inkml:trace contextRef="#ctx0" brushRef="#br0">217 94 24575,'-2'-4'0,"-1"0"0,1 0 0,-1 1 0,0-1 0,-1 1 0,1-1 0,-1 1 0,1 0 0,-1 0 0,0 1 0,0-1 0,-4-1 0,-3-3 0,4 1 0,0 1 0,-1 0 0,1 1 0,-1 0 0,0 0 0,0 1 0,0 0 0,-1 0 0,-12-2 0,18 5 0,1 0 0,0 0 0,-1 0 0,1 0 0,0 0 0,-1 1 0,1-1 0,0 1 0,-1-1 0,1 1 0,0 0 0,0 0 0,0 0 0,0 0 0,0 0 0,-3 2 0,3 0 0,0-1 0,0 1 0,-1 0 0,1-1 0,1 1 0,-1 0 0,0 0 0,1 0 0,0 0 0,0 1 0,-1-1 0,2 0 0,-1 1 0,0 3 0,-1 15 0,1 0 0,0-1 0,2 1 0,1 0 0,1-1 0,0 1 0,2-1 0,11 35 0,-14-52 0,-1 0 0,1 0 0,-1 0 0,1 0 0,1 0 0,-1 0 0,0-1 0,1 1 0,0-1 0,0 1 0,0-1 0,0 0 0,0 0 0,1 0 0,-1-1 0,1 1 0,0-1 0,0 0 0,0 0 0,0 0 0,0-1 0,0 1 0,0-1 0,0 0 0,1 0 0,-1-1 0,1 1 0,-1-1 0,0 0 0,1 0 0,-1 0 0,1-1 0,7-1 0,-4 0 0,0-1 0,0 1 0,0-1 0,-1-1 0,1 1 0,-1-1 0,0-1 0,0 1 0,0-1 0,-1-1 0,1 1 0,-1-1 0,-1 0 0,1 0 0,-1-1 0,0 0 0,5-8 0,-3-2 0,11-23 0,-18 39 0,0 0 0,1 0 0,-1 0 0,1 0 0,-1 0 0,1 1 0,0-1 0,-1 0 0,1 0 0,0 0 0,0 1 0,0-1 0,-1 0 0,1 1 0,0-1 0,0 1 0,0-1 0,0 1 0,0-1 0,0 1 0,0-1 0,0 1 0,0 0 0,0 0 0,0 0 0,0-1 0,0 1 0,2 0 0,-1 3 0,0-1 0,0 0 0,0 0 0,0 1 0,0-1 0,-1 1 0,1 0 0,-1-1 0,0 1 0,0 0 0,0 0 0,0 0 0,0-1 0,-1 1 0,1 0 0,0 5 0,1 2 0,7 36 0,-1 0 0,-3 1 0,-2-1 0,-1 1 0,-8 67 0,6-110 0,-1-1 0,0 1 0,0-1 0,0 1 0,0-1 0,0 0 0,-1 1 0,1-1 0,-1 0 0,0 0 0,0 0 0,0 0 0,-1 0 0,1 0 0,-1-1 0,-4 4 0,1-1 0,0-1 0,-1 0 0,0 0 0,0-1 0,0 0 0,0 0 0,-11 2 0,-9 1 0,1-2 0,-1-1 0,-38 0 0,-6-3-1365,37 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8:42.274"/>
    </inkml:context>
    <inkml:brush xml:id="br0">
      <inkml:brushProperty name="width" value="0.035" units="cm"/>
      <inkml:brushProperty name="height" value="0.035" units="cm"/>
      <inkml:brushProperty name="color" value="#E71224"/>
    </inkml:brush>
  </inkml:definitions>
  <inkml:trace contextRef="#ctx0" brushRef="#br0">33 0 24575,'-1'0'0,"1"0"0,-1 1 0,0-1 0,0 0 0,0 1 0,0-1 0,1 1 0,-1-1 0,0 1 0,0-1 0,1 1 0,-1-1 0,0 1 0,1 0 0,-1-1 0,1 1 0,-1 0 0,1-1 0,-1 1 0,1 0 0,-1 0 0,1 0 0,0-1 0,-1 1 0,1 0 0,0 0 0,0 0 0,0 0 0,0 0 0,-1 0 0,1-1 0,0 1 0,1 0 0,-1 0 0,0 2 0,5 39 0,-3-34 0,3 37 0,0-6 0,1-1 0,14 44 0,-19-77 8,1-1 0,-1 1 0,0-1 0,-1 1 0,1-1 0,-1 1 0,0 0 0,0-1 0,0 1 0,-1-1 0,1 1 0,-1-1 0,0 1 0,-3 6 0,0-3-220,0-1 0,0 0 0,-1 1-1,0-2 1,0 1 0,-11 10 0,0-1-6614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8:46.056"/>
    </inkml:context>
    <inkml:brush xml:id="br0">
      <inkml:brushProperty name="width" value="0.035" units="cm"/>
      <inkml:brushProperty name="height" value="0.035" units="cm"/>
      <inkml:brushProperty name="color" value="#E71224"/>
    </inkml:brush>
  </inkml:definitions>
  <inkml:trace contextRef="#ctx0" brushRef="#br0">1 140 24575,'0'-11'0,"0"1"0,0-1 0,1 1 0,1-1 0,-1 1 0,5-14 0,-4 21 0,-1 0 0,1 0 0,0 0 0,-1 1 0,1-1 0,0 0 0,1 1 0,-1-1 0,0 1 0,1 0 0,0-1 0,-1 1 0,1 1 0,0-1 0,0 0 0,0 1 0,0-1 0,0 1 0,0 0 0,0 0 0,1 0 0,-1 0 0,6 0 0,3-1 0,0 1 0,0 0 0,1 0 0,-1 2 0,0-1 0,0 1 0,0 1 0,0 0 0,18 6 0,-24-5 0,0-1 0,0 1 0,0 0 0,-1 0 0,1 1 0,-1 0 0,1 0 0,-1 0 0,-1 0 0,1 1 0,-1 0 0,1 0 0,-1 0 0,-1 1 0,1-1 0,-1 1 0,0 0 0,0 0 0,2 7 0,3 11 0,0 0 0,-2 1 0,-1 0 0,-1 0 0,-1 1 0,-1 44 0,-2-62 0,0 0 0,-1-1 0,0 1 0,0-1 0,-1 1 0,0-1 0,0 0 0,-1 0 0,0 0 0,0 0 0,0 0 0,-1 0 0,0-1 0,-1 0 0,1 0 0,-1 0 0,0 0 0,-1-1 0,1 0 0,-1 0 0,0 0 0,0-1 0,-1 0 0,1 0 0,-1-1 0,-11 5 0,1-3 0,0-1 0,-1-1 0,-32 2 0,32-4 0,0 1 0,1 1 0,-27 7 0,67-5 0,18-2 0,657-4-1365,-673 1-5461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04.370"/>
    </inkml:context>
    <inkml:brush xml:id="br0">
      <inkml:brushProperty name="width" value="0.035" units="cm"/>
      <inkml:brushProperty name="height" value="0.035" units="cm"/>
      <inkml:brushProperty name="color" value="#E71224"/>
    </inkml:brush>
  </inkml:definitions>
  <inkml:trace contextRef="#ctx0" brushRef="#br0">1085 0 22663,'-1085'0'0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07.541"/>
    </inkml:context>
    <inkml:brush xml:id="br0">
      <inkml:brushProperty name="width" value="0.035" units="cm"/>
      <inkml:brushProperty name="height" value="0.035" units="cm"/>
      <inkml:brushProperty name="color" value="#E71224"/>
    </inkml:brush>
  </inkml:definitions>
  <inkml:trace contextRef="#ctx0" brushRef="#br0">240 20 24575,'0'-1'0,"0"0"0,0 0 0,-1 0 0,1 0 0,0 0 0,-1 0 0,1 0 0,-1 1 0,1-1 0,-1 0 0,0 0 0,1 0 0,-1 1 0,0-1 0,0 0 0,1 1 0,-1-1 0,0 0 0,0 1 0,0-1 0,0 1 0,0 0 0,0-1 0,0 1 0,1 0 0,-1-1 0,0 1 0,0 0 0,0 0 0,0 0 0,-1 0 0,1 0 0,0 0 0,-1 0 0,-36 5 0,24 2 0,1 0 0,0 1 0,1 1 0,0 0 0,0 1 0,1 0 0,-20 23 0,11-13 0,17-16 0,-1-1 0,1 1 0,0 0 0,0 0 0,0 0 0,0 0 0,1 1 0,0-1 0,0 1 0,0-1 0,1 1 0,-1 0 0,1 0 0,0-1 0,0 1 0,1 0 0,-1 0 0,1 0 0,0 0 0,1 0 0,-1 0 0,1 0 0,0 0 0,0 0 0,1 0 0,-1-1 0,1 1 0,0-1 0,0 1 0,1-1 0,-1 0 0,1 1 0,4 4 0,7 8 0,0 0 0,1-1 0,1-1 0,1 0 0,0-2 0,19 13 0,19 13-1365,-37-23-5461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11.587"/>
    </inkml:context>
    <inkml:brush xml:id="br0">
      <inkml:brushProperty name="width" value="0.035" units="cm"/>
      <inkml:brushProperty name="height" value="0.035" units="cm"/>
      <inkml:brushProperty name="color" value="#E71224"/>
    </inkml:brush>
  </inkml:definitions>
  <inkml:trace contextRef="#ctx0" brushRef="#br0">87 250 24575,'2'18'0,"0"-1"0,1 1 0,10 30 0,-4-16 0,-1 13 0,-1 0 0,1 54 0,-1-14 0,-7-83 0,1 0 0,-1-1 0,0 1 0,0 0 0,0 0 0,0-1 0,0 1 0,0 0 0,0-1 0,0 1 0,-1 0 0,1 0 0,-1-1 0,1 1 0,-1-1 0,0 1 0,0 0 0,1-1 0,-1 0 0,0 1 0,0-1 0,0 1 0,-1-1 0,1 0 0,-3 2 0,3-2 0,-1-1 0,0 0 0,1 0 0,-1 0 0,0 0 0,1 0 0,-1 0 0,0 0 0,1-1 0,-1 1 0,0-1 0,1 1 0,-1-1 0,1 1 0,-1-1 0,1 0 0,-1 0 0,1 0 0,-1 0 0,1 0 0,0 0 0,0 0 0,0 0 0,-1-1 0,1 1 0,-1-3 0,-8-9 0,0-1 0,1 0 0,1 0 0,0-1 0,1 0 0,1-1 0,0 0 0,1 0 0,1 0 0,0 0 0,-1-24 0,0-9 0,3-1 0,5-79 0,-2 110 0,1 0 0,1 0 0,0 0 0,1 0 0,13-35 0,-15 50 0,-1 1 0,1-1 0,0 0 0,1 0 0,-1 1 0,1-1 0,-1 1 0,1 0 0,0 0 0,0 0 0,0 0 0,1 0 0,-1 1 0,1-1 0,-1 1 0,1 0 0,0 0 0,0 0 0,0 1 0,0-1 0,0 1 0,0 0 0,1 0 0,-1 1 0,0-1 0,0 1 0,1 0 0,-1 0 0,0 0 0,1 1 0,-1-1 0,5 3 0,-1-1 0,0 0 0,0 1 0,0 0 0,-1 0 0,1 1 0,-1 0 0,0 0 0,0 1 0,-1 0 0,1 0 0,-1 1 0,0 0 0,-1 0 0,1 0 0,-1 1 0,0-1 0,-1 1 0,6 10 0,-6-9 0,0 0 0,-1 1 0,0-1 0,0 1 0,-1 0 0,0 0 0,0-1 0,-1 1 0,0 0 0,-1 1 0,0-1 0,0 0 0,-1 0 0,0 0 0,0 0 0,-5 13 0,5-19 0,-1 0 0,1 0 0,-1 0 0,0 0 0,1 0 0,-1-1 0,0 1 0,-1-1 0,1 1 0,0-1 0,-1 0 0,1 0 0,-1 0 0,0 0 0,0 0 0,0-1 0,0 1 0,0-1 0,0 0 0,0 0 0,0 0 0,-5 1 0,-27 12 0,33-13 0,0 1 0,0-1 0,0 1 0,1 0 0,-1-1 0,0 1 0,1 0 0,-1 0 0,1 0 0,0 0 0,0 0 0,0 0 0,0 0 0,0 1 0,0-1 0,0 0 0,1 1 0,-1-1 0,1 0 0,0 1 0,0-1 0,-1 1 0,2-1 0,-1 0 0,0 1 0,0-1 0,1 0 0,-1 1 0,1-1 0,0 0 0,0 1 0,0-1 0,0 0 0,0 0 0,2 2 0,3 10 0,2-1 0,0-1 0,0 1 0,13 12 0,-12-13 0,1-1 0,1 0 0,-1-1 0,2 0 0,-1 0 0,24 13 0,-32-22 0,0 1 0,0-1 0,0 0 0,0 0 0,0 0 0,0 0 0,0-1 0,0 1 0,1-1 0,-1 0 0,0 0 0,0 0 0,1 0 0,-1 0 0,5-2 0,-4 0 0,-1 1 0,0-1 0,0 0 0,1 0 0,-1 0 0,-1 0 0,1-1 0,0 1 0,-1-1 0,1 0 0,-1 0 0,0 0 0,0 0 0,0 0 0,0 0 0,0-1 0,1-3 0,2-7 0,-1-1 0,0 0 0,-1 0 0,0 0 0,-2 0 0,0-1 0,-1-22 0,9 66 0,0-1 0,27 51 0,-31-69 0,1 1 0,0-1 0,0-1 0,1 1 0,13 12 0,-19-19 0,1-1 0,-1 1 0,1-1 0,0 1 0,-1-1 0,1 0 0,0 0 0,0 0 0,0 0 0,0 0 0,-1 0 0,2 0 0,-1-1 0,0 1 0,0-1 0,0 1 0,0-1 0,0 0 0,0 0 0,0 0 0,0 0 0,1 0 0,-1 0 0,0-1 0,0 1 0,0-1 0,0 0 0,0 1 0,0-1 0,0 0 0,0 0 0,0 0 0,-1 0 0,1-1 0,2-1 0,2-4 0,0 0 0,0-1 0,-1 0 0,0 0 0,0 0 0,-1 0 0,0-1 0,0 0 0,-1 0 0,3-15 0,-3 12 0,0-1 0,-2 1 0,1-1 0,-2 0 0,1 0 0,-2 1 0,-2-20 0,1 27 0,0 1 0,1-1 0,-2 1 0,1-1 0,0 1 0,-1 0 0,0 0 0,0 0 0,0 0 0,-1 1 0,1-1 0,-1 1 0,0 0 0,0 0 0,0 0 0,0 1 0,0-1 0,0 1 0,-1 0 0,1 0 0,-1 1 0,0-1 0,0 1 0,1 0 0,-1 0 0,0 1 0,0-1 0,0 1 0,0 0 0,0 0 0,0 1 0,1 0 0,-1 0 0,-5 1 0,10-2 0,1 0 0,-1 0 0,0 0 0,1 1 0,-1-1 0,0 0 0,1 0 0,-1 0 0,0 0 0,0 1 0,1-1 0,-1 0 0,0 0 0,0 1 0,1-1 0,-1 0 0,0 0 0,0 1 0,0-1 0,1 0 0,-1 1 0,0-1 0,0 0 0,0 1 0,0-1 0,0 0 0,0 1 0,0-1 0,0 0 0,0 1 0,0-1 0,0 0 0,0 1 0,0-1 0,0 0 0,0 1 0,0-1 0,0 0 0,0 1 0,0-1 0,0 0 0,-1 1 0,1-1 0,0 0 0,0 1 0,0-1 0,-1 0 0,1 0 0,0 1 0,0-1 0,-1 0 0,1 0 0,0 1 0,0-1 0,-1 0 0,1 0 0,0 0 0,-1 0 0,1 0 0,0 1 0,-1-1 0,1 0 0,-1 0 0,30 9 0,-24-8 0,1-1 0,0 1 0,-1-1 0,1 0 0,0 0 0,-1 0 0,1-1 0,0 0 0,-1 0 0,1-1 0,-1 0 0,1 0 0,-1 0 0,0 0 0,0-1 0,6-3 0,0-3 0,0-1 0,0 0 0,-1 0 0,0-1 0,10-14 0,-2-7 0,-16 27 0,1 1 0,-1-1 0,1 1 0,0-1 0,0 1 0,1 0 0,4-5 0,-7 10 0,0 0 0,-1-1 0,1 1 0,0 0 0,-1 0 0,1 0 0,-1 0 0,1 0 0,-1 0 0,1 0 0,-1 0 0,0 0 0,0 0 0,1 1 0,-1-1 0,0 0 0,0 0 0,0 0 0,0 2 0,0 1 0,9 32 0,18 51 0,-9-35 0,-15-42 0,0 0 0,1-1 0,9 18 0,-12-26 0,-1 0 0,0 0 0,1-1 0,-1 1 0,1 0 0,-1 0 0,1-1 0,-1 1 0,1 0 0,-1-1 0,1 1 0,0 0 0,-1-1 0,1 1 0,0-1 0,0 1 0,-1-1 0,1 0 0,0 1 0,0-1 0,0 0 0,-1 1 0,1-1 0,0 0 0,0 0 0,0 0 0,0 0 0,0 0 0,0 0 0,-1 0 0,1 0 0,0 0 0,0 0 0,0 0 0,0-1 0,0 1 0,-1 0 0,1-1 0,0 1 0,0 0 0,0-1 0,-1 1 0,1-1 0,0 1 0,-1-1 0,1 0 0,0 1 0,-1-1 0,1 0 0,-1 1 0,1-1 0,-1 0 0,1 0 0,-1 1 0,0-1 0,1 0 0,-1 0 0,0 0 0,1-1 0,10-17 0,-8 11 0,1 0 0,0 1 0,0-1 0,1 1 0,0 0 0,0 0 0,1 1 0,0-1 0,0 1 0,0 1 0,1-1 0,0 1 0,0 0 0,0 0 0,1 1 0,12-5 0,3 2 0,-16 5 0,0 0 0,0 0 0,0-1 0,0 0 0,8-5 0,-13 6 0,1 0 0,-1 0 0,0 0 0,0 0 0,0 0 0,0-1 0,0 1 0,0-1 0,-1 1 0,1-1 0,-1 0 0,0 1 0,0-1 0,0 0 0,0 0 0,0 0 0,0-3 0,2-19-195,0 0 0,-2-1 0,-1 1 0,-1 0 0,-1 0 0,-8-36 0,4 39-6631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13.401"/>
    </inkml:context>
    <inkml:brush xml:id="br0">
      <inkml:brushProperty name="width" value="0.035" units="cm"/>
      <inkml:brushProperty name="height" value="0.035" units="cm"/>
      <inkml:brushProperty name="color" value="#E71224"/>
    </inkml:brush>
  </inkml:definitions>
  <inkml:trace contextRef="#ctx0" brushRef="#br0">230 0 24575,'-4'5'0,"-7"5"0,-5 6 0,0 5 0,-3-1 0,4 0 0,-2 1 0,3 2 0,-1-3 0,2-1 0,-1 11 0,2 4 0,-2 1 0,2-1 0,2-2 0,-1-6 0,2-4 0,1-4-8191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14.713"/>
    </inkml:context>
    <inkml:brush xml:id="br0">
      <inkml:brushProperty name="width" value="0.035" units="cm"/>
      <inkml:brushProperty name="height" value="0.035" units="cm"/>
      <inkml:brushProperty name="color" value="#E71224"/>
    </inkml:brush>
  </inkml:definitions>
  <inkml:trace contextRef="#ctx0" brushRef="#br0">0 0 24575,'4'1'0,"-1"-1"0,0 1 0,0 0 0,0 0 0,0 1 0,0-1 0,0 0 0,0 1 0,0 0 0,-1 0 0,1 0 0,-1 0 0,1 0 0,-1 0 0,0 1 0,1-1 0,-1 1 0,-1 0 0,3 3 0,29 57 0,-15-9 0,10 27 0,-25-76 0,-1 1 0,1-1 0,0 0 0,0 0 0,0-1 0,1 1 0,0-1 0,0 1 0,0-1 0,0-1 0,6 5 0,-6-6 0,0-1 0,-1 1 0,1-1 0,0 0 0,0 0 0,-1-1 0,1 1 0,0-1 0,0 0 0,0 0 0,0 0 0,0 0 0,0-1 0,-1 0 0,1 1 0,0-1 0,0-1 0,-1 1 0,1-1 0,-1 1 0,1-1 0,-1 0 0,1 0 0,-1 0 0,0-1 0,4-4 0,10-7 0,-1-1 0,0-1 0,16-22 0,-29 35 0,17-22-99,2-3-534,32-30 0,-37 43-6193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20.558"/>
    </inkml:context>
    <inkml:brush xml:id="br0">
      <inkml:brushProperty name="width" value="0.035" units="cm"/>
      <inkml:brushProperty name="height" value="0.035" units="cm"/>
      <inkml:brushProperty name="color" value="#E71224"/>
    </inkml:brush>
  </inkml:definitions>
  <inkml:trace contextRef="#ctx0" brushRef="#br0">510 191 24575,'0'-5'0,"-1"0"0,-1 1 0,1-1 0,-1 0 0,1 1 0,-1-1 0,-1 1 0,1 0 0,-1-1 0,1 1 0,-1 0 0,0 1 0,-1-1 0,1 0 0,0 1 0,-1 0 0,0 0 0,0 0 0,-8-4 0,3 1 0,-1 0 0,0 0 0,-1 1 0,1 1 0,-1 0 0,0 1 0,-19-4 0,16 6 0,0 0 0,0 2 0,0 0 0,0 0 0,0 1 0,0 1 0,1 0 0,-1 1 0,1 1 0,0 0 0,0 1 0,0 0 0,1 1 0,-23 16 0,25-16 0,0 1 0,1 0 0,0 0 0,0 1 0,1 0 0,0 0 0,0 1 0,1 0 0,0 1 0,1-1 0,1 1 0,-1 0 0,2 1 0,-1-1 0,2 1 0,0 0 0,-3 16 0,5-18 0,0 1 0,1 0 0,1 0 0,-1 0 0,2 0 0,-1 0 0,6 17 0,-5-24 0,0 1 0,0-1 0,0 1 0,0-1 0,1 0 0,0 0 0,0 0 0,0 0 0,0-1 0,0 1 0,1-1 0,-1 0 0,1 0 0,0 0 0,0-1 0,0 1 0,1-1 0,-1 0 0,9 3 0,29 9 0,-1-1 0,2-3 0,0-1 0,0-3 0,80 3 0,-62-13 0,-42 2 0,1 1 0,0 0 0,26 3 0,-42 0 0,1-1 0,-1 1 0,0 0 0,1 1 0,-1-1 0,0 1 0,0 0 0,0 0 0,-1 0 0,1 0 0,-1 0 0,0 1 0,0 0 0,0 0 0,3 5 0,-2-3 0,0-1 0,0 0 0,1 0 0,-1 0 0,1-1 0,0 1 0,0-1 0,11 6 0,-11-8 0,-1 1 0,1-1 0,0-1 0,0 1 0,0-1 0,0 0 0,0 0 0,0 0 0,0-1 0,1 0 0,-1 0 0,0 0 0,0 0 0,0-1 0,0 0 0,0 0 0,0 0 0,0-1 0,0 0 0,0 0 0,0 0 0,-1 0 0,1-1 0,-1 0 0,0 0 0,0 0 0,0 0 0,0-1 0,0 1 0,-1-1 0,1 0 0,-1 0 0,0-1 0,3-6 0,-2 5 0,-2 0 0,1 0 0,-1 0 0,0-1 0,0 1 0,0 0 0,-1-1 0,0 1 0,-1-1 0,1 1 0,-1-1 0,0 0 0,-1 1 0,0-1 0,0 1 0,0-1 0,-1 1 0,0 0 0,0-1 0,0 1 0,-1 0 0,0 0 0,0 1 0,-1-1 0,1 1 0,-9-10 0,3 7 0,0 0 0,-1 1 0,0 0 0,0 0 0,-1 1 0,0 1 0,-15-6 0,-84-25 0,106 34 0,0 1 0,0 0 0,1 1 0,-1-1 0,0 1 0,0-1 0,0 1 0,0 0 0,0 1 0,0-1 0,0 1 0,1-1 0,-1 1 0,0 0 0,0 1 0,-4 1 0,7-2 0,-1 1 0,0-1 0,1 1 0,-1-1 0,1 1 0,0 0 0,0 0 0,0-1 0,0 1 0,0 0 0,0 0 0,0 0 0,0 0 0,1 0 0,-1 0 0,1 0 0,0 1 0,-1-1 0,1 0 0,0 0 0,0 0 0,0 0 0,1 0 0,-1 0 0,0 1 0,1-1 0,-1 0 0,1 0 0,0 0 0,0 0 0,1 2 0,0 1 0,1 0 0,-1 0 0,1 0 0,0 0 0,1 0 0,-1 0 0,1-1 0,0 0 0,0 1 0,0-2 0,1 1 0,-1 0 0,1-1 0,0 0 0,0 0 0,0 0 0,0-1 0,0 0 0,1 0 0,-1 0 0,1 0 0,0-1 0,-1 0 0,13 0 0,-12 0 0,1-1 0,0 0 0,0 0 0,-1-1 0,1 0 0,0 0 0,-1 0 0,1-1 0,-1 0 0,1-1 0,-1 1 0,0-1 0,0 0 0,0-1 0,-1 1 0,1-1 0,-1 0 0,0-1 0,0 1 0,0-1 0,5-7 0,-3 1 0,-1 0 0,0-1 0,-1 1 0,0-1 0,0-1 0,-2 1 0,1-1 0,-2 1 0,0-1 0,0 0 0,-1-20 0,-2-13 0,-13-87 0,7 81 0,6 51 0,1-1 0,0 1 0,-1-1 0,1 1 0,0-1 0,0 0 0,0 1 0,0-1 0,0 1 0,1-1 0,-1 0 0,0 1 0,1-1 0,-1 1 0,1-1 0,1-2 0,-2 4 0,1 0 0,-1 0 0,1 0 0,0 0 0,-1-1 0,1 1 0,-1 0 0,1 0 0,-1 0 0,1 0 0,0 0 0,-1 1 0,1-1 0,-1 0 0,1 0 0,-1 0 0,1 0 0,-1 1 0,1-1 0,-1 0 0,1 0 0,-1 1 0,1-1 0,-1 0 0,1 1 0,-1-1 0,1 1 0,-1-1 0,1 1 0,4 4 0,0 1 0,0 0 0,0 0 0,-1 0 0,6 12 0,10 26 0,-2 2 0,-2 0 0,17 78 0,4 151 0,-37-270 0,8 55 0,-7-57 0,0 1 0,0 0 0,0 0 0,0-1 0,1 1 0,-1-1 0,1 1 0,0-1 0,0 0 0,0 0 0,1 0 0,4 5 0,-7-7 0,1-1 0,0 0 0,-1 1 0,1-1 0,0 1 0,-1-1 0,1 0 0,0 0 0,0 1 0,-1-1 0,1 0 0,0 0 0,0 0 0,-1 0 0,1 0 0,0 0 0,0 0 0,-1 0 0,1 0 0,0 0 0,0-1 0,-1 1 0,1 0 0,0 0 0,-1-1 0,1 1 0,0 0 0,-1-1 0,1 1 0,0-1 0,-1 1 0,1-1 0,-1 1 0,1-1 0,-1 1 0,2-2 0,15-26 0,-16 26 0,11-24 0,-1 0 0,-2-1 0,0-1 0,8-51 0,4-115 0,-18 158 0,2 13 0,1 32 0,6 42 0,-10-42 0,1 7 0,0 1 0,1-1 0,1 1 0,0-1 0,12 24 0,-16-37 0,0 0 0,0-1 0,1 0 0,-1 1 0,1-1 0,-1 0 0,1 0 0,0 0 0,0 0 0,0 0 0,0 0 0,0 0 0,1-1 0,-1 1 0,0-1 0,1 1 0,-1-1 0,1 0 0,0 0 0,-1 0 0,1-1 0,0 1 0,-1 0 0,1-1 0,0 0 0,0 0 0,-1 0 0,1 0 0,0 0 0,0 0 0,-1-1 0,1 1 0,0-1 0,-1 0 0,5-1 0,-4 0 0,0 0 0,0-1 0,0 1 0,0 0 0,0-1 0,0 0 0,-1 0 0,0 0 0,1 0 0,-1 0 0,0 0 0,0 0 0,-1-1 0,1 1 0,-1-1 0,1 1 0,-1-1 0,0-3 0,14-72 0,-14 69 0,6-15 0,-7 25 0,0 0 0,0 0 0,1 0 0,-1 0 0,0 0 0,0 0 0,0-1 0,1 1 0,-1 0 0,0 0 0,0 0 0,1 0 0,-1 0 0,0 0 0,1 0 0,-1 0 0,0 0 0,0 0 0,1 0 0,-1 0 0,0 1 0,0-1 0,1 0 0,-1 0 0,0 0 0,0 0 0,0 0 0,1 0 0,-1 1 0,0-1 0,0 0 0,0 0 0,1 0 0,-1 0 0,0 1 0,0-1 0,0 0 0,0 0 0,0 1 0,1-1 0,-1 0 0,0 0 0,0 1 0,20 45 0,-14-29 0,0-1 0,6 14 0,0-1 0,2-1 0,32 49 0,-44-75 0,-1 0 0,1 0 0,-1-1 0,1 1 0,0 0 0,-1 0 0,1-1 0,0 1 0,0-1 0,0 0 0,1 1 0,-1-1 0,0 0 0,0 0 0,5 1 0,-5-2 0,-1 0 0,0 0 0,0 0 0,1-1 0,-1 1 0,0 0 0,0-1 0,0 1 0,0 0 0,1-1 0,-1 1 0,0-1 0,0 0 0,0 1 0,0-1 0,0 0 0,0 0 0,0 0 0,-1 0 0,1 0 0,0 0 0,1-1 0,1-4 0,0 0 0,0 0 0,0-1 0,-1 1 0,0-1 0,0 0 0,-1 1 0,1-1 0,-1-9 0,-1-189 0,66 386 0,-58-159 0,-4-18 0,0-31 0,0-7 0,0 12 0,0 0 0,2 0 0,0 1 0,2 0 0,0 0 0,19-32 0,-26 51 0,0 0 0,0 0 0,1 1 0,-1-1 0,1 0 0,-1 1 0,1-1 0,0 1 0,0-1 0,-1 1 0,1 0 0,0 0 0,0 0 0,0 0 0,0 0 0,1 0 0,-1 0 0,0 1 0,0-1 0,0 1 0,1 0 0,2-1 0,-1 2 0,0 0 0,0 0 0,-1 0 0,1 0 0,0 0 0,-1 1 0,1 0 0,-1-1 0,1 1 0,-1 0 0,6 6 0,6 5 0,-2 1 0,1 0 0,21 32 0,-34-45 0,61 84 0,-62-84 0,0-1 0,1 1 0,-1-1 0,1 1 0,-1-1 0,1 0 0,-1 1 0,1-1 0,-1 0 0,1 1 0,-1-1 0,1 0 0,-1 0 0,1 0 0,-1 1 0,1-1 0,0 0 0,-1 0 0,1 0 0,-1 0 0,1 0 0,0 0 0,-1 0 0,1 0 0,-1 0 0,1-1 0,0 1 0,-1 0 0,1 0 0,-1 0 0,1-1 0,-1 1 0,1 0 0,-1-1 0,1 1 0,-1 0 0,1-1 0,-1 1 0,1-1 0,-1 1 0,0 0 0,1-1 0,-1 1 0,0-1 0,1 1 0,-1-1 0,0 0 0,0 1 0,1-1 0,-1 1 0,0-1 0,0 0 0,15-41 0,-12 30 0,-2 9 0,0 0 0,0 0 0,0 1 0,1-1 0,-1 0 0,1 1 0,0-1 0,-1 1 0,1 0 0,0-1 0,0 1 0,0 0 0,1 0 0,-1 0 0,0 1 0,1-1 0,0 0 0,-1 1 0,1 0 0,0-1 0,-1 1 0,4-1 0,-2 2 0,0 0 0,0 0 0,0 1 0,0-1 0,0 1 0,0-1 0,0 1 0,0 1 0,0-1 0,0 0 0,-1 1 0,1 0 0,-1 0 0,5 3 0,8 7 0,0 0 0,-1 1 0,-1 1 0,-1 0 0,18 24 0,-11-9 0,-16-22 0,0 0 0,0 0 0,1-1 0,0 0 0,9 8 0,-14-13 0,0-1 0,0 0 0,0 0 0,1 0 0,-1 1 0,0-1 0,0 0 0,1 0 0,-1 0 0,0 0 0,0 1 0,1-1 0,-1 0 0,0 0 0,1 0 0,-1 0 0,0 0 0,0 0 0,1 0 0,-1 0 0,0 0 0,1 0 0,-1 0 0,0 0 0,0 0 0,1 0 0,-1 0 0,0 0 0,1 0 0,-1-1 0,0 1 0,0 0 0,1 0 0,-1 0 0,0 0 0,0 0 0,1-1 0,-1 1 0,0 0 0,0 0 0,0-1 0,1 1 0,-1 0 0,6-19 0,-4-24 0,-2 41 0,-1-38 0,-1-27 0,2 62 0,0 1 0,1-1 0,-1 0 0,1 1 0,1-1 0,-1 0 0,0 1 0,1 0 0,0-1 0,3-5 0,-4 10 0,-1-1 0,1 1 0,-1-1 0,1 1 0,0-1 0,-1 1 0,1-1 0,0 1 0,-1 0 0,1-1 0,0 1 0,-1 0 0,1 0 0,0 0 0,0-1 0,-1 1 0,1 0 0,0 0 0,0 0 0,-1 0 0,1 0 0,0 0 0,-1 0 0,1 1 0,0-1 0,0 0 0,-1 0 0,1 1 0,0-1 0,-1 0 0,1 1 0,0-1 0,-1 0 0,1 1 0,-1-1 0,1 1 0,0-1 0,-1 1 0,1-1 0,-1 1 0,0 0 0,1 0 0,24 30 0,-23-28 0,17 28 0,-2 0 0,0 1 0,-3 1 0,-1 0 0,-1 1 0,13 61 0,-28-134 0,1 0 0,2 1 0,8-60 0,11 6 0,-17 84 0,0 0 0,1 1 0,0 0 0,0-1 0,0 1 0,1 0 0,0 1 0,0-1 0,9-9 0,-11 15 0,-1 0 0,1 0 0,-1 0 0,1 1 0,-1-1 0,1 1 0,0-1 0,-1 1 0,1 0 0,0-1 0,-1 1 0,1 0 0,0 0 0,-1 0 0,1 0 0,0 1 0,-1-1 0,1 0 0,0 1 0,-1-1 0,1 1 0,-1-1 0,1 1 0,-1 0 0,1 0 0,-1 0 0,1 0 0,-1 0 0,0 0 0,3 2 0,40 41 0,-41-41 0,3 5 0,11 9 0,-2 0 0,0 2 0,-1 0 0,-1 0 0,-1 1 0,-1 1 0,13 30 0,-4 1-1365,-9-30-5461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23.340"/>
    </inkml:context>
    <inkml:brush xml:id="br0">
      <inkml:brushProperty name="width" value="0.035" units="cm"/>
      <inkml:brushProperty name="height" value="0.035" units="cm"/>
      <inkml:brushProperty name="color" value="#E71224"/>
    </inkml:brush>
  </inkml:definitions>
  <inkml:trace contextRef="#ctx0" brushRef="#br0">0 0 23892,'2964'0'0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25.512"/>
    </inkml:context>
    <inkml:brush xml:id="br0">
      <inkml:brushProperty name="width" value="0.035" units="cm"/>
      <inkml:brushProperty name="height" value="0.035" units="cm"/>
      <inkml:brushProperty name="color" value="#E71224"/>
    </inkml:brush>
  </inkml:definitions>
  <inkml:trace contextRef="#ctx0" brushRef="#br0">0 13 24575,'1'-1'0,"-1"1"0,0-1 0,0 0 0,1 1 0,-1-1 0,1 0 0,-1 1 0,0-1 0,1 1 0,-1-1 0,1 0 0,0 1 0,-1-1 0,1 1 0,-1 0 0,1-1 0,0 1 0,-1-1 0,1 1 0,0 0 0,-1 0 0,1-1 0,0 1 0,0 0 0,-1 0 0,1 0 0,0 0 0,0 0 0,-1 0 0,1 0 0,0 0 0,0 0 0,-1 0 0,1 0 0,0 0 0,0 1 0,30 5 0,-10 2 0,0 2 0,-1 1 0,-1 0 0,1 1 0,-2 1 0,24 21 0,8 4 0,-37-29 0,-1 0 0,0 0 0,-1 2 0,0-1 0,15 19 0,-23-25 0,0 0 0,-1 1 0,0-1 0,0 1 0,0 0 0,0 0 0,-1-1 0,1 1 0,-1 0 0,-1 0 0,1 1 0,-1-1 0,0 0 0,0 0 0,0 0 0,-1 0 0,1 0 0,-1 0 0,0 0 0,-3 6 0,-4 7 0,0 0 0,-2 0 0,0-1 0,0 0 0,-2-1 0,0 0 0,-1-1 0,-1 0 0,-18 15 0,6-4 0,-32 41 0,43-45-1365,1-2-5461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29.792"/>
    </inkml:context>
    <inkml:brush xml:id="br0">
      <inkml:brushProperty name="width" value="0.035" units="cm"/>
      <inkml:brushProperty name="height" value="0.035" units="cm"/>
      <inkml:brushProperty name="color" value="#E71224"/>
    </inkml:brush>
  </inkml:definitions>
  <inkml:trace contextRef="#ctx0" brushRef="#br0">2 0 24575,'-1'155'0,"3"173"0,-2-320 0,1 0 0,0 0 0,0 0 0,0-1 0,1 1 0,1 0 0,-1-1 0,1 1 0,0-1 0,1 0 0,6 10 0,-8-14 0,0-1 0,1 1 0,0-1 0,-1 1 0,1-1 0,0 0 0,0 0 0,1 0 0,-1 0 0,0-1 0,0 1 0,1-1 0,-1 0 0,1 0 0,-1 0 0,1 0 0,0-1 0,-1 0 0,1 1 0,0-1 0,-1 0 0,1-1 0,0 1 0,-1-1 0,1 0 0,6-2 0,-6 2 0,1 0 0,-1 0 0,0-1 0,0 1 0,0-1 0,0 0 0,0-1 0,0 1 0,-1-1 0,1 1 0,-1-1 0,1 0 0,-1 0 0,0-1 0,-1 1 0,1 0 0,0-1 0,-1 0 0,0 0 0,0 0 0,0 0 0,0 0 0,-1 0 0,1 0 0,1-9 0,-3 7 0,0 0 0,1 0 0,-2 0 0,1 0 0,-1 0 0,0 0 0,0 0 0,-1 0 0,1 0 0,-1 0 0,-1 1 0,1-1 0,-1 1 0,0 0 0,0-1 0,0 1 0,-1 1 0,-6-8 0,0 3 0,0 0 0,-1 1 0,-15-10 0,15 12 0,1-1 0,0-1 0,-12-11 0,21 18 0,1 1 0,-1-1 0,1 1 0,-1-1 0,1 1 0,-1-1 0,1 1 0,0-1 0,-1 1 0,1-1 0,0 1 0,-1-1 0,1 0 0,0 1 0,0-1 0,0 1 0,-1-1 0,1 0 0,0 1 0,0-1 0,0 0 0,0 1 0,0-1 0,0 0 0,0 1 0,0-1 0,1 0 0,-1 1 0,0-1 0,0 1 0,0-1 0,1 0 0,-1 1 0,0-1 0,1 1 0,-1-1 0,0 1 0,1-1 0,-1 1 0,1-1 0,-1 1 0,1-1 0,-1 1 0,1 0 0,-1-1 0,1 1 0,0 0 0,-1-1 0,1 1 0,38-13 0,-29 11 0,91-30 0,-46 14 0,1 2 0,74-11 0,-114 25 0,40-7 0,-54 8 0,1 1 0,-1-1 0,1 0 0,-1 0 0,0 0 0,1 0 0,-1 0 0,0-1 0,0 1 0,0-1 0,0 1 0,0-1 0,0 0 0,0 0 0,-1 0 0,1 0 0,-1 0 0,2-2 0,-2 3 0,-1 0 0,0 0 0,1 0 0,-1-1 0,0 1 0,0 0 0,0 0 0,0 0 0,0 0 0,0-1 0,0 1 0,0 0 0,0 0 0,0 0 0,-1 0 0,1 0 0,0 0 0,-1 0 0,1-1 0,-1 1 0,1 0 0,-1 0 0,0 1 0,1-1 0,-1 0 0,0 0 0,0 0 0,1 0 0,-1 0 0,0 1 0,0-1 0,0 0 0,0 1 0,0-1 0,0 1 0,0-1 0,0 1 0,0 0 0,0-1 0,-1 1 0,1 0 0,0 0 0,0 0 0,0 0 0,0-1 0,0 2 0,-2-1 0,-1-1 0,0 1 0,0-1 0,-1 1 0,1 0 0,0 1 0,0-1 0,0 1 0,0 0 0,0 0 0,0 0 0,0 0 0,-6 3 0,7-1 0,0 0 0,0 0 0,0 1 0,1-1 0,-1 1 0,1-1 0,0 1 0,0 0 0,0 0 0,0 0 0,1 0 0,-1 0 0,1 0 0,0 0 0,1 0 0,-1 1 0,0 3 0,0 14 0,1 1 0,2 23 0,0-16 0,-2-19 0,1-1 0,0 1 0,0-1 0,1 0 0,0 0 0,1 1 0,4 10 0,-5-17 0,1 0 0,-1 0 0,1 0 0,0 0 0,-1-1 0,2 1 0,-1-1 0,0 0 0,1 0 0,-1 0 0,1 0 0,0-1 0,0 1 0,0-1 0,0 0 0,1 0 0,-1-1 0,8 3 0,2-1 0,-1 0 0,0-1 0,1 0 0,0-1 0,-1-1 0,1 0 0,-1-1 0,21-4 0,-25 4 0,-1-1 0,1-1 0,-1 1 0,0-2 0,0 1 0,0-1 0,0 0 0,0-1 0,-1 1 0,0-2 0,0 1 0,0-1 0,-1 0 0,8-9 0,-10 9 0,-1 1 0,0-1 0,-1 0 0,1 1 0,-1-1 0,0-1 0,0 1 0,-1 0 0,0 0 0,0-1 0,0-7 0,-5-71 0,3 82 0,1 0 0,-1 0 0,0 0 0,0 1 0,0-1 0,0 0 0,-1 0 0,1 1 0,-1-1 0,0 1 0,0 0 0,1-1 0,-1 1 0,-1 0 0,1 0 0,0 0 0,0 0 0,-1 1 0,1-1 0,-1 1 0,0-1 0,1 1 0,-1 0 0,0 0 0,0 0 0,0 0 0,0 0 0,0 1 0,1 0 0,-1-1 0,0 1 0,0 0 0,0 0 0,0 1 0,0-1 0,0 1 0,0-1 0,0 1 0,0 0 0,0 0 0,1 0 0,-1 0 0,0 1 0,1-1 0,-1 1 0,1 0 0,-1-1 0,1 1 0,0 0 0,0 1 0,0-1 0,0 0 0,0 0 0,0 1 0,1-1 0,-1 1 0,1 0 0,0-1 0,0 1 0,0 0 0,-1 4 0,-1 6 0,1 0 0,1 0 0,0 0 0,1 0 0,2 23 0,-1-32 0,-1 0 0,1-1 0,0 1 0,0-1 0,1 1 0,-1-1 0,1 1 0,-1-1 0,1 0 0,5 6 0,-6-7 0,1-1 0,-1 0 0,1 0 0,-1 1 0,1-1 0,0 0 0,-1 0 0,1-1 0,0 1 0,0 0 0,0 0 0,0-1 0,0 0 0,-1 1 0,1-1 0,0 0 0,0 0 0,0 0 0,0 0 0,0 0 0,4-1 0,-2 0 0,-1-1 0,1 0 0,0 0 0,0-1 0,-1 1 0,1-1 0,-1 1 0,0-1 0,3-4 0,-1 2 0,0 1 0,1-1 0,-1 1 0,1 0 0,9-5 0,-14 8 0,1 1 0,-1 0 0,0-1 0,0 1 0,0 0 0,1 0 0,-1-1 0,0 1 0,0 0 0,1 0 0,-1 0 0,0 1 0,0-1 0,1 0 0,-1 0 0,0 1 0,0-1 0,0 1 0,0-1 0,0 1 0,1-1 0,-1 1 0,0 0 0,0-1 0,0 1 0,0 0 0,-1 0 0,1 0 0,0 0 0,0 0 0,0 0 0,-1 0 0,1 0 0,0 0 0,0 1 0,10 20 0,17 42 0,12 26 0,-36-83 0,0 0 0,1 0 0,0-1 0,0 0 0,0 0 0,1 0 0,0 0 0,0-1 0,12 8 0,-17-12 0,1 0 0,-1 0 0,1 0 0,-1 0 0,1 0 0,0-1 0,-1 1 0,1-1 0,0 1 0,-1-1 0,1 1 0,0-1 0,0 0 0,-1 0 0,1 0 0,0 0 0,0 0 0,-1 0 0,1-1 0,0 1 0,0-1 0,-1 1 0,1-1 0,2-1 0,-1 0 0,-1 0 0,0 0 0,0 0 0,0 0 0,0-1 0,-1 1 0,1-1 0,0 1 0,-1-1 0,0 0 0,0 1 0,0-1 0,1-4 0,3-12 0,-2-1 0,-1 1 0,1-32 0,-3 43 0,-2-113 0,-1 76 0,6-64 0,3 116 0,3 13 0,62 206 0,34 88 0,-74-230-1365,-21-49-5461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31.698"/>
    </inkml:context>
    <inkml:brush xml:id="br0">
      <inkml:brushProperty name="width" value="0.035" units="cm"/>
      <inkml:brushProperty name="height" value="0.035" units="cm"/>
      <inkml:brushProperty name="color" value="#E71224"/>
    </inkml:brush>
  </inkml:definitions>
  <inkml:trace contextRef="#ctx0" brushRef="#br0">0 645 24575,'1'-2'0,"-1"1"0,1-1 0,-1 1 0,1 0 0,0-1 0,-1 1 0,1-1 0,0 1 0,0 0 0,0-1 0,0 1 0,0 0 0,0 0 0,1 0 0,-1 0 0,0 0 0,0 0 0,1 0 0,1 0 0,34-18 0,-26 13 0,139-56 0,-112 49 0,-1-1 0,-1-2 0,-1-2 0,40-25 0,-72 40 0,0 0 0,1 1 0,-1 0 0,1-1 0,-1 1 0,1 1 0,0-1 0,0 1 0,0-1 0,0 1 0,0 0 0,0 0 0,7 0 0,-8 2 0,0 0 0,0 0 0,0 0 0,-1 0 0,1 0 0,0 1 0,-1-1 0,1 1 0,-1-1 0,1 1 0,-1 0 0,0 0 0,0 0 0,0 1 0,0-1 0,0 0 0,0 1 0,-1-1 0,3 5 0,10 18 0,-1 1 0,-2 0 0,0 0 0,9 36 0,21 114 0,-39-164 0,-1-9 0,0 1 0,-1-1 0,1 1 0,0-1 0,0 0 0,1 0 0,-1 1 0,1-1 0,0 0 0,-1 0 0,1-1 0,1 1 0,-1 0 0,0-1 0,1 1 0,3 2 0,-4-3 0,1-1 0,-1 0 0,0 0 0,1 0 0,-1-1 0,0 1 0,1-1 0,-1 1 0,1-1 0,-1 0 0,1 0 0,-1 0 0,1 0 0,-1 0 0,1-1 0,-1 1 0,5-2 0,0-1 0,0 0 0,0 0 0,0-1 0,0 0 0,-1 0 0,0-1 0,0 0 0,0 0 0,0 0 0,-1-1 0,0 0 0,0 0 0,5-8 0,-2-3 0,0 0 0,-2 0 0,0-1 0,-1 0 0,0 0 0,-2 0 0,0 0 0,-1-1 0,-1-23 0,1 8 0,-2 34 0,0-1 0,0 1 0,0-1 0,0 1 0,0 0 0,0-1 0,0 1 0,0-1 0,0 1 0,0-1 0,0 1 0,0 0 0,0-1 0,0 1 0,0-1 0,0 1 0,1-1 0,-1 1 0,0 0 0,0-1 0,0 1 0,1 0 0,-1-1 0,0 1 0,0 0 0,1-1 0,-1 1 0,0 0 0,1-1 0,-1 1 0,0 0 0,1 0 0,-1 0 0,1-1 0,-1 1 0,0 0 0,1 0 0,0 0 0,13 14 0,18 45 0,-23-42 0,-5-9 0,1 1 0,1-1 0,-1 0 0,13 12 0,-17-19 0,0 0 0,0 1 0,0-1 0,0 0 0,1 0 0,-1 0 0,0 0 0,1-1 0,-1 1 0,0 0 0,1 0 0,-1-1 0,1 1 0,-1-1 0,1 1 0,0-1 0,-1 0 0,1 0 0,-1 0 0,1 0 0,0 0 0,-1 0 0,1 0 0,-1 0 0,1 0 0,0-1 0,-1 1 0,1-1 0,-1 1 0,1-1 0,-1 0 0,1 1 0,-1-1 0,0 0 0,1 0 0,-1 0 0,2-2 0,5-6 0,0 0 0,-1-1 0,0 0 0,0 0 0,-1 0 0,8-21 0,23-76 0,-17 44 0,-19 60 0,-1 1 0,1 0 0,0 0 0,-1 0 0,1 0 0,0 0 0,0 0 0,0 0 0,0 1 0,1-1 0,-1 0 0,1 0 0,-1 1 0,1-1 0,-1 1 0,1 0 0,0-1 0,-1 1 0,1 0 0,0 0 0,0 0 0,0 0 0,4-1 0,-4 2 0,1 1 0,-1-1 0,1 1 0,-1-1 0,0 1 0,1 0 0,-1 0 0,0 0 0,1 0 0,-1 1 0,0-1 0,0 0 0,0 1 0,0 0 0,0-1 0,-1 1 0,1 0 0,0 0 0,-1 0 0,3 3 0,14 24 0,-1 1 0,-1 0 0,-1 1 0,-2 1 0,-1 0 0,7 35 0,-16-58 0,10 18 0,-12-27 0,-1 0 0,0 0 0,0 0 0,1 0 0,-1 0 0,0 0 0,1 0 0,-1 0 0,0 0 0,0 0 0,1 0 0,-1 0 0,0 0 0,1 0 0,-1 0 0,0 0 0,1 0 0,-1 0 0,0 0 0,0 0 0,1 0 0,-1-1 0,0 1 0,0 0 0,1 0 0,-1 0 0,0 0 0,0-1 0,0 1 0,1 0 0,-1 0 0,0-1 0,0 1 0,0 0 0,0 0 0,1-1 0,-1 1 0,0 0 0,0 0 0,0-1 0,0 1 0,0 0 0,0-1 0,0 1 0,3-8 0,-1 0 0,-1 0 0,1 0 0,-1 0 0,0-9 0,2-82 0,4 0 0,5 0 0,36-141 0,-34 187-1365,-2 10-5461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49:33.167"/>
    </inkml:context>
    <inkml:brush xml:id="br0">
      <inkml:brushProperty name="width" value="0.035" units="cm"/>
      <inkml:brushProperty name="height" value="0.035" units="cm"/>
      <inkml:brushProperty name="color" value="#E71224"/>
    </inkml:brush>
  </inkml:definitions>
  <inkml:trace contextRef="#ctx0" brushRef="#br0">84 85 24575,'0'2'0,"0"0"0,1 0 0,-1-1 0,0 1 0,1 0 0,-1 0 0,1 0 0,-1-1 0,1 1 0,0 0 0,0 0 0,0-1 0,0 1 0,0-1 0,0 1 0,0-1 0,1 0 0,-1 1 0,0-1 0,1 0 0,-1 0 0,4 2 0,-1-1 0,0 0 0,0 0 0,1 0 0,-1-1 0,1 0 0,-1 0 0,1 0 0,0-1 0,6 1 0,-5-1 0,-1 1 0,1-2 0,0 1 0,0-1 0,-1 1 0,1-2 0,-1 1 0,1-1 0,-1 1 0,1-1 0,-1-1 0,0 1 0,0-1 0,0 0 0,0 0 0,6-6 0,-9 7 0,0-1 0,0 1 0,-1 0 0,1-1 0,-1 0 0,1 1 0,-1-1 0,0 0 0,0 1 0,0-1 0,0 0 0,-1 0 0,1 0 0,-1 0 0,0-3 0,0 4 0,0 0 0,-1 0 0,1 1 0,-1-1 0,1 0 0,-1 0 0,0 0 0,0 1 0,0-1 0,0 0 0,0 1 0,0-1 0,0 1 0,-1-1 0,1 1 0,0 0 0,-4-2 0,0-1 0,-1 1 0,-1 0 0,1 0 0,0 0 0,-1 1 0,1 0 0,-1 1 0,0-1 0,1 1 0,-1 0 0,-10 1 0,11-1 0,-1 1 0,1 0 0,-1 0 0,1 1 0,0 0 0,-1 0 0,1 0 0,0 1 0,0 0 0,-1 0 0,1 0 0,1 1 0,-1 0 0,0 0 0,1 1 0,-1 0 0,1 0 0,0 0 0,1 0 0,-1 1 0,1-1 0,0 1 0,0 1 0,0-1 0,0 0 0,1 1 0,0 0 0,1 0 0,-1 0 0,1 0 0,0 0 0,0 0 0,1 0 0,-1 9 0,0-6 0,1 0 0,0 0 0,0 0 0,1 0 0,0 0 0,1 0 0,0 0 0,3 9 0,-3-15 0,0 0 0,0 0 0,1-1 0,-1 1 0,1-1 0,0 1 0,0-1 0,0 1 0,0-1 0,0 0 0,0 0 0,1 0 0,-1 0 0,1 0 0,-1-1 0,1 1 0,0-1 0,0 1 0,0-1 0,-1 0 0,1 0 0,0-1 0,0 1 0,0 0 0,1-1 0,3 0 0,72 5 0,1-3 0,122-14 0,-176 9-455,0 0 0,27-8 0,-20 0-6371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6T11:50:13.635"/>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497713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19561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68210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446541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153510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49896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859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805644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73565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836434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815036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2/26/2025</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50016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2/26/2025</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4109834540"/>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0" r:id="rId6"/>
    <p:sldLayoutId id="2147483675" r:id="rId7"/>
    <p:sldLayoutId id="2147483676" r:id="rId8"/>
    <p:sldLayoutId id="2147483677" r:id="rId9"/>
    <p:sldLayoutId id="2147483678" r:id="rId10"/>
    <p:sldLayoutId id="2147483679" r:id="rId11"/>
    <p:sldLayoutId id="2147483681"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3.png"/><Relationship Id="rId26" Type="http://schemas.openxmlformats.org/officeDocument/2006/relationships/image" Target="../media/image17.png"/><Relationship Id="rId3" Type="http://schemas.openxmlformats.org/officeDocument/2006/relationships/customXml" Target="../ink/ink1.xml"/><Relationship Id="rId21" Type="http://schemas.openxmlformats.org/officeDocument/2006/relationships/customXml" Target="../ink/ink10.xml"/><Relationship Id="rId34" Type="http://schemas.openxmlformats.org/officeDocument/2006/relationships/image" Target="../media/image21.png"/><Relationship Id="rId7" Type="http://schemas.openxmlformats.org/officeDocument/2006/relationships/customXml" Target="../ink/ink3.xml"/><Relationship Id="rId12" Type="http://schemas.openxmlformats.org/officeDocument/2006/relationships/image" Target="../media/image1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2" Type="http://schemas.openxmlformats.org/officeDocument/2006/relationships/image" Target="../media/image5.png"/><Relationship Id="rId16" Type="http://schemas.openxmlformats.org/officeDocument/2006/relationships/image" Target="../media/image12.png"/><Relationship Id="rId20" Type="http://schemas.openxmlformats.org/officeDocument/2006/relationships/image" Target="../media/image14.png"/><Relationship Id="rId29" Type="http://schemas.openxmlformats.org/officeDocument/2006/relationships/customXml" Target="../ink/ink14.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customXml" Target="../ink/ink5.xml"/><Relationship Id="rId24" Type="http://schemas.openxmlformats.org/officeDocument/2006/relationships/image" Target="../media/image16.png"/><Relationship Id="rId32" Type="http://schemas.openxmlformats.org/officeDocument/2006/relationships/image" Target="../media/image20.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8.png"/><Relationship Id="rId10" Type="http://schemas.openxmlformats.org/officeDocument/2006/relationships/image" Target="../media/image9.png"/><Relationship Id="rId19" Type="http://schemas.openxmlformats.org/officeDocument/2006/relationships/customXml" Target="../ink/ink9.xml"/><Relationship Id="rId31" Type="http://schemas.openxmlformats.org/officeDocument/2006/relationships/customXml" Target="../ink/ink15.xml"/><Relationship Id="rId4" Type="http://schemas.openxmlformats.org/officeDocument/2006/relationships/image" Target="../media/image6.png"/><Relationship Id="rId9" Type="http://schemas.openxmlformats.org/officeDocument/2006/relationships/customXml" Target="../ink/ink4.xml"/><Relationship Id="rId14" Type="http://schemas.openxmlformats.org/officeDocument/2006/relationships/image" Target="../media/image11.png"/><Relationship Id="rId22" Type="http://schemas.openxmlformats.org/officeDocument/2006/relationships/image" Target="../media/image15.png"/><Relationship Id="rId27" Type="http://schemas.openxmlformats.org/officeDocument/2006/relationships/customXml" Target="../ink/ink13.xml"/><Relationship Id="rId30" Type="http://schemas.openxmlformats.org/officeDocument/2006/relationships/image" Target="../media/image19.png"/><Relationship Id="rId8"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browser.dataspace.copernicus.eu/?zoom=5&amp;lat=50.16282&amp;lng=20.78613&amp;demSource3D=%22MAPZEN%22&amp;cloudCoverage=30&amp;dateMode=SINGLE" TargetMode="External"/><Relationship Id="rId2" Type="http://schemas.openxmlformats.org/officeDocument/2006/relationships/hyperlink" Target="https://bhoonidhi.nrsc.gov.in/bhoonidhi/index.html" TargetMode="External"/><Relationship Id="rId1" Type="http://schemas.openxmlformats.org/officeDocument/2006/relationships/slideLayout" Target="../slideLayouts/slideLayout7.xml"/><Relationship Id="rId4" Type="http://schemas.openxmlformats.org/officeDocument/2006/relationships/hyperlink" Target="https://earthexplorer.usgs.gov/"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E87509-84B3-D118-6E69-0B2E9BAB075B}"/>
              </a:ext>
            </a:extLst>
          </p:cNvPr>
          <p:cNvSpPr txBox="1"/>
          <p:nvPr/>
        </p:nvSpPr>
        <p:spPr>
          <a:xfrm>
            <a:off x="3258590" y="2505670"/>
            <a:ext cx="5166799" cy="923330"/>
          </a:xfrm>
          <a:prstGeom prst="rect">
            <a:avLst/>
          </a:prstGeom>
          <a:noFill/>
        </p:spPr>
        <p:txBody>
          <a:bodyPr wrap="none" rtlCol="0">
            <a:spAutoFit/>
          </a:bodyPr>
          <a:lstStyle/>
          <a:p>
            <a:r>
              <a:rPr lang="en-IN" sz="5400" b="1" dirty="0">
                <a:latin typeface="Times New Roman" panose="02020603050405020304" pitchFamily="18" charset="0"/>
                <a:cs typeface="Times New Roman" panose="02020603050405020304" pitchFamily="18" charset="0"/>
              </a:rPr>
              <a:t>Experiment no-1</a:t>
            </a:r>
            <a:endParaRPr lang="en-GB"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7169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89E5ACD-F5D0-D2B1-F1EC-148602954B87}"/>
              </a:ext>
            </a:extLst>
          </p:cNvPr>
          <p:cNvSpPr txBox="1">
            <a:spLocks/>
          </p:cNvSpPr>
          <p:nvPr/>
        </p:nvSpPr>
        <p:spPr>
          <a:xfrm>
            <a:off x="838200" y="1027216"/>
            <a:ext cx="10478984" cy="1000702"/>
          </a:xfrm>
          <a:prstGeom prst="rect">
            <a:avLst/>
          </a:prstGeom>
        </p:spPr>
        <p:txBody>
          <a:bodyPr>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dirty="0">
                <a:latin typeface="Times New Roman" panose="02020603050405020304" pitchFamily="18" charset="0"/>
                <a:cs typeface="Times New Roman" panose="02020603050405020304" pitchFamily="18" charset="0"/>
              </a:rPr>
              <a:t>Introduction to different types of remote sensing data products</a:t>
            </a:r>
          </a:p>
        </p:txBody>
      </p:sp>
      <p:sp>
        <p:nvSpPr>
          <p:cNvPr id="7" name="Content Placeholder 2">
            <a:extLst>
              <a:ext uri="{FF2B5EF4-FFF2-40B4-BE49-F238E27FC236}">
                <a16:creationId xmlns:a16="http://schemas.microsoft.com/office/drawing/2014/main" id="{26B4A2E5-A4DE-6EE4-E873-24A0734B2E60}"/>
              </a:ext>
            </a:extLst>
          </p:cNvPr>
          <p:cNvSpPr txBox="1">
            <a:spLocks/>
          </p:cNvSpPr>
          <p:nvPr/>
        </p:nvSpPr>
        <p:spPr>
          <a:xfrm>
            <a:off x="788719" y="2812473"/>
            <a:ext cx="10478984" cy="10007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200" b="1"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9EFD93D8-90A3-14B4-0ADD-1123D6007973}"/>
              </a:ext>
            </a:extLst>
          </p:cNvPr>
          <p:cNvSpPr/>
          <p:nvPr/>
        </p:nvSpPr>
        <p:spPr>
          <a:xfrm>
            <a:off x="838200" y="2371273"/>
            <a:ext cx="9513125" cy="1569660"/>
          </a:xfrm>
          <a:prstGeom prst="rect">
            <a:avLst/>
          </a:prstGeom>
        </p:spPr>
        <p:txBody>
          <a:bodyPr wrap="square">
            <a:spAutoFit/>
          </a:bodyPr>
          <a:lstStyle/>
          <a:p>
            <a:pPr marL="285750" lvl="0" indent="-285750" algn="just">
              <a:spcAft>
                <a:spcPts val="0"/>
              </a:spcAft>
              <a:buFont typeface="Arial" panose="020B0604020202020204" pitchFamily="34" charset="0"/>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Define a Remote Sensing data product</a:t>
            </a:r>
          </a:p>
          <a:p>
            <a:pPr marL="285750" lvl="0" indent="-285750" algn="just">
              <a:spcAft>
                <a:spcPts val="0"/>
              </a:spcAft>
              <a:buFont typeface="Arial" panose="020B0604020202020204" pitchFamily="34" charset="0"/>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List out the types of data products</a:t>
            </a:r>
          </a:p>
          <a:p>
            <a:pPr marL="285750" indent="-285750">
              <a:buFont typeface="Arial" panose="020B0604020202020204" pitchFamily="34" charset="0"/>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Discuss about the different types of data formats</a:t>
            </a:r>
            <a:endParaRPr lang="en-US" sz="3200" dirty="0">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7633A6B2-6BAC-24F9-196D-AF41EA1411CA}"/>
              </a:ext>
            </a:extLst>
          </p:cNvPr>
          <p:cNvSpPr txBox="1">
            <a:spLocks/>
          </p:cNvSpPr>
          <p:nvPr/>
        </p:nvSpPr>
        <p:spPr>
          <a:xfrm>
            <a:off x="838200" y="4304246"/>
            <a:ext cx="10478984" cy="15457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3200" dirty="0">
                <a:solidFill>
                  <a:srgbClr val="0070C0"/>
                </a:solidFill>
                <a:latin typeface="Times New Roman" panose="02020603050405020304" pitchFamily="18" charset="0"/>
                <a:cs typeface="Times New Roman" panose="02020603050405020304" pitchFamily="18" charset="0"/>
              </a:rPr>
              <a:t>Definition: </a:t>
            </a:r>
            <a:r>
              <a:rPr lang="en-US" sz="3200" dirty="0">
                <a:latin typeface="Times New Roman" panose="02020603050405020304" pitchFamily="18" charset="0"/>
                <a:cs typeface="Times New Roman" panose="02020603050405020304" pitchFamily="18" charset="0"/>
              </a:rPr>
              <a:t>Remote sensing data products are the data from various remote sensing sensors in a suitable and standard form and format that can be readily used by users</a:t>
            </a:r>
          </a:p>
        </p:txBody>
      </p:sp>
      <p:sp>
        <p:nvSpPr>
          <p:cNvPr id="13" name="TextBox 12">
            <a:extLst>
              <a:ext uri="{FF2B5EF4-FFF2-40B4-BE49-F238E27FC236}">
                <a16:creationId xmlns:a16="http://schemas.microsoft.com/office/drawing/2014/main" id="{1C58CE04-F263-2C47-BF59-DA5359458A5C}"/>
              </a:ext>
            </a:extLst>
          </p:cNvPr>
          <p:cNvSpPr txBox="1"/>
          <p:nvPr/>
        </p:nvSpPr>
        <p:spPr>
          <a:xfrm>
            <a:off x="838200" y="622456"/>
            <a:ext cx="952500" cy="584775"/>
          </a:xfrm>
          <a:prstGeom prst="rect">
            <a:avLst/>
          </a:prstGeom>
          <a:noFill/>
        </p:spPr>
        <p:txBody>
          <a:bodyPr wrap="square">
            <a:spAutoFit/>
          </a:bodyPr>
          <a:lstStyle/>
          <a:p>
            <a:r>
              <a:rPr lang="en-US" sz="3200" b="1" dirty="0">
                <a:solidFill>
                  <a:srgbClr val="0070C0"/>
                </a:solidFill>
                <a:latin typeface="Times New Roman" panose="02020603050405020304" pitchFamily="18" charset="0"/>
                <a:cs typeface="Times New Roman" panose="02020603050405020304" pitchFamily="18" charset="0"/>
              </a:rPr>
              <a:t>Aim</a:t>
            </a:r>
          </a:p>
        </p:txBody>
      </p:sp>
      <p:sp>
        <p:nvSpPr>
          <p:cNvPr id="15" name="TextBox 14">
            <a:extLst>
              <a:ext uri="{FF2B5EF4-FFF2-40B4-BE49-F238E27FC236}">
                <a16:creationId xmlns:a16="http://schemas.microsoft.com/office/drawing/2014/main" id="{2202D343-D876-6F42-8AB9-9F9101A1F2FA}"/>
              </a:ext>
            </a:extLst>
          </p:cNvPr>
          <p:cNvSpPr txBox="1"/>
          <p:nvPr/>
        </p:nvSpPr>
        <p:spPr>
          <a:xfrm>
            <a:off x="838200" y="2027918"/>
            <a:ext cx="1352550" cy="369332"/>
          </a:xfrm>
          <a:prstGeom prst="rect">
            <a:avLst/>
          </a:prstGeom>
          <a:noFill/>
        </p:spPr>
        <p:txBody>
          <a:bodyPr wrap="square">
            <a:spAutoFit/>
          </a:bodyPr>
          <a:lstStyle/>
          <a:p>
            <a:r>
              <a:rPr lang="en-US" sz="1800" b="1" dirty="0">
                <a:solidFill>
                  <a:srgbClr val="0070C0"/>
                </a:solidFill>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2818616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121DAD-AFF4-882E-98B4-1A36BC55D368}"/>
              </a:ext>
            </a:extLst>
          </p:cNvPr>
          <p:cNvPicPr>
            <a:picLocks noChangeAspect="1"/>
          </p:cNvPicPr>
          <p:nvPr/>
        </p:nvPicPr>
        <p:blipFill>
          <a:blip r:embed="rId2"/>
          <a:stretch>
            <a:fillRect/>
          </a:stretch>
        </p:blipFill>
        <p:spPr>
          <a:xfrm>
            <a:off x="643467" y="1149293"/>
            <a:ext cx="10905066" cy="4611888"/>
          </a:xfrm>
          <a:prstGeom prst="rect">
            <a:avLst/>
          </a:prstGeom>
        </p:spPr>
      </p:pic>
      <p:sp>
        <p:nvSpPr>
          <p:cNvPr id="5" name="TextBox 4">
            <a:extLst>
              <a:ext uri="{FF2B5EF4-FFF2-40B4-BE49-F238E27FC236}">
                <a16:creationId xmlns:a16="http://schemas.microsoft.com/office/drawing/2014/main" id="{39AA9741-3E22-85F8-E119-C3373CA8DD22}"/>
              </a:ext>
            </a:extLst>
          </p:cNvPr>
          <p:cNvSpPr txBox="1"/>
          <p:nvPr/>
        </p:nvSpPr>
        <p:spPr>
          <a:xfrm>
            <a:off x="4250733" y="461819"/>
            <a:ext cx="4765964" cy="400110"/>
          </a:xfrm>
          <a:prstGeom prst="rect">
            <a:avLst/>
          </a:prstGeom>
          <a:noFill/>
        </p:spPr>
        <p:txBody>
          <a:bodyPr wrap="square" rtlCol="0">
            <a:spAutoFit/>
          </a:bodyPr>
          <a:lstStyle/>
          <a:p>
            <a:r>
              <a:rPr lang="en-IN" sz="2000" b="1" dirty="0"/>
              <a:t>Different Remotely Satellite Data</a:t>
            </a:r>
            <a:endParaRPr lang="en-GB" sz="2000" b="1" dirty="0"/>
          </a:p>
        </p:txBody>
      </p:sp>
    </p:spTree>
    <p:extLst>
      <p:ext uri="{BB962C8B-B14F-4D97-AF65-F5344CB8AC3E}">
        <p14:creationId xmlns:p14="http://schemas.microsoft.com/office/powerpoint/2010/main" val="2912512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2BE4CC-E9B2-4666-A643-DEE3BA08AB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oup of maps with labels&#10;&#10;Description automatically generated with medium confidence">
            <a:extLst>
              <a:ext uri="{FF2B5EF4-FFF2-40B4-BE49-F238E27FC236}">
                <a16:creationId xmlns:a16="http://schemas.microsoft.com/office/drawing/2014/main" id="{F2B82D7B-9640-D582-E1FB-D98809E7BFAD}"/>
              </a:ext>
            </a:extLst>
          </p:cNvPr>
          <p:cNvPicPr>
            <a:picLocks noChangeAspect="1"/>
          </p:cNvPicPr>
          <p:nvPr/>
        </p:nvPicPr>
        <p:blipFill>
          <a:blip r:embed="rId2"/>
          <a:srcRect l="256" r="4042" b="1"/>
          <a:stretch/>
        </p:blipFill>
        <p:spPr>
          <a:xfrm>
            <a:off x="321733" y="1199627"/>
            <a:ext cx="11548534" cy="5336640"/>
          </a:xfrm>
          <a:prstGeom prst="rect">
            <a:avLst/>
          </a:prstGeom>
        </p:spPr>
      </p:pic>
      <p:sp>
        <p:nvSpPr>
          <p:cNvPr id="4" name="TextBox 3">
            <a:extLst>
              <a:ext uri="{FF2B5EF4-FFF2-40B4-BE49-F238E27FC236}">
                <a16:creationId xmlns:a16="http://schemas.microsoft.com/office/drawing/2014/main" id="{7E838293-A4B8-9E89-20D8-B4E57FAC3498}"/>
              </a:ext>
            </a:extLst>
          </p:cNvPr>
          <p:cNvSpPr txBox="1"/>
          <p:nvPr/>
        </p:nvSpPr>
        <p:spPr>
          <a:xfrm>
            <a:off x="4613895" y="695014"/>
            <a:ext cx="2961161" cy="365760"/>
          </a:xfrm>
          <a:prstGeom prst="rect">
            <a:avLst/>
          </a:prstGeom>
          <a:noFill/>
        </p:spPr>
        <p:txBody>
          <a:bodyPr wrap="square" rtlCol="0">
            <a:spAutoFit/>
          </a:bodyPr>
          <a:lstStyle/>
          <a:p>
            <a:r>
              <a:rPr lang="en-IN" b="1" dirty="0">
                <a:highlight>
                  <a:srgbClr val="00FF00"/>
                </a:highlight>
                <a:latin typeface="Times New Roman" panose="02020603050405020304" pitchFamily="18" charset="0"/>
                <a:cs typeface="Times New Roman" panose="02020603050405020304" pitchFamily="18" charset="0"/>
              </a:rPr>
              <a:t>Data type in Geoinformatics</a:t>
            </a:r>
            <a:endParaRPr lang="en-GB" b="1" dirty="0">
              <a:highlight>
                <a:srgbClr val="00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4411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08783F-6D5C-F057-E2A0-4FF703CAF7EB}"/>
              </a:ext>
            </a:extLst>
          </p:cNvPr>
          <p:cNvSpPr txBox="1"/>
          <p:nvPr/>
        </p:nvSpPr>
        <p:spPr>
          <a:xfrm>
            <a:off x="1113905" y="598516"/>
            <a:ext cx="4838008" cy="369332"/>
          </a:xfrm>
          <a:prstGeom prst="rect">
            <a:avLst/>
          </a:prstGeom>
          <a:noFill/>
        </p:spPr>
        <p:txBody>
          <a:bodyPr wrap="square" rtlCol="0">
            <a:spAutoFit/>
          </a:bodyPr>
          <a:lstStyle/>
          <a:p>
            <a:r>
              <a:rPr lang="en-IN" b="1"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Data in remote sensing</a:t>
            </a:r>
            <a:endParaRPr lang="en-GB" b="1"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2667FC8-05E3-526F-6BF2-757C2A9F69F7}"/>
              </a:ext>
            </a:extLst>
          </p:cNvPr>
          <p:cNvPicPr>
            <a:picLocks noChangeAspect="1"/>
          </p:cNvPicPr>
          <p:nvPr/>
        </p:nvPicPr>
        <p:blipFill>
          <a:blip r:embed="rId2"/>
          <a:stretch>
            <a:fillRect/>
          </a:stretch>
        </p:blipFill>
        <p:spPr>
          <a:xfrm>
            <a:off x="2147336" y="2023866"/>
            <a:ext cx="7897327" cy="2810267"/>
          </a:xfrm>
          <a:prstGeom prst="rect">
            <a:avLst/>
          </a:prstGeom>
        </p:spPr>
      </p:pic>
    </p:spTree>
    <p:extLst>
      <p:ext uri="{BB962C8B-B14F-4D97-AF65-F5344CB8AC3E}">
        <p14:creationId xmlns:p14="http://schemas.microsoft.com/office/powerpoint/2010/main" val="553832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3B7BB51-92B8-4089-8DAB-1202A4D1C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315111"/>
            <a:ext cx="3021543" cy="1435442"/>
          </a:xfrm>
          <a:custGeom>
            <a:avLst/>
            <a:gdLst/>
            <a:ahLst/>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useBgFill="1">
        <p:nvSpPr>
          <p:cNvPr id="12" name="Rectangle 11">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85B401B9-7E42-63F3-47B2-9F3659B17FC7}"/>
              </a:ext>
            </a:extLst>
          </p:cNvPr>
          <p:cNvSpPr txBox="1"/>
          <p:nvPr/>
        </p:nvSpPr>
        <p:spPr>
          <a:xfrm>
            <a:off x="643467" y="616288"/>
            <a:ext cx="5815518" cy="5398749"/>
          </a:xfrm>
          <a:prstGeom prst="rect">
            <a:avLst/>
          </a:prstGeom>
        </p:spPr>
        <p:txBody>
          <a:bodyPr vert="horz" lIns="91440" tIns="45720" rIns="91440" bIns="45720" rtlCol="0">
            <a:normAutofit lnSpcReduction="10000"/>
          </a:bodyPr>
          <a:lstStyle/>
          <a:p>
            <a:pPr>
              <a:lnSpc>
                <a:spcPct val="90000"/>
              </a:lnSpc>
              <a:spcAft>
                <a:spcPts val="600"/>
              </a:spcAft>
            </a:pPr>
            <a:r>
              <a:rPr lang="en-US" sz="2800" b="1" dirty="0">
                <a:highlight>
                  <a:srgbClr val="FFFF00"/>
                </a:highlight>
              </a:rPr>
              <a:t>Index Numbers for Data Products</a:t>
            </a:r>
          </a:p>
          <a:p>
            <a:pPr indent="-228600">
              <a:lnSpc>
                <a:spcPct val="90000"/>
              </a:lnSpc>
              <a:spcAft>
                <a:spcPts val="600"/>
              </a:spcAft>
              <a:buFont typeface="Arial" panose="020B0604020202020204" pitchFamily="34" charset="0"/>
              <a:buChar char="•"/>
            </a:pPr>
            <a:endParaRPr lang="en-US" sz="1300" b="1" dirty="0"/>
          </a:p>
          <a:p>
            <a:pPr algn="just">
              <a:lnSpc>
                <a:spcPct val="90000"/>
              </a:lnSpc>
              <a:spcAft>
                <a:spcPts val="600"/>
              </a:spcAft>
            </a:pPr>
            <a:r>
              <a:rPr lang="en-US" sz="2400" dirty="0">
                <a:latin typeface="Times New Roman" panose="02020603050405020304" pitchFamily="18" charset="0"/>
                <a:cs typeface="Times New Roman" panose="02020603050405020304" pitchFamily="18" charset="0"/>
              </a:rPr>
              <a:t>The index number is based on the satellite’s path running from the North Pole to the South Pole. Each satellite pass is given a specific number called the </a:t>
            </a:r>
            <a:r>
              <a:rPr lang="en-US" sz="2400" b="1" dirty="0">
                <a:latin typeface="Times New Roman" panose="02020603050405020304" pitchFamily="18" charset="0"/>
                <a:cs typeface="Times New Roman" panose="02020603050405020304" pitchFamily="18" charset="0"/>
              </a:rPr>
              <a:t>path number</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track number</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Rows</a:t>
            </a:r>
            <a:r>
              <a:rPr lang="en-US" sz="2400" dirty="0">
                <a:latin typeface="Times New Roman" panose="02020603050405020304" pitchFamily="18" charset="0"/>
                <a:cs typeface="Times New Roman" panose="02020603050405020304" pitchFamily="18" charset="0"/>
              </a:rPr>
              <a:t>, the East-West lines, intersect these paths, forming a grid-like structure.</a:t>
            </a:r>
          </a:p>
          <a:p>
            <a:pPr marL="285750" indent="-228600" algn="just">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 coverage of India (from west to east), path numbers for the LISS sensor range from 88 to 116.</a:t>
            </a:r>
          </a:p>
          <a:p>
            <a:pPr marL="285750" indent="-228600" algn="just">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 India (north to south), rows range from 45 to 70.</a:t>
            </a:r>
          </a:p>
          <a:p>
            <a:pPr marL="285750" indent="-228600" algn="just">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Lucknow’s IRS image has the index number </a:t>
            </a:r>
            <a:r>
              <a:rPr lang="en-US" sz="2400" b="1" dirty="0">
                <a:latin typeface="Times New Roman" panose="02020603050405020304" pitchFamily="18" charset="0"/>
                <a:cs typeface="Times New Roman" panose="02020603050405020304" pitchFamily="18" charset="0"/>
              </a:rPr>
              <a:t>100-53</a:t>
            </a:r>
            <a:r>
              <a:rPr lang="en-US" sz="2400" dirty="0">
                <a:latin typeface="Times New Roman" panose="02020603050405020304" pitchFamily="18" charset="0"/>
                <a:cs typeface="Times New Roman" panose="02020603050405020304" pitchFamily="18" charset="0"/>
              </a:rPr>
              <a:t> (Path-Row).</a:t>
            </a:r>
            <a:endParaRPr lang="en-US" sz="2400" b="1"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300" b="1" dirty="0"/>
          </a:p>
          <a:p>
            <a:pPr indent="-228600">
              <a:lnSpc>
                <a:spcPct val="90000"/>
              </a:lnSpc>
              <a:spcAft>
                <a:spcPts val="600"/>
              </a:spcAft>
              <a:buFont typeface="Arial" panose="020B0604020202020204" pitchFamily="34" charset="0"/>
              <a:buChar char="•"/>
            </a:pPr>
            <a:endParaRPr lang="en-US" sz="1300" b="1" dirty="0"/>
          </a:p>
        </p:txBody>
      </p:sp>
      <p:pic>
        <p:nvPicPr>
          <p:cNvPr id="5" name="Picture 4">
            <a:extLst>
              <a:ext uri="{FF2B5EF4-FFF2-40B4-BE49-F238E27FC236}">
                <a16:creationId xmlns:a16="http://schemas.microsoft.com/office/drawing/2014/main" id="{22D3DEE3-8119-EDAB-4892-B18694D2FE10}"/>
              </a:ext>
            </a:extLst>
          </p:cNvPr>
          <p:cNvPicPr>
            <a:picLocks noChangeAspect="1"/>
          </p:cNvPicPr>
          <p:nvPr/>
        </p:nvPicPr>
        <p:blipFill>
          <a:blip r:embed="rId2"/>
          <a:stretch>
            <a:fillRect/>
          </a:stretch>
        </p:blipFill>
        <p:spPr>
          <a:xfrm>
            <a:off x="6800986" y="1562100"/>
            <a:ext cx="4747547" cy="4133849"/>
          </a:xfrm>
          <a:prstGeom prst="rect">
            <a:avLst/>
          </a:prstGeom>
        </p:spPr>
      </p:pic>
    </p:spTree>
    <p:extLst>
      <p:ext uri="{BB962C8B-B14F-4D97-AF65-F5344CB8AC3E}">
        <p14:creationId xmlns:p14="http://schemas.microsoft.com/office/powerpoint/2010/main" val="2689746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A1837-3C74-11B3-577E-EC2F8C63D3F3}"/>
              </a:ext>
            </a:extLst>
          </p:cNvPr>
          <p:cNvSpPr txBox="1">
            <a:spLocks/>
          </p:cNvSpPr>
          <p:nvPr/>
        </p:nvSpPr>
        <p:spPr>
          <a:xfrm>
            <a:off x="838200" y="365126"/>
            <a:ext cx="4891644" cy="662090"/>
          </a:xfrm>
          <a:prstGeom prst="rect">
            <a:avLst/>
          </a:prstGeom>
          <a:solidFill>
            <a:schemeClr val="tx2">
              <a:lumMod val="25000"/>
              <a:lumOff val="75000"/>
            </a:schemeClr>
          </a:solidFill>
        </p:spPr>
        <p:txBody>
          <a:bodyPr>
            <a:noAutofit/>
          </a:bodyPr>
          <a:lst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a:lstStyle>
          <a:p>
            <a:r>
              <a:rPr lang="en-US" sz="3600" b="1" dirty="0">
                <a:solidFill>
                  <a:srgbClr val="0070C0"/>
                </a:solidFill>
                <a:latin typeface="Times New Roman" panose="02020603050405020304" pitchFamily="18" charset="0"/>
                <a:cs typeface="Times New Roman" panose="02020603050405020304" pitchFamily="18" charset="0"/>
              </a:rPr>
              <a:t>Types of Data Products</a:t>
            </a:r>
          </a:p>
        </p:txBody>
      </p:sp>
      <p:sp>
        <p:nvSpPr>
          <p:cNvPr id="3" name="Content Placeholder 2">
            <a:extLst>
              <a:ext uri="{FF2B5EF4-FFF2-40B4-BE49-F238E27FC236}">
                <a16:creationId xmlns:a16="http://schemas.microsoft.com/office/drawing/2014/main" id="{6C661975-2F11-1BFF-96B0-B2653D7F984A}"/>
              </a:ext>
            </a:extLst>
          </p:cNvPr>
          <p:cNvSpPr txBox="1">
            <a:spLocks/>
          </p:cNvSpPr>
          <p:nvPr/>
        </p:nvSpPr>
        <p:spPr>
          <a:xfrm>
            <a:off x="838200" y="1027216"/>
            <a:ext cx="10478984" cy="2012868"/>
          </a:xfrm>
          <a:prstGeom prst="rect">
            <a:avLst/>
          </a:prstGeom>
        </p:spPr>
        <p:txBody>
          <a:bodyP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dirty="0">
                <a:latin typeface="Times New Roman" panose="02020603050405020304" pitchFamily="18" charset="0"/>
                <a:cs typeface="Times New Roman" panose="02020603050405020304" pitchFamily="18" charset="0"/>
              </a:rPr>
              <a:t>The types of remote sensing data products depend on:</a:t>
            </a:r>
          </a:p>
          <a:p>
            <a:pPr lvl="1"/>
            <a:r>
              <a:rPr lang="en-US" sz="3200" dirty="0">
                <a:latin typeface="Times New Roman" panose="02020603050405020304" pitchFamily="18" charset="0"/>
                <a:cs typeface="Times New Roman" panose="02020603050405020304" pitchFamily="18" charset="0"/>
              </a:rPr>
              <a:t>Level of processing</a:t>
            </a:r>
          </a:p>
          <a:p>
            <a:pPr lvl="1"/>
            <a:r>
              <a:rPr lang="en-US" sz="3200" dirty="0">
                <a:latin typeface="Times New Roman" panose="02020603050405020304" pitchFamily="18" charset="0"/>
                <a:cs typeface="Times New Roman" panose="02020603050405020304" pitchFamily="18" charset="0"/>
              </a:rPr>
              <a:t>Output media/scale and</a:t>
            </a:r>
          </a:p>
          <a:p>
            <a:pPr lvl="1"/>
            <a:r>
              <a:rPr lang="en-US" sz="3200" dirty="0">
                <a:latin typeface="Times New Roman" panose="02020603050405020304" pitchFamily="18" charset="0"/>
                <a:cs typeface="Times New Roman" panose="02020603050405020304" pitchFamily="18" charset="0"/>
              </a:rPr>
              <a:t>Area of coverage</a:t>
            </a:r>
          </a:p>
          <a:p>
            <a:pPr marL="0" indent="0">
              <a:buFont typeface="Arial" panose="020B0604020202020204" pitchFamily="34" charset="0"/>
              <a:buNone/>
            </a:pPr>
            <a:endParaRPr lang="en-US" sz="3200" b="1" dirty="0"/>
          </a:p>
          <a:p>
            <a:pPr marL="0" indent="0">
              <a:buFont typeface="Arial" panose="020B0604020202020204" pitchFamily="34" charset="0"/>
              <a:buNone/>
            </a:pPr>
            <a:endParaRPr lang="en-US" sz="3200" b="1" dirty="0"/>
          </a:p>
          <a:p>
            <a:pPr marL="0" indent="0">
              <a:buFont typeface="Arial" panose="020B0604020202020204" pitchFamily="34" charset="0"/>
              <a:buNone/>
            </a:pPr>
            <a:endParaRPr lang="en-US" sz="3200" b="1" dirty="0"/>
          </a:p>
        </p:txBody>
      </p:sp>
      <p:sp>
        <p:nvSpPr>
          <p:cNvPr id="4" name="Content Placeholder 2">
            <a:extLst>
              <a:ext uri="{FF2B5EF4-FFF2-40B4-BE49-F238E27FC236}">
                <a16:creationId xmlns:a16="http://schemas.microsoft.com/office/drawing/2014/main" id="{41446851-FBD3-163B-57A5-0E51DAB3C5F4}"/>
              </a:ext>
            </a:extLst>
          </p:cNvPr>
          <p:cNvSpPr txBox="1">
            <a:spLocks/>
          </p:cNvSpPr>
          <p:nvPr/>
        </p:nvSpPr>
        <p:spPr>
          <a:xfrm>
            <a:off x="788719" y="2812473"/>
            <a:ext cx="10478984" cy="10007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9522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2533A5A-9522-F5BE-BBE9-A9A9CC6A4CAB}"/>
              </a:ext>
            </a:extLst>
          </p:cNvPr>
          <p:cNvSpPr txBox="1"/>
          <p:nvPr/>
        </p:nvSpPr>
        <p:spPr>
          <a:xfrm>
            <a:off x="735677" y="804547"/>
            <a:ext cx="10985268" cy="5293757"/>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Products Based on Level of Processing</a:t>
            </a:r>
          </a:p>
          <a:p>
            <a:r>
              <a:rPr lang="en-US" b="1" dirty="0">
                <a:latin typeface="Times New Roman" panose="02020603050405020304" pitchFamily="18" charset="0"/>
                <a:cs typeface="Times New Roman" panose="02020603050405020304" pitchFamily="18" charset="0"/>
              </a:rPr>
              <a:t>Standard Products</a:t>
            </a:r>
            <a:r>
              <a:rPr lang="en-US" dirty="0">
                <a:latin typeface="Times New Roman" panose="02020603050405020304" pitchFamily="18" charset="0"/>
                <a:cs typeface="Times New Roman" panose="02020603050405020304" pitchFamily="18" charset="0"/>
              </a:rPr>
              <a:t> – These are products that have been </a:t>
            </a:r>
            <a:r>
              <a:rPr lang="en-US" dirty="0">
                <a:highlight>
                  <a:srgbClr val="00FF00"/>
                </a:highlight>
                <a:latin typeface="Times New Roman" panose="02020603050405020304" pitchFamily="18" charset="0"/>
                <a:cs typeface="Times New Roman" panose="02020603050405020304" pitchFamily="18" charset="0"/>
              </a:rPr>
              <a:t>corrected for radiometry and geometry:</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Path-Row Based Products</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Shift Along Track (SAT) Products</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Quadrant Products</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Geo-referenced Products</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Basic Stereo Products</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Area of Interest (AOI) Products</a:t>
            </a:r>
          </a:p>
          <a:p>
            <a:r>
              <a:rPr lang="en-US" b="1" dirty="0">
                <a:latin typeface="Times New Roman" panose="02020603050405020304" pitchFamily="18" charset="0"/>
                <a:cs typeface="Times New Roman" panose="02020603050405020304" pitchFamily="18" charset="0"/>
              </a:rPr>
              <a:t>Value-Added Products</a:t>
            </a:r>
            <a:r>
              <a:rPr lang="en-US" dirty="0">
                <a:latin typeface="Times New Roman" panose="02020603050405020304" pitchFamily="18" charset="0"/>
                <a:cs typeface="Times New Roman" panose="02020603050405020304" pitchFamily="18" charset="0"/>
              </a:rPr>
              <a:t> – These are standard products that are processed </a:t>
            </a:r>
            <a:r>
              <a:rPr lang="en-US" dirty="0">
                <a:highlight>
                  <a:srgbClr val="00FF00"/>
                </a:highlight>
                <a:latin typeface="Times New Roman" panose="02020603050405020304" pitchFamily="18" charset="0"/>
                <a:cs typeface="Times New Roman" panose="02020603050405020304" pitchFamily="18" charset="0"/>
              </a:rPr>
              <a:t>according to specific user needs</a:t>
            </a:r>
            <a:r>
              <a:rPr lang="en-US"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tabLst>
                <a:tab pos="182563" algn="l"/>
              </a:tabLst>
            </a:pPr>
            <a:r>
              <a:rPr lang="en-US" dirty="0">
                <a:latin typeface="Times New Roman" panose="02020603050405020304" pitchFamily="18" charset="0"/>
                <a:cs typeface="Times New Roman" panose="02020603050405020304" pitchFamily="18" charset="0"/>
              </a:rPr>
              <a:t>Geocoded Products</a:t>
            </a:r>
          </a:p>
          <a:p>
            <a:pPr marL="285750" indent="-285750">
              <a:buFont typeface="Wingdings" panose="05000000000000000000" pitchFamily="2" charset="2"/>
              <a:buChar char="§"/>
              <a:tabLst>
                <a:tab pos="182563" algn="l"/>
              </a:tabLst>
            </a:pPr>
            <a:r>
              <a:rPr lang="en-US" dirty="0">
                <a:latin typeface="Times New Roman" panose="02020603050405020304" pitchFamily="18" charset="0"/>
                <a:cs typeface="Times New Roman" panose="02020603050405020304" pitchFamily="18" charset="0"/>
              </a:rPr>
              <a:t>Merged Products</a:t>
            </a:r>
          </a:p>
          <a:p>
            <a:pPr marL="285750" indent="-285750">
              <a:buFont typeface="Wingdings" panose="05000000000000000000" pitchFamily="2" charset="2"/>
              <a:buChar char="§"/>
              <a:tabLst>
                <a:tab pos="182563" algn="l"/>
              </a:tabLst>
            </a:pPr>
            <a:r>
              <a:rPr lang="en-US" dirty="0">
                <a:latin typeface="Times New Roman" panose="02020603050405020304" pitchFamily="18" charset="0"/>
                <a:cs typeface="Times New Roman" panose="02020603050405020304" pitchFamily="18" charset="0"/>
              </a:rPr>
              <a:t>Ortho Products</a:t>
            </a:r>
          </a:p>
          <a:p>
            <a:pPr marL="285750" indent="-285750">
              <a:buFont typeface="Wingdings" panose="05000000000000000000" pitchFamily="2" charset="2"/>
              <a:buChar char="§"/>
              <a:tabLst>
                <a:tab pos="182563" algn="l"/>
              </a:tabLst>
            </a:pPr>
            <a:r>
              <a:rPr lang="en-US" dirty="0">
                <a:latin typeface="Times New Roman" panose="02020603050405020304" pitchFamily="18" charset="0"/>
                <a:cs typeface="Times New Roman" panose="02020603050405020304" pitchFamily="18" charset="0"/>
              </a:rPr>
              <a:t>Template Registered Products</a:t>
            </a:r>
          </a:p>
          <a:p>
            <a:r>
              <a:rPr lang="en-US" b="1" dirty="0">
                <a:latin typeface="Times New Roman" panose="02020603050405020304" pitchFamily="18" charset="0"/>
                <a:cs typeface="Times New Roman" panose="02020603050405020304" pitchFamily="18" charset="0"/>
              </a:rPr>
              <a:t>Derived Products</a:t>
            </a:r>
            <a:r>
              <a:rPr lang="en-US" dirty="0">
                <a:latin typeface="Times New Roman" panose="02020603050405020304" pitchFamily="18" charset="0"/>
                <a:cs typeface="Times New Roman" panose="02020603050405020304" pitchFamily="18" charset="0"/>
              </a:rPr>
              <a:t> – These products are created </a:t>
            </a:r>
            <a:r>
              <a:rPr lang="en-US" dirty="0">
                <a:highlight>
                  <a:srgbClr val="00FF00"/>
                </a:highlight>
                <a:latin typeface="Times New Roman" panose="02020603050405020304" pitchFamily="18" charset="0"/>
                <a:cs typeface="Times New Roman" panose="02020603050405020304" pitchFamily="18" charset="0"/>
              </a:rPr>
              <a:t>by further processing or analyzing standard or value-added products and are ready for user use</a:t>
            </a:r>
            <a:r>
              <a:rPr lang="en-US" dirty="0">
                <a:latin typeface="Times New Roman" panose="02020603050405020304" pitchFamily="18" charset="0"/>
                <a:cs typeface="Times New Roman" panose="02020603050405020304" pitchFamily="18" charset="0"/>
              </a:rPr>
              <a:t>. Examples include:</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Subsidence Map</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Dump Slope and Bench Slope Instability</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Land Use and Land Cover (LULC) Map</a:t>
            </a:r>
          </a:p>
        </p:txBody>
      </p:sp>
      <p:sp>
        <p:nvSpPr>
          <p:cNvPr id="9" name="TextBox 8">
            <a:extLst>
              <a:ext uri="{FF2B5EF4-FFF2-40B4-BE49-F238E27FC236}">
                <a16:creationId xmlns:a16="http://schemas.microsoft.com/office/drawing/2014/main" id="{EF38A130-3C1D-307A-96D4-43E0B05BC70C}"/>
              </a:ext>
            </a:extLst>
          </p:cNvPr>
          <p:cNvSpPr txBox="1"/>
          <p:nvPr/>
        </p:nvSpPr>
        <p:spPr>
          <a:xfrm>
            <a:off x="335627" y="174921"/>
            <a:ext cx="6093228" cy="584775"/>
          </a:xfrm>
          <a:prstGeom prst="rect">
            <a:avLst/>
          </a:prstGeom>
          <a:noFill/>
        </p:spPr>
        <p:txBody>
          <a:bodyPr wrap="square">
            <a:spAutoFit/>
          </a:bodyPr>
          <a:lstStyle/>
          <a:p>
            <a:r>
              <a:rPr lang="en-US" sz="3200" b="1" dirty="0">
                <a:solidFill>
                  <a:srgbClr val="0070C0"/>
                </a:solidFill>
                <a:latin typeface="Times New Roman" panose="02020603050405020304" pitchFamily="18" charset="0"/>
                <a:cs typeface="Times New Roman" panose="02020603050405020304" pitchFamily="18" charset="0"/>
              </a:rPr>
              <a:t>Types of Data Products </a:t>
            </a:r>
            <a:endParaRPr lang="en-GB" sz="3200" dirty="0"/>
          </a:p>
        </p:txBody>
      </p:sp>
    </p:spTree>
    <p:extLst>
      <p:ext uri="{BB962C8B-B14F-4D97-AF65-F5344CB8AC3E}">
        <p14:creationId xmlns:p14="http://schemas.microsoft.com/office/powerpoint/2010/main" val="821322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27C720-E0FF-75EE-3CBE-BAC9DD457528}"/>
              </a:ext>
            </a:extLst>
          </p:cNvPr>
          <p:cNvSpPr txBox="1"/>
          <p:nvPr/>
        </p:nvSpPr>
        <p:spPr>
          <a:xfrm>
            <a:off x="781396" y="612844"/>
            <a:ext cx="10629207" cy="5632311"/>
          </a:xfrm>
          <a:prstGeom prst="rect">
            <a:avLst/>
          </a:prstGeom>
          <a:noFill/>
        </p:spPr>
        <p:txBody>
          <a:bodyPr wrap="square">
            <a:spAutoFit/>
          </a:bodyPr>
          <a:lstStyle/>
          <a:p>
            <a:pPr marL="285750" indent="-285750" algn="just">
              <a:buFont typeface="Wingdings" panose="05000000000000000000" pitchFamily="2" charset="2"/>
              <a:buChar char="§"/>
            </a:pPr>
            <a:r>
              <a:rPr lang="en-GB" sz="2400" b="1" dirty="0">
                <a:latin typeface="Times New Roman" panose="02020603050405020304" pitchFamily="18" charset="0"/>
                <a:cs typeface="Times New Roman" panose="02020603050405020304" pitchFamily="18" charset="0"/>
              </a:rPr>
              <a:t>Path-Row Based Standard Products:</a:t>
            </a:r>
            <a:r>
              <a:rPr lang="en-GB" sz="2400" dirty="0">
                <a:latin typeface="Times New Roman" panose="02020603050405020304" pitchFamily="18" charset="0"/>
                <a:cs typeface="Times New Roman" panose="02020603050405020304" pitchFamily="18" charset="0"/>
              </a:rPr>
              <a:t> The sensors record the data along the track/path of the satellite covering a specific width (across the satellite track/path). The user specifies path and row of the scene, sensor, sub-scene (if any), number of scenes, date of pass of the satellite, band numbers/band combination (for photographic products) and the product code (specified by the data provider) as necessary information to procure the desired products from the provider, for example in India, the National Data Centre (NDC) of National Remote Sensing Centre (NRSC), Hyderabad.</a:t>
            </a:r>
          </a:p>
          <a:p>
            <a:pPr marL="285750" indent="-285750" algn="just">
              <a:buFont typeface="Wingdings" panose="05000000000000000000" pitchFamily="2" charset="2"/>
              <a:buChar char="§"/>
            </a:pPr>
            <a:endParaRPr lang="en-GB" sz="2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GB" sz="2400" b="1" dirty="0">
                <a:latin typeface="Times New Roman" panose="02020603050405020304" pitchFamily="18" charset="0"/>
                <a:cs typeface="Times New Roman" panose="02020603050405020304" pitchFamily="18" charset="0"/>
              </a:rPr>
              <a:t>Shift Along Track (SAT) Products: </a:t>
            </a:r>
            <a:r>
              <a:rPr lang="en-GB" sz="2400" dirty="0">
                <a:latin typeface="Times New Roman" panose="02020603050405020304" pitchFamily="18" charset="0"/>
                <a:cs typeface="Times New Roman" panose="02020603050405020304" pitchFamily="18" charset="0"/>
              </a:rPr>
              <a:t>If a user's area of interest falls between two successive scenes of the same path (one below the other), the data can be supplied by sliding the scene along the track direction. These products are called Shift-Along-Track Products. In this case, the percentage (10% to 90% in </a:t>
            </a:r>
            <a:r>
              <a:rPr lang="en-US" sz="2400" dirty="0">
                <a:latin typeface="Times New Roman" panose="02020603050405020304" pitchFamily="18" charset="0"/>
                <a:cs typeface="Times New Roman" panose="02020603050405020304" pitchFamily="18" charset="0"/>
              </a:rPr>
              <a:t>multiple shifts has to be specified by the user in addition to the other necessary information about both </a:t>
            </a:r>
            <a:r>
              <a:rPr lang="en-GB" sz="2400" dirty="0">
                <a:latin typeface="Times New Roman" panose="02020603050405020304" pitchFamily="18" charset="0"/>
                <a:cs typeface="Times New Roman" panose="02020603050405020304" pitchFamily="18" charset="0"/>
              </a:rPr>
              <a:t>scenes.</a:t>
            </a:r>
          </a:p>
        </p:txBody>
      </p:sp>
    </p:spTree>
    <p:extLst>
      <p:ext uri="{BB962C8B-B14F-4D97-AF65-F5344CB8AC3E}">
        <p14:creationId xmlns:p14="http://schemas.microsoft.com/office/powerpoint/2010/main" val="2514671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043E61-B6D3-2939-27AE-EAFCE8771512}"/>
              </a:ext>
            </a:extLst>
          </p:cNvPr>
          <p:cNvSpPr txBox="1"/>
          <p:nvPr/>
        </p:nvSpPr>
        <p:spPr>
          <a:xfrm>
            <a:off x="834043" y="577802"/>
            <a:ext cx="10523913" cy="5509200"/>
          </a:xfrm>
          <a:prstGeom prst="rect">
            <a:avLst/>
          </a:prstGeom>
          <a:noFill/>
        </p:spPr>
        <p:txBody>
          <a:bodyPr wrap="square">
            <a:spAutoFit/>
          </a:bodyPr>
          <a:lstStyle/>
          <a:p>
            <a:pPr marL="285750" indent="-285750" algn="just">
              <a:buFont typeface="Wingdings" panose="05000000000000000000" pitchFamily="2" charset="2"/>
              <a:buChar char="§"/>
            </a:pPr>
            <a:r>
              <a:rPr lang="en-GB" sz="2200" b="1" dirty="0">
                <a:latin typeface="Times New Roman" panose="02020603050405020304" pitchFamily="18" charset="0"/>
                <a:cs typeface="Times New Roman" panose="02020603050405020304" pitchFamily="18" charset="0"/>
              </a:rPr>
              <a:t>Quadrant Products: </a:t>
            </a:r>
            <a:r>
              <a:rPr lang="en-GB" sz="2200" dirty="0">
                <a:latin typeface="Times New Roman" panose="02020603050405020304" pitchFamily="18" charset="0"/>
                <a:cs typeface="Times New Roman" panose="02020603050405020304" pitchFamily="18" charset="0"/>
              </a:rPr>
              <a:t>In the IRS series of satellites, LISS Ill full scene (path/ row based products) data has been divided into 4 nominal quadrants designated by letter A, B, C &amp; D. Each of these quadrants is one whole scene of PAN data (B &amp; W data) and is further divided into 9 quadrants. These are numbers from 1 to 9 which are nothing but PAN subscenes. While requesting these products, users need to specify the quadrant number and the details specified for path/row-based products.</a:t>
            </a:r>
          </a:p>
          <a:p>
            <a:pPr marL="285750" indent="-285750" algn="just">
              <a:buFont typeface="Wingdings" panose="05000000000000000000" pitchFamily="2" charset="2"/>
              <a:buChar char="§"/>
            </a:pPr>
            <a:endParaRPr lang="en-GB" sz="22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GB" sz="2200" b="1" dirty="0">
                <a:latin typeface="Times New Roman" panose="02020603050405020304" pitchFamily="18" charset="0"/>
                <a:cs typeface="Times New Roman" panose="02020603050405020304" pitchFamily="18" charset="0"/>
              </a:rPr>
              <a:t>Georeferenced Products</a:t>
            </a:r>
            <a:r>
              <a:rPr lang="en-GB" sz="2200" dirty="0">
                <a:latin typeface="Times New Roman" panose="02020603050405020304" pitchFamily="18" charset="0"/>
                <a:cs typeface="Times New Roman" panose="02020603050405020304" pitchFamily="18" charset="0"/>
              </a:rPr>
              <a:t>: Georeferencing transforms the remote sensing data or a map to a coordinate and projection system. This means</a:t>
            </a:r>
            <a:r>
              <a:rPr lang="en-US" sz="2200" dirty="0">
                <a:latin typeface="Times New Roman" panose="02020603050405020304" pitchFamily="18" charset="0"/>
                <a:cs typeface="Times New Roman" panose="02020603050405020304" pitchFamily="18" charset="0"/>
              </a:rPr>
              <a:t> all the objects/elements in remote sensing data and the map get specific geographic locations</a:t>
            </a:r>
            <a:r>
              <a:rPr lang="en-GB" sz="2200" dirty="0">
                <a:latin typeface="Times New Roman" panose="02020603050405020304" pitchFamily="18" charset="0"/>
                <a:cs typeface="Times New Roman" panose="02020603050405020304" pitchFamily="18" charset="0"/>
              </a:rPr>
              <a:t> regarding longitudes and latitudes. Thus, georeferenced products are north-east oriented products.</a:t>
            </a:r>
          </a:p>
          <a:p>
            <a:pPr marL="285750" indent="-285750" algn="just">
              <a:buFont typeface="Wingdings" panose="05000000000000000000" pitchFamily="2" charset="2"/>
              <a:buChar char="§"/>
            </a:pPr>
            <a:endParaRPr lang="en-GB" sz="22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GB" sz="2200" b="1" dirty="0">
                <a:latin typeface="Times New Roman" panose="02020603050405020304" pitchFamily="18" charset="0"/>
                <a:cs typeface="Times New Roman" panose="02020603050405020304" pitchFamily="18" charset="0"/>
              </a:rPr>
              <a:t>Basic Stereo Products:</a:t>
            </a:r>
            <a:r>
              <a:rPr lang="en-GB" sz="2200" dirty="0">
                <a:latin typeface="Times New Roman" panose="02020603050405020304" pitchFamily="18" charset="0"/>
                <a:cs typeface="Times New Roman" panose="02020603050405020304" pitchFamily="18" charset="0"/>
              </a:rPr>
              <a:t> A stereo-pair comprises two images of the same area, acquired </a:t>
            </a:r>
            <a:r>
              <a:rPr lang="en-US" sz="2200" dirty="0">
                <a:latin typeface="Times New Roman" panose="02020603050405020304" pitchFamily="18" charset="0"/>
                <a:cs typeface="Times New Roman" panose="02020603050405020304" pitchFamily="18" charset="0"/>
              </a:rPr>
              <a:t>from different angles on different dates or the same day</a:t>
            </a:r>
            <a:r>
              <a:rPr lang="en-GB" sz="2200" dirty="0">
                <a:latin typeface="Times New Roman" panose="02020603050405020304" pitchFamily="18" charset="0"/>
                <a:cs typeface="Times New Roman" panose="02020603050405020304" pitchFamily="18" charset="0"/>
              </a:rPr>
              <a:t>. These products generate digital elevation maps or 3D visualization of the study area. Cartosat-l mission provides along-track stereo images.</a:t>
            </a:r>
          </a:p>
        </p:txBody>
      </p:sp>
    </p:spTree>
    <p:extLst>
      <p:ext uri="{BB962C8B-B14F-4D97-AF65-F5344CB8AC3E}">
        <p14:creationId xmlns:p14="http://schemas.microsoft.com/office/powerpoint/2010/main" val="3582504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CDB26-9E1A-C04D-657A-481C01943391}"/>
              </a:ext>
            </a:extLst>
          </p:cNvPr>
          <p:cNvSpPr txBox="1">
            <a:spLocks/>
          </p:cNvSpPr>
          <p:nvPr/>
        </p:nvSpPr>
        <p:spPr>
          <a:xfrm>
            <a:off x="838199" y="365126"/>
            <a:ext cx="7759535" cy="662090"/>
          </a:xfrm>
          <a:prstGeom prst="rect">
            <a:avLst/>
          </a:prstGeom>
          <a:solidFill>
            <a:schemeClr val="bg2">
              <a:lumMod val="90000"/>
            </a:schemeClr>
          </a:solidFill>
        </p:spPr>
        <p:txBody>
          <a:bodyPr>
            <a:noAutofit/>
          </a:bodyPr>
          <a:lst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a:lstStyle>
          <a:p>
            <a:r>
              <a:rPr lang="en-US" sz="3600" b="1">
                <a:solidFill>
                  <a:srgbClr val="0070C0"/>
                </a:solidFill>
                <a:latin typeface="Times New Roman" panose="02020603050405020304" pitchFamily="18" charset="0"/>
                <a:cs typeface="Times New Roman" panose="02020603050405020304" pitchFamily="18" charset="0"/>
              </a:rPr>
              <a:t>Types of Data Products contd…</a:t>
            </a:r>
            <a:endParaRPr lang="en-US" sz="36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A660D7-A018-7C4E-1AF2-3E3DF14A27CA}"/>
              </a:ext>
            </a:extLst>
          </p:cNvPr>
          <p:cNvSpPr txBox="1">
            <a:spLocks/>
          </p:cNvSpPr>
          <p:nvPr/>
        </p:nvSpPr>
        <p:spPr>
          <a:xfrm>
            <a:off x="788719" y="1488881"/>
            <a:ext cx="10478984" cy="755555"/>
          </a:xfrm>
          <a:prstGeom prst="rect">
            <a:avLst/>
          </a:prstGeom>
        </p:spPr>
        <p:txBody>
          <a:bodyP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NRSC provides remote sensing products in two types of media:</a:t>
            </a:r>
          </a:p>
          <a:p>
            <a:pPr lvl="1">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 photographic media</a:t>
            </a:r>
          </a:p>
          <a:p>
            <a:pPr lvl="1">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 digital media.</a:t>
            </a:r>
          </a:p>
          <a:p>
            <a:pPr lvl="1">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Photographic products are supplied on film or paper prints. The scale of</a:t>
            </a:r>
          </a:p>
          <a:p>
            <a:pPr lvl="1">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these photographic products can range from I to 1:5000.</a:t>
            </a:r>
            <a:endParaRPr lang="en-US" sz="3200" b="1" dirty="0"/>
          </a:p>
          <a:p>
            <a:pPr marL="0" indent="0">
              <a:buFont typeface="Arial" panose="020B0604020202020204" pitchFamily="34" charset="0"/>
              <a:buNone/>
            </a:pPr>
            <a:endParaRPr lang="en-US" sz="3200" b="1" dirty="0"/>
          </a:p>
        </p:txBody>
      </p:sp>
      <p:sp>
        <p:nvSpPr>
          <p:cNvPr id="5" name="Rectangle 4">
            <a:extLst>
              <a:ext uri="{FF2B5EF4-FFF2-40B4-BE49-F238E27FC236}">
                <a16:creationId xmlns:a16="http://schemas.microsoft.com/office/drawing/2014/main" id="{A5BC2873-41BA-9D47-2041-199818DBE798}"/>
              </a:ext>
            </a:extLst>
          </p:cNvPr>
          <p:cNvSpPr/>
          <p:nvPr/>
        </p:nvSpPr>
        <p:spPr>
          <a:xfrm>
            <a:off x="838199" y="1080402"/>
            <a:ext cx="5767185" cy="461665"/>
          </a:xfrm>
          <a:prstGeom prst="rect">
            <a:avLst/>
          </a:prstGeom>
        </p:spPr>
        <p:txBody>
          <a:bodyPr wrap="square">
            <a:spAutoFit/>
          </a:bodyPr>
          <a:lstStyle/>
          <a:p>
            <a:pPr marL="342900" indent="-342900">
              <a:buFont typeface="Wingdings" panose="05000000000000000000" pitchFamily="2" charset="2"/>
              <a:buChar char="q"/>
            </a:pPr>
            <a:r>
              <a:rPr lang="en-US" sz="2400" b="1" dirty="0">
                <a:effectLst/>
                <a:latin typeface="Times New Roman" panose="02020603050405020304" pitchFamily="18" charset="0"/>
                <a:ea typeface="Calibri" panose="020F0502020204030204" pitchFamily="34" charset="0"/>
              </a:rPr>
              <a:t>Products Based on Output media/scale   </a:t>
            </a:r>
            <a:endParaRPr lang="en-US" sz="2400" dirty="0"/>
          </a:p>
        </p:txBody>
      </p:sp>
    </p:spTree>
    <p:extLst>
      <p:ext uri="{BB962C8B-B14F-4D97-AF65-F5344CB8AC3E}">
        <p14:creationId xmlns:p14="http://schemas.microsoft.com/office/powerpoint/2010/main" val="4092133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D552FCB-AD7A-391D-D6CE-FFF0C4EBA238}"/>
              </a:ext>
            </a:extLst>
          </p:cNvPr>
          <p:cNvSpPr txBox="1">
            <a:spLocks/>
          </p:cNvSpPr>
          <p:nvPr/>
        </p:nvSpPr>
        <p:spPr>
          <a:xfrm>
            <a:off x="788719" y="1748443"/>
            <a:ext cx="10478984" cy="10007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200" b="1"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A4E7CD15-2285-FA79-5CB9-3391823041D1}"/>
              </a:ext>
            </a:extLst>
          </p:cNvPr>
          <p:cNvSpPr txBox="1">
            <a:spLocks/>
          </p:cNvSpPr>
          <p:nvPr/>
        </p:nvSpPr>
        <p:spPr>
          <a:xfrm>
            <a:off x="788719" y="1454553"/>
            <a:ext cx="10478984" cy="7555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200" b="1" dirty="0"/>
          </a:p>
          <a:p>
            <a:pPr marL="0" indent="0">
              <a:buFont typeface="Arial" panose="020B0604020202020204" pitchFamily="34" charset="0"/>
              <a:buNone/>
            </a:pPr>
            <a:endParaRPr lang="en-US" sz="3200" b="1" dirty="0"/>
          </a:p>
        </p:txBody>
      </p:sp>
      <p:sp>
        <p:nvSpPr>
          <p:cNvPr id="7" name="Rectangle 6">
            <a:extLst>
              <a:ext uri="{FF2B5EF4-FFF2-40B4-BE49-F238E27FC236}">
                <a16:creationId xmlns:a16="http://schemas.microsoft.com/office/drawing/2014/main" id="{F1F80A20-8FEA-0D5E-840F-A29A87DB1A15}"/>
              </a:ext>
            </a:extLst>
          </p:cNvPr>
          <p:cNvSpPr/>
          <p:nvPr/>
        </p:nvSpPr>
        <p:spPr>
          <a:xfrm>
            <a:off x="838199" y="1046074"/>
            <a:ext cx="5767185" cy="461665"/>
          </a:xfrm>
          <a:prstGeom prst="rect">
            <a:avLst/>
          </a:prstGeom>
        </p:spPr>
        <p:txBody>
          <a:bodyPr wrap="square">
            <a:spAutoFit/>
          </a:bodyPr>
          <a:lstStyle/>
          <a:p>
            <a:pPr marL="342900" indent="-342900">
              <a:buFont typeface="Wingdings" panose="05000000000000000000" pitchFamily="2" charset="2"/>
              <a:buChar char="q"/>
            </a:pPr>
            <a:r>
              <a:rPr lang="en-US" sz="2400" b="1" dirty="0">
                <a:effectLst/>
                <a:latin typeface="Times New Roman" panose="02020603050405020304" pitchFamily="18" charset="0"/>
                <a:ea typeface="Calibri" panose="020F0502020204030204" pitchFamily="34" charset="0"/>
              </a:rPr>
              <a:t>Products Based on Area of Coverage</a:t>
            </a:r>
            <a:endParaRPr lang="en-US" sz="2400" dirty="0"/>
          </a:p>
        </p:txBody>
      </p:sp>
      <p:graphicFrame>
        <p:nvGraphicFramePr>
          <p:cNvPr id="8" name="Table 7">
            <a:extLst>
              <a:ext uri="{FF2B5EF4-FFF2-40B4-BE49-F238E27FC236}">
                <a16:creationId xmlns:a16="http://schemas.microsoft.com/office/drawing/2014/main" id="{5FCA0D61-DEDF-1877-BADB-241919D88625}"/>
              </a:ext>
            </a:extLst>
          </p:cNvPr>
          <p:cNvGraphicFramePr>
            <a:graphicFrameLocks noGrp="1"/>
          </p:cNvGraphicFramePr>
          <p:nvPr>
            <p:extLst>
              <p:ext uri="{D42A27DB-BD31-4B8C-83A1-F6EECF244321}">
                <p14:modId xmlns:p14="http://schemas.microsoft.com/office/powerpoint/2010/main" val="3393702527"/>
              </p:ext>
            </p:extLst>
          </p:nvPr>
        </p:nvGraphicFramePr>
        <p:xfrm>
          <a:off x="1258784" y="1927079"/>
          <a:ext cx="9595262" cy="3512721"/>
        </p:xfrm>
        <a:graphic>
          <a:graphicData uri="http://schemas.openxmlformats.org/drawingml/2006/table">
            <a:tbl>
              <a:tblPr firstRow="1" firstCol="1" bandRow="1"/>
              <a:tblGrid>
                <a:gridCol w="923987">
                  <a:extLst>
                    <a:ext uri="{9D8B030D-6E8A-4147-A177-3AD203B41FA5}">
                      <a16:colId xmlns:a16="http://schemas.microsoft.com/office/drawing/2014/main" val="20000"/>
                    </a:ext>
                  </a:extLst>
                </a:gridCol>
                <a:gridCol w="3543955">
                  <a:extLst>
                    <a:ext uri="{9D8B030D-6E8A-4147-A177-3AD203B41FA5}">
                      <a16:colId xmlns:a16="http://schemas.microsoft.com/office/drawing/2014/main" val="20001"/>
                    </a:ext>
                  </a:extLst>
                </a:gridCol>
                <a:gridCol w="5127320">
                  <a:extLst>
                    <a:ext uri="{9D8B030D-6E8A-4147-A177-3AD203B41FA5}">
                      <a16:colId xmlns:a16="http://schemas.microsoft.com/office/drawing/2014/main" val="20002"/>
                    </a:ext>
                  </a:extLst>
                </a:gridCol>
              </a:tblGrid>
              <a:tr h="439387">
                <a:tc>
                  <a:txBody>
                    <a:bodyPr/>
                    <a:lstStyle/>
                    <a:p>
                      <a:pPr marL="180340" algn="just">
                        <a:spcAft>
                          <a:spcPts val="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b="1">
                          <a:effectLst/>
                          <a:latin typeface="Times New Roman" panose="02020603050405020304" pitchFamily="18" charset="0"/>
                          <a:ea typeface="Calibri" panose="020F0502020204030204" pitchFamily="34" charset="0"/>
                          <a:cs typeface="Times New Roman" panose="02020603050405020304" pitchFamily="18" charset="0"/>
                        </a:rPr>
                        <a:t>Types of Remote Sensing Products</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Sensors/Satellites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39387">
                <a:tc>
                  <a:txBody>
                    <a:bodyPr/>
                    <a:lstStyle/>
                    <a:p>
                      <a:pPr marL="180340" algn="just">
                        <a:spcAft>
                          <a:spcPts val="0"/>
                        </a:spcAft>
                      </a:pPr>
                      <a:r>
                        <a:rPr lang="en-US" sz="1600" b="1">
                          <a:effectLst/>
                          <a:latin typeface="Times New Roman" panose="02020603050405020304" pitchFamily="18" charset="0"/>
                          <a:ea typeface="Calibri" panose="020F0502020204030204" pitchFamily="34" charset="0"/>
                          <a:cs typeface="Times New Roman" panose="02020603050405020304" pitchFamily="18" charset="0"/>
                        </a:rPr>
                        <a:t>1</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Full Scenes-all bands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PAN from LISS-III &amp; LISS-IV; AWIFS; TM; MLA; PLA; WIFS; OCM; MSMR; MODIS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9387">
                <a:tc>
                  <a:txBody>
                    <a:bodyPr/>
                    <a:lstStyle/>
                    <a:p>
                      <a:pPr marL="180340" algn="just">
                        <a:spcAft>
                          <a:spcPts val="0"/>
                        </a:spcAft>
                      </a:pPr>
                      <a:r>
                        <a:rPr lang="en-US" sz="1600" b="1">
                          <a:effectLst/>
                          <a:latin typeface="Times New Roman" panose="02020603050405020304" pitchFamily="18" charset="0"/>
                          <a:ea typeface="Calibri" panose="020F0502020204030204" pitchFamily="34" charset="0"/>
                          <a:cs typeface="Times New Roman" panose="02020603050405020304" pitchFamily="18" charset="0"/>
                        </a:rPr>
                        <a:t>2</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Full Scenes-specified bands </a:t>
                      </a:r>
                    </a:p>
                    <a:p>
                      <a:pPr marL="180340" algn="just">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(3 bands for FCC products)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LISS-III, LISS-II, LISS-I, TM,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39387">
                <a:tc>
                  <a:txBody>
                    <a:bodyPr/>
                    <a:lstStyle/>
                    <a:p>
                      <a:pPr marL="180340" algn="just">
                        <a:spcAft>
                          <a:spcPts val="0"/>
                        </a:spcAft>
                      </a:pPr>
                      <a:r>
                        <a:rPr lang="en-US" sz="1600" b="1">
                          <a:effectLst/>
                          <a:latin typeface="Times New Roman" panose="02020603050405020304" pitchFamily="18" charset="0"/>
                          <a:ea typeface="Calibri" panose="020F0502020204030204" pitchFamily="34" charset="0"/>
                          <a:cs typeface="Times New Roman" panose="02020603050405020304" pitchFamily="18" charset="0"/>
                        </a:rPr>
                        <a:t>3</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Full Scenes with Shift-Along Track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PAN &amp; WIFS from LISS-III; AWIFS from LISS-IV; OCM;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9693">
                <a:tc>
                  <a:txBody>
                    <a:bodyPr/>
                    <a:lstStyle/>
                    <a:p>
                      <a:pPr marL="180340" algn="just">
                        <a:spcAft>
                          <a:spcPts val="0"/>
                        </a:spcAft>
                      </a:pPr>
                      <a:r>
                        <a:rPr lang="en-US" sz="1600" b="1">
                          <a:effectLst/>
                          <a:latin typeface="Times New Roman" panose="02020603050405020304" pitchFamily="18" charset="0"/>
                          <a:ea typeface="Calibri" panose="020F0502020204030204" pitchFamily="34" charset="0"/>
                          <a:cs typeface="Times New Roman" panose="02020603050405020304" pitchFamily="18" charset="0"/>
                        </a:rPr>
                        <a:t>4</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Quadrants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LISS-III, TM, OCM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39387">
                <a:tc>
                  <a:txBody>
                    <a:bodyPr/>
                    <a:lstStyle/>
                    <a:p>
                      <a:pPr marL="180340" algn="just">
                        <a:spcAft>
                          <a:spcPts val="0"/>
                        </a:spcAft>
                      </a:pPr>
                      <a:r>
                        <a:rPr lang="en-US" sz="1600" b="1">
                          <a:effectLst/>
                          <a:latin typeface="Times New Roman" panose="02020603050405020304" pitchFamily="18" charset="0"/>
                          <a:ea typeface="Calibri" panose="020F0502020204030204" pitchFamily="34" charset="0"/>
                          <a:cs typeface="Times New Roman" panose="02020603050405020304" pitchFamily="18" charset="0"/>
                        </a:rPr>
                        <a:t>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Geocoded Mapsheet based (15’x 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LISS-III, LISS-II, TM, MLA, PLA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19693">
                <a:tc>
                  <a:txBody>
                    <a:bodyPr/>
                    <a:lstStyle/>
                    <a:p>
                      <a:pPr marL="180340" algn="just">
                        <a:spcAft>
                          <a:spcPts val="0"/>
                        </a:spcAft>
                      </a:pPr>
                      <a:r>
                        <a:rPr lang="en-US" sz="1600" b="1">
                          <a:effectLst/>
                          <a:latin typeface="Times New Roman" panose="02020603050405020304" pitchFamily="18" charset="0"/>
                          <a:ea typeface="Calibri" panose="020F0502020204030204" pitchFamily="34" charset="0"/>
                          <a:cs typeface="Times New Roman" panose="02020603050405020304" pitchFamily="18" charset="0"/>
                        </a:rPr>
                        <a:t>6</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Geocoded Floating (15’x 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LISS-III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39387">
                <a:tc>
                  <a:txBody>
                    <a:bodyPr/>
                    <a:lstStyle/>
                    <a:p>
                      <a:pPr marL="180340" algn="just">
                        <a:spcAft>
                          <a:spcPts val="0"/>
                        </a:spcAft>
                      </a:pPr>
                      <a:r>
                        <a:rPr lang="en-US" sz="1600" b="1">
                          <a:effectLst/>
                          <a:latin typeface="Times New Roman" panose="02020603050405020304" pitchFamily="18" charset="0"/>
                          <a:ea typeface="Calibri" panose="020F0502020204030204" pitchFamily="34" charset="0"/>
                          <a:cs typeface="Times New Roman" panose="02020603050405020304" pitchFamily="18" charset="0"/>
                        </a:rPr>
                        <a:t>7</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Geocoded(7½’x7½’)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mapsheet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/floating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LISS-III, LISS-IV</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19693">
                <a:tc>
                  <a:txBody>
                    <a:bodyPr/>
                    <a:lstStyle/>
                    <a:p>
                      <a:pPr marL="180340" algn="just">
                        <a:spcAft>
                          <a:spcPts val="0"/>
                        </a:spcAft>
                      </a:pPr>
                      <a:r>
                        <a:rPr lang="en-US" sz="1600" b="1">
                          <a:effectLst/>
                          <a:latin typeface="Times New Roman" panose="02020603050405020304" pitchFamily="18" charset="0"/>
                          <a:ea typeface="Calibri" panose="020F0502020204030204" pitchFamily="34" charset="0"/>
                          <a:cs typeface="Times New Roman" panose="02020603050405020304" pitchFamily="18" charset="0"/>
                        </a:rPr>
                        <a:t>8</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Full pass/strip data of one array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algn="just">
                        <a:spcAft>
                          <a:spcPts val="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PAN, OCM, MODIS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 name="Rectangle 8">
            <a:extLst>
              <a:ext uri="{FF2B5EF4-FFF2-40B4-BE49-F238E27FC236}">
                <a16:creationId xmlns:a16="http://schemas.microsoft.com/office/drawing/2014/main" id="{6F47BD64-1C15-91F6-7535-0AD000DC2306}"/>
              </a:ext>
            </a:extLst>
          </p:cNvPr>
          <p:cNvSpPr/>
          <p:nvPr/>
        </p:nvSpPr>
        <p:spPr>
          <a:xfrm>
            <a:off x="2710048" y="1503352"/>
            <a:ext cx="7104909" cy="369332"/>
          </a:xfrm>
          <a:prstGeom prst="rect">
            <a:avLst/>
          </a:prstGeom>
          <a:solidFill>
            <a:srgbClr val="FFC000"/>
          </a:solidFill>
        </p:spPr>
        <p:txBody>
          <a:bodyPr wrap="square">
            <a:spAutoFit/>
          </a:bodyPr>
          <a:lstStyle/>
          <a:p>
            <a:r>
              <a:rPr lang="en-US" b="1" dirty="0">
                <a:effectLst/>
                <a:latin typeface="Times New Roman" panose="02020603050405020304" pitchFamily="18" charset="0"/>
                <a:ea typeface="Calibri" panose="020F0502020204030204" pitchFamily="34" charset="0"/>
              </a:rPr>
              <a:t>Main types of remote sensing data products based on area of coverage</a:t>
            </a:r>
            <a:endParaRPr lang="en-US" dirty="0"/>
          </a:p>
        </p:txBody>
      </p:sp>
    </p:spTree>
    <p:extLst>
      <p:ext uri="{BB962C8B-B14F-4D97-AF65-F5344CB8AC3E}">
        <p14:creationId xmlns:p14="http://schemas.microsoft.com/office/powerpoint/2010/main" val="2579589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E4CD457-E37B-4177-94C9-92C24E732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rossword puzzle&#10;&#10;Description automatically generated">
            <a:extLst>
              <a:ext uri="{FF2B5EF4-FFF2-40B4-BE49-F238E27FC236}">
                <a16:creationId xmlns:a16="http://schemas.microsoft.com/office/drawing/2014/main" id="{CEAD4B33-0D1A-8DAE-501B-9BBF6C5AACAF}"/>
              </a:ext>
            </a:extLst>
          </p:cNvPr>
          <p:cNvPicPr>
            <a:picLocks noChangeAspect="1"/>
          </p:cNvPicPr>
          <p:nvPr/>
        </p:nvPicPr>
        <p:blipFill>
          <a:blip r:embed="rId2"/>
          <a:srcRect b="2598"/>
          <a:stretch/>
        </p:blipFill>
        <p:spPr>
          <a:xfrm>
            <a:off x="20" y="10"/>
            <a:ext cx="12191980" cy="6857990"/>
          </a:xfrm>
          <a:prstGeom prst="rect">
            <a:avLst/>
          </a:prstGeom>
        </p:spPr>
      </p:pic>
      <p:grpSp>
        <p:nvGrpSpPr>
          <p:cNvPr id="6" name="Group 5">
            <a:extLst>
              <a:ext uri="{FF2B5EF4-FFF2-40B4-BE49-F238E27FC236}">
                <a16:creationId xmlns:a16="http://schemas.microsoft.com/office/drawing/2014/main" id="{4D81D638-1365-CCE9-476B-B727A30504ED}"/>
              </a:ext>
            </a:extLst>
          </p:cNvPr>
          <p:cNvGrpSpPr/>
          <p:nvPr/>
        </p:nvGrpSpPr>
        <p:grpSpPr>
          <a:xfrm>
            <a:off x="6619800" y="5847030"/>
            <a:ext cx="286200" cy="334440"/>
            <a:chOff x="6619800" y="5847030"/>
            <a:chExt cx="286200" cy="33444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2278387-D8C5-807F-3A74-3EC25F32F2A1}"/>
                    </a:ext>
                  </a:extLst>
                </p14:cNvPr>
                <p14:cNvContentPartPr/>
                <p14:nvPr/>
              </p14:nvContentPartPr>
              <p14:xfrm>
                <a:off x="6619800" y="5847030"/>
                <a:ext cx="191880" cy="266040"/>
              </p14:xfrm>
            </p:contentPart>
          </mc:Choice>
          <mc:Fallback xmlns="">
            <p:pic>
              <p:nvPicPr>
                <p:cNvPr id="2" name="Ink 1">
                  <a:extLst>
                    <a:ext uri="{FF2B5EF4-FFF2-40B4-BE49-F238E27FC236}">
                      <a16:creationId xmlns:a16="http://schemas.microsoft.com/office/drawing/2014/main" id="{B2278387-D8C5-807F-3A74-3EC25F32F2A1}"/>
                    </a:ext>
                  </a:extLst>
                </p:cNvPr>
                <p:cNvPicPr/>
                <p:nvPr/>
              </p:nvPicPr>
              <p:blipFill>
                <a:blip r:embed="rId4"/>
                <a:stretch>
                  <a:fillRect/>
                </a:stretch>
              </p:blipFill>
              <p:spPr>
                <a:xfrm>
                  <a:off x="6613680" y="5840910"/>
                  <a:ext cx="20412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44685C79-6255-A962-2F5C-C21C4795D8F0}"/>
                    </a:ext>
                  </a:extLst>
                </p14:cNvPr>
                <p14:cNvContentPartPr/>
                <p14:nvPr/>
              </p14:nvContentPartPr>
              <p14:xfrm>
                <a:off x="6887280" y="6029190"/>
                <a:ext cx="18720" cy="152280"/>
              </p14:xfrm>
            </p:contentPart>
          </mc:Choice>
          <mc:Fallback xmlns="">
            <p:pic>
              <p:nvPicPr>
                <p:cNvPr id="3" name="Ink 2">
                  <a:extLst>
                    <a:ext uri="{FF2B5EF4-FFF2-40B4-BE49-F238E27FC236}">
                      <a16:creationId xmlns:a16="http://schemas.microsoft.com/office/drawing/2014/main" id="{44685C79-6255-A962-2F5C-C21C4795D8F0}"/>
                    </a:ext>
                  </a:extLst>
                </p:cNvPr>
                <p:cNvPicPr/>
                <p:nvPr/>
              </p:nvPicPr>
              <p:blipFill>
                <a:blip r:embed="rId6"/>
                <a:stretch>
                  <a:fillRect/>
                </a:stretch>
              </p:blipFill>
              <p:spPr>
                <a:xfrm>
                  <a:off x="6881160" y="6023070"/>
                  <a:ext cx="30960" cy="164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AC494C71-27D8-EB28-21CE-AB1EAFCF7500}"/>
                  </a:ext>
                </a:extLst>
              </p14:cNvPr>
              <p14:cNvContentPartPr/>
              <p14:nvPr/>
            </p14:nvContentPartPr>
            <p14:xfrm>
              <a:off x="7075200" y="5919390"/>
              <a:ext cx="137160" cy="253440"/>
            </p14:xfrm>
          </p:contentPart>
        </mc:Choice>
        <mc:Fallback xmlns="">
          <p:pic>
            <p:nvPicPr>
              <p:cNvPr id="4" name="Ink 3">
                <a:extLst>
                  <a:ext uri="{FF2B5EF4-FFF2-40B4-BE49-F238E27FC236}">
                    <a16:creationId xmlns:a16="http://schemas.microsoft.com/office/drawing/2014/main" id="{AC494C71-27D8-EB28-21CE-AB1EAFCF7500}"/>
                  </a:ext>
                </a:extLst>
              </p:cNvPr>
              <p:cNvPicPr/>
              <p:nvPr/>
            </p:nvPicPr>
            <p:blipFill>
              <a:blip r:embed="rId8"/>
              <a:stretch>
                <a:fillRect/>
              </a:stretch>
            </p:blipFill>
            <p:spPr>
              <a:xfrm>
                <a:off x="7069080" y="5913270"/>
                <a:ext cx="1494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EED8E169-165A-74E4-4808-9C52B905C825}"/>
                  </a:ext>
                </a:extLst>
              </p14:cNvPr>
              <p14:cNvContentPartPr/>
              <p14:nvPr/>
            </p14:nvContentPartPr>
            <p14:xfrm>
              <a:off x="7341240" y="6086430"/>
              <a:ext cx="24120" cy="155520"/>
            </p14:xfrm>
          </p:contentPart>
        </mc:Choice>
        <mc:Fallback xmlns="">
          <p:pic>
            <p:nvPicPr>
              <p:cNvPr id="7" name="Ink 6">
                <a:extLst>
                  <a:ext uri="{FF2B5EF4-FFF2-40B4-BE49-F238E27FC236}">
                    <a16:creationId xmlns:a16="http://schemas.microsoft.com/office/drawing/2014/main" id="{EED8E169-165A-74E4-4808-9C52B905C825}"/>
                  </a:ext>
                </a:extLst>
              </p:cNvPr>
              <p:cNvPicPr/>
              <p:nvPr/>
            </p:nvPicPr>
            <p:blipFill>
              <a:blip r:embed="rId10"/>
              <a:stretch>
                <a:fillRect/>
              </a:stretch>
            </p:blipFill>
            <p:spPr>
              <a:xfrm>
                <a:off x="7335120" y="6080310"/>
                <a:ext cx="363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0B97C679-4183-0393-1E1B-C2041F918D4B}"/>
                  </a:ext>
                </a:extLst>
              </p14:cNvPr>
              <p14:cNvContentPartPr/>
              <p14:nvPr/>
            </p14:nvContentPartPr>
            <p14:xfrm>
              <a:off x="7476600" y="5902830"/>
              <a:ext cx="295200" cy="194040"/>
            </p14:xfrm>
          </p:contentPart>
        </mc:Choice>
        <mc:Fallback xmlns="">
          <p:pic>
            <p:nvPicPr>
              <p:cNvPr id="8" name="Ink 7">
                <a:extLst>
                  <a:ext uri="{FF2B5EF4-FFF2-40B4-BE49-F238E27FC236}">
                    <a16:creationId xmlns:a16="http://schemas.microsoft.com/office/drawing/2014/main" id="{0B97C679-4183-0393-1E1B-C2041F918D4B}"/>
                  </a:ext>
                </a:extLst>
              </p:cNvPr>
              <p:cNvPicPr/>
              <p:nvPr/>
            </p:nvPicPr>
            <p:blipFill>
              <a:blip r:embed="rId12"/>
              <a:stretch>
                <a:fillRect/>
              </a:stretch>
            </p:blipFill>
            <p:spPr>
              <a:xfrm>
                <a:off x="7470480" y="5896710"/>
                <a:ext cx="30744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54DE980A-7773-3632-957C-89059AA9F438}"/>
                  </a:ext>
                </a:extLst>
              </p14:cNvPr>
              <p14:cNvContentPartPr/>
              <p14:nvPr/>
            </p14:nvContentPartPr>
            <p14:xfrm>
              <a:off x="6191040" y="6057990"/>
              <a:ext cx="390960" cy="720"/>
            </p14:xfrm>
          </p:contentPart>
        </mc:Choice>
        <mc:Fallback xmlns="">
          <p:pic>
            <p:nvPicPr>
              <p:cNvPr id="15" name="Ink 14">
                <a:extLst>
                  <a:ext uri="{FF2B5EF4-FFF2-40B4-BE49-F238E27FC236}">
                    <a16:creationId xmlns:a16="http://schemas.microsoft.com/office/drawing/2014/main" id="{54DE980A-7773-3632-957C-89059AA9F438}"/>
                  </a:ext>
                </a:extLst>
              </p:cNvPr>
              <p:cNvPicPr/>
              <p:nvPr/>
            </p:nvPicPr>
            <p:blipFill>
              <a:blip r:embed="rId14"/>
              <a:stretch>
                <a:fillRect/>
              </a:stretch>
            </p:blipFill>
            <p:spPr>
              <a:xfrm>
                <a:off x="6184920" y="6045750"/>
                <a:ext cx="4032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C433216E-0C58-18F2-EF21-C8F6EAE0046E}"/>
                  </a:ext>
                </a:extLst>
              </p14:cNvPr>
              <p14:cNvContentPartPr/>
              <p14:nvPr/>
            </p14:nvContentPartPr>
            <p14:xfrm>
              <a:off x="6190320" y="5974470"/>
              <a:ext cx="86760" cy="162720"/>
            </p14:xfrm>
          </p:contentPart>
        </mc:Choice>
        <mc:Fallback xmlns="">
          <p:pic>
            <p:nvPicPr>
              <p:cNvPr id="16" name="Ink 15">
                <a:extLst>
                  <a:ext uri="{FF2B5EF4-FFF2-40B4-BE49-F238E27FC236}">
                    <a16:creationId xmlns:a16="http://schemas.microsoft.com/office/drawing/2014/main" id="{C433216E-0C58-18F2-EF21-C8F6EAE0046E}"/>
                  </a:ext>
                </a:extLst>
              </p:cNvPr>
              <p:cNvPicPr/>
              <p:nvPr/>
            </p:nvPicPr>
            <p:blipFill>
              <a:blip r:embed="rId16"/>
              <a:stretch>
                <a:fillRect/>
              </a:stretch>
            </p:blipFill>
            <p:spPr>
              <a:xfrm>
                <a:off x="6184200" y="5968350"/>
                <a:ext cx="990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19A1E020-13FB-F692-B556-DCD073BF8E50}"/>
                  </a:ext>
                </a:extLst>
              </p14:cNvPr>
              <p14:cNvContentPartPr/>
              <p14:nvPr/>
            </p14:nvContentPartPr>
            <p14:xfrm>
              <a:off x="5464560" y="5977350"/>
              <a:ext cx="415800" cy="252360"/>
            </p14:xfrm>
          </p:contentPart>
        </mc:Choice>
        <mc:Fallback xmlns="">
          <p:pic>
            <p:nvPicPr>
              <p:cNvPr id="17" name="Ink 16">
                <a:extLst>
                  <a:ext uri="{FF2B5EF4-FFF2-40B4-BE49-F238E27FC236}">
                    <a16:creationId xmlns:a16="http://schemas.microsoft.com/office/drawing/2014/main" id="{19A1E020-13FB-F692-B556-DCD073BF8E50}"/>
                  </a:ext>
                </a:extLst>
              </p:cNvPr>
              <p:cNvPicPr/>
              <p:nvPr/>
            </p:nvPicPr>
            <p:blipFill>
              <a:blip r:embed="rId18"/>
              <a:stretch>
                <a:fillRect/>
              </a:stretch>
            </p:blipFill>
            <p:spPr>
              <a:xfrm>
                <a:off x="5458440" y="5971230"/>
                <a:ext cx="428040" cy="264600"/>
              </a:xfrm>
              <a:prstGeom prst="rect">
                <a:avLst/>
              </a:prstGeom>
            </p:spPr>
          </p:pic>
        </mc:Fallback>
      </mc:AlternateContent>
      <p:grpSp>
        <p:nvGrpSpPr>
          <p:cNvPr id="20" name="Group 19">
            <a:extLst>
              <a:ext uri="{FF2B5EF4-FFF2-40B4-BE49-F238E27FC236}">
                <a16:creationId xmlns:a16="http://schemas.microsoft.com/office/drawing/2014/main" id="{4BA7FB72-61DE-C1FB-C447-A2FACC41EB57}"/>
              </a:ext>
            </a:extLst>
          </p:cNvPr>
          <p:cNvGrpSpPr/>
          <p:nvPr/>
        </p:nvGrpSpPr>
        <p:grpSpPr>
          <a:xfrm>
            <a:off x="6943440" y="6276870"/>
            <a:ext cx="173160" cy="186480"/>
            <a:chOff x="6943440" y="6276870"/>
            <a:chExt cx="173160" cy="186480"/>
          </a:xfrm>
        </p:grpSpPr>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F631E5C0-E5CE-D48D-00C8-440B2D1EA70C}"/>
                    </a:ext>
                  </a:extLst>
                </p14:cNvPr>
                <p14:cNvContentPartPr/>
                <p14:nvPr/>
              </p14:nvContentPartPr>
              <p14:xfrm>
                <a:off x="7013280" y="6276870"/>
                <a:ext cx="83160" cy="146520"/>
              </p14:xfrm>
            </p:contentPart>
          </mc:Choice>
          <mc:Fallback xmlns="">
            <p:pic>
              <p:nvPicPr>
                <p:cNvPr id="18" name="Ink 17">
                  <a:extLst>
                    <a:ext uri="{FF2B5EF4-FFF2-40B4-BE49-F238E27FC236}">
                      <a16:creationId xmlns:a16="http://schemas.microsoft.com/office/drawing/2014/main" id="{F631E5C0-E5CE-D48D-00C8-440B2D1EA70C}"/>
                    </a:ext>
                  </a:extLst>
                </p:cNvPr>
                <p:cNvPicPr/>
                <p:nvPr/>
              </p:nvPicPr>
              <p:blipFill>
                <a:blip r:embed="rId20"/>
                <a:stretch>
                  <a:fillRect/>
                </a:stretch>
              </p:blipFill>
              <p:spPr>
                <a:xfrm>
                  <a:off x="7007160" y="6270750"/>
                  <a:ext cx="954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6A6EB458-A42E-6E2B-DEE4-0F41C8A1884B}"/>
                    </a:ext>
                  </a:extLst>
                </p14:cNvPr>
                <p14:cNvContentPartPr/>
                <p14:nvPr/>
              </p14:nvContentPartPr>
              <p14:xfrm>
                <a:off x="6943440" y="6353190"/>
                <a:ext cx="173160" cy="110160"/>
              </p14:xfrm>
            </p:contentPart>
          </mc:Choice>
          <mc:Fallback xmlns="">
            <p:pic>
              <p:nvPicPr>
                <p:cNvPr id="19" name="Ink 18">
                  <a:extLst>
                    <a:ext uri="{FF2B5EF4-FFF2-40B4-BE49-F238E27FC236}">
                      <a16:creationId xmlns:a16="http://schemas.microsoft.com/office/drawing/2014/main" id="{6A6EB458-A42E-6E2B-DEE4-0F41C8A1884B}"/>
                    </a:ext>
                  </a:extLst>
                </p:cNvPr>
                <p:cNvPicPr/>
                <p:nvPr/>
              </p:nvPicPr>
              <p:blipFill>
                <a:blip r:embed="rId22"/>
                <a:stretch>
                  <a:fillRect/>
                </a:stretch>
              </p:blipFill>
              <p:spPr>
                <a:xfrm>
                  <a:off x="6937320" y="6347070"/>
                  <a:ext cx="185400" cy="122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21" name="Ink 20">
                <a:extLst>
                  <a:ext uri="{FF2B5EF4-FFF2-40B4-BE49-F238E27FC236}">
                    <a16:creationId xmlns:a16="http://schemas.microsoft.com/office/drawing/2014/main" id="{4F014BA5-ABFB-1931-6652-F15AB75CFF9A}"/>
                  </a:ext>
                </a:extLst>
              </p14:cNvPr>
              <p14:cNvContentPartPr/>
              <p14:nvPr/>
            </p14:nvContentPartPr>
            <p14:xfrm>
              <a:off x="6207600" y="6598710"/>
              <a:ext cx="1014120" cy="254520"/>
            </p14:xfrm>
          </p:contentPart>
        </mc:Choice>
        <mc:Fallback xmlns="">
          <p:pic>
            <p:nvPicPr>
              <p:cNvPr id="21" name="Ink 20">
                <a:extLst>
                  <a:ext uri="{FF2B5EF4-FFF2-40B4-BE49-F238E27FC236}">
                    <a16:creationId xmlns:a16="http://schemas.microsoft.com/office/drawing/2014/main" id="{4F014BA5-ABFB-1931-6652-F15AB75CFF9A}"/>
                  </a:ext>
                </a:extLst>
              </p:cNvPr>
              <p:cNvPicPr/>
              <p:nvPr/>
            </p:nvPicPr>
            <p:blipFill>
              <a:blip r:embed="rId24"/>
              <a:stretch>
                <a:fillRect/>
              </a:stretch>
            </p:blipFill>
            <p:spPr>
              <a:xfrm>
                <a:off x="6201480" y="6592590"/>
                <a:ext cx="102636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3" name="Ink 22">
                <a:extLst>
                  <a:ext uri="{FF2B5EF4-FFF2-40B4-BE49-F238E27FC236}">
                    <a16:creationId xmlns:a16="http://schemas.microsoft.com/office/drawing/2014/main" id="{B3D66CC5-F001-89BD-5602-6982E9263EF2}"/>
                  </a:ext>
                </a:extLst>
              </p14:cNvPr>
              <p14:cNvContentPartPr/>
              <p14:nvPr/>
            </p14:nvContentPartPr>
            <p14:xfrm>
              <a:off x="7762800" y="5972310"/>
              <a:ext cx="1067400" cy="720"/>
            </p14:xfrm>
          </p:contentPart>
        </mc:Choice>
        <mc:Fallback xmlns="">
          <p:pic>
            <p:nvPicPr>
              <p:cNvPr id="23" name="Ink 22">
                <a:extLst>
                  <a:ext uri="{FF2B5EF4-FFF2-40B4-BE49-F238E27FC236}">
                    <a16:creationId xmlns:a16="http://schemas.microsoft.com/office/drawing/2014/main" id="{B3D66CC5-F001-89BD-5602-6982E9263EF2}"/>
                  </a:ext>
                </a:extLst>
              </p:cNvPr>
              <p:cNvPicPr/>
              <p:nvPr/>
            </p:nvPicPr>
            <p:blipFill>
              <a:blip r:embed="rId26"/>
              <a:stretch>
                <a:fillRect/>
              </a:stretch>
            </p:blipFill>
            <p:spPr>
              <a:xfrm>
                <a:off x="7756680" y="5960070"/>
                <a:ext cx="10796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4" name="Ink 23">
                <a:extLst>
                  <a:ext uri="{FF2B5EF4-FFF2-40B4-BE49-F238E27FC236}">
                    <a16:creationId xmlns:a16="http://schemas.microsoft.com/office/drawing/2014/main" id="{7296FBDB-1FBF-2FFF-B55F-B839B578A2C3}"/>
                  </a:ext>
                </a:extLst>
              </p14:cNvPr>
              <p14:cNvContentPartPr/>
              <p14:nvPr/>
            </p14:nvContentPartPr>
            <p14:xfrm>
              <a:off x="8743800" y="5872230"/>
              <a:ext cx="133920" cy="232200"/>
            </p14:xfrm>
          </p:contentPart>
        </mc:Choice>
        <mc:Fallback xmlns="">
          <p:pic>
            <p:nvPicPr>
              <p:cNvPr id="24" name="Ink 23">
                <a:extLst>
                  <a:ext uri="{FF2B5EF4-FFF2-40B4-BE49-F238E27FC236}">
                    <a16:creationId xmlns:a16="http://schemas.microsoft.com/office/drawing/2014/main" id="{7296FBDB-1FBF-2FFF-B55F-B839B578A2C3}"/>
                  </a:ext>
                </a:extLst>
              </p:cNvPr>
              <p:cNvPicPr/>
              <p:nvPr/>
            </p:nvPicPr>
            <p:blipFill>
              <a:blip r:embed="rId28"/>
              <a:stretch>
                <a:fillRect/>
              </a:stretch>
            </p:blipFill>
            <p:spPr>
              <a:xfrm>
                <a:off x="8737680" y="5866110"/>
                <a:ext cx="146160" cy="244440"/>
              </a:xfrm>
              <a:prstGeom prst="rect">
                <a:avLst/>
              </a:prstGeom>
            </p:spPr>
          </p:pic>
        </mc:Fallback>
      </mc:AlternateContent>
      <p:grpSp>
        <p:nvGrpSpPr>
          <p:cNvPr id="28" name="Group 27">
            <a:extLst>
              <a:ext uri="{FF2B5EF4-FFF2-40B4-BE49-F238E27FC236}">
                <a16:creationId xmlns:a16="http://schemas.microsoft.com/office/drawing/2014/main" id="{5EBCA809-13E8-686B-0B49-B354D91771DE}"/>
              </a:ext>
            </a:extLst>
          </p:cNvPr>
          <p:cNvGrpSpPr/>
          <p:nvPr/>
        </p:nvGrpSpPr>
        <p:grpSpPr>
          <a:xfrm>
            <a:off x="8981400" y="5930550"/>
            <a:ext cx="1128960" cy="311760"/>
            <a:chOff x="8981400" y="5930550"/>
            <a:chExt cx="1128960" cy="311760"/>
          </a:xfrm>
        </p:grpSpPr>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C92ECD9C-8AAE-25EE-7833-A2CFBFC49126}"/>
                    </a:ext>
                  </a:extLst>
                </p14:cNvPr>
                <p14:cNvContentPartPr/>
                <p14:nvPr/>
              </p14:nvContentPartPr>
              <p14:xfrm>
                <a:off x="8981400" y="5934150"/>
                <a:ext cx="475200" cy="308160"/>
              </p14:xfrm>
            </p:contentPart>
          </mc:Choice>
          <mc:Fallback xmlns="">
            <p:pic>
              <p:nvPicPr>
                <p:cNvPr id="25" name="Ink 24">
                  <a:extLst>
                    <a:ext uri="{FF2B5EF4-FFF2-40B4-BE49-F238E27FC236}">
                      <a16:creationId xmlns:a16="http://schemas.microsoft.com/office/drawing/2014/main" id="{C92ECD9C-8AAE-25EE-7833-A2CFBFC49126}"/>
                    </a:ext>
                  </a:extLst>
                </p:cNvPr>
                <p:cNvPicPr/>
                <p:nvPr/>
              </p:nvPicPr>
              <p:blipFill>
                <a:blip r:embed="rId30"/>
                <a:stretch>
                  <a:fillRect/>
                </a:stretch>
              </p:blipFill>
              <p:spPr>
                <a:xfrm>
                  <a:off x="8975280" y="5928030"/>
                  <a:ext cx="48744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Ink 25">
                  <a:extLst>
                    <a:ext uri="{FF2B5EF4-FFF2-40B4-BE49-F238E27FC236}">
                      <a16:creationId xmlns:a16="http://schemas.microsoft.com/office/drawing/2014/main" id="{337DBFEA-D864-A889-7D52-1E533011E72B}"/>
                    </a:ext>
                  </a:extLst>
                </p14:cNvPr>
                <p14:cNvContentPartPr/>
                <p14:nvPr/>
              </p14:nvContentPartPr>
              <p14:xfrm>
                <a:off x="9343920" y="5930550"/>
                <a:ext cx="530280" cy="309240"/>
              </p14:xfrm>
            </p:contentPart>
          </mc:Choice>
          <mc:Fallback xmlns="">
            <p:pic>
              <p:nvPicPr>
                <p:cNvPr id="26" name="Ink 25">
                  <a:extLst>
                    <a:ext uri="{FF2B5EF4-FFF2-40B4-BE49-F238E27FC236}">
                      <a16:creationId xmlns:a16="http://schemas.microsoft.com/office/drawing/2014/main" id="{337DBFEA-D864-A889-7D52-1E533011E72B}"/>
                    </a:ext>
                  </a:extLst>
                </p:cNvPr>
                <p:cNvPicPr/>
                <p:nvPr/>
              </p:nvPicPr>
              <p:blipFill>
                <a:blip r:embed="rId32"/>
                <a:stretch>
                  <a:fillRect/>
                </a:stretch>
              </p:blipFill>
              <p:spPr>
                <a:xfrm>
                  <a:off x="9337800" y="5924430"/>
                  <a:ext cx="54252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DEA79FCD-9463-B42B-DA12-7C288587D2AC}"/>
                    </a:ext>
                  </a:extLst>
                </p14:cNvPr>
                <p14:cNvContentPartPr/>
                <p14:nvPr/>
              </p14:nvContentPartPr>
              <p14:xfrm>
                <a:off x="9904080" y="6036750"/>
                <a:ext cx="206280" cy="100440"/>
              </p14:xfrm>
            </p:contentPart>
          </mc:Choice>
          <mc:Fallback xmlns="">
            <p:pic>
              <p:nvPicPr>
                <p:cNvPr id="27" name="Ink 26">
                  <a:extLst>
                    <a:ext uri="{FF2B5EF4-FFF2-40B4-BE49-F238E27FC236}">
                      <a16:creationId xmlns:a16="http://schemas.microsoft.com/office/drawing/2014/main" id="{DEA79FCD-9463-B42B-DA12-7C288587D2AC}"/>
                    </a:ext>
                  </a:extLst>
                </p:cNvPr>
                <p:cNvPicPr/>
                <p:nvPr/>
              </p:nvPicPr>
              <p:blipFill>
                <a:blip r:embed="rId34"/>
                <a:stretch>
                  <a:fillRect/>
                </a:stretch>
              </p:blipFill>
              <p:spPr>
                <a:xfrm>
                  <a:off x="9897960" y="6030630"/>
                  <a:ext cx="218520" cy="112680"/>
                </a:xfrm>
                <a:prstGeom prst="rect">
                  <a:avLst/>
                </a:prstGeom>
              </p:spPr>
            </p:pic>
          </mc:Fallback>
        </mc:AlternateContent>
      </p:grpSp>
    </p:spTree>
    <p:extLst>
      <p:ext uri="{BB962C8B-B14F-4D97-AF65-F5344CB8AC3E}">
        <p14:creationId xmlns:p14="http://schemas.microsoft.com/office/powerpoint/2010/main" val="2813570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8AC9CCF-3B38-9BED-F19F-872B72FF80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336" y="3206872"/>
            <a:ext cx="5730875"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
            <a:extLst>
              <a:ext uri="{FF2B5EF4-FFF2-40B4-BE49-F238E27FC236}">
                <a16:creationId xmlns:a16="http://schemas.microsoft.com/office/drawing/2014/main" id="{A1192E3E-ED99-C8AB-319D-1C45E15044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6522" y="303094"/>
            <a:ext cx="5730875" cy="281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E6AE0565-B5B8-0850-D022-50B54B3850C3}"/>
              </a:ext>
            </a:extLst>
          </p:cNvPr>
          <p:cNvSpPr txBox="1">
            <a:spLocks/>
          </p:cNvSpPr>
          <p:nvPr/>
        </p:nvSpPr>
        <p:spPr>
          <a:xfrm>
            <a:off x="838199" y="365126"/>
            <a:ext cx="4790705" cy="662090"/>
          </a:xfrm>
          <a:prstGeom prst="rect">
            <a:avLst/>
          </a:prstGeom>
          <a:solidFill>
            <a:srgbClr val="92D050"/>
          </a:solidFill>
        </p:spPr>
        <p:txBody>
          <a:bodyPr>
            <a:noAutofit/>
          </a:bodyPr>
          <a:lst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a:lstStyle>
          <a:p>
            <a:r>
              <a:rPr lang="en-US" sz="3600" b="1">
                <a:solidFill>
                  <a:srgbClr val="0070C0"/>
                </a:solidFill>
                <a:latin typeface="Times New Roman" panose="02020603050405020304" pitchFamily="18" charset="0"/>
                <a:cs typeface="Times New Roman" panose="02020603050405020304" pitchFamily="18" charset="0"/>
              </a:rPr>
              <a:t>Types of Data Formats</a:t>
            </a:r>
            <a:endParaRPr lang="en-US" sz="3600"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4FCD56CC-4D1B-7F54-7BBB-41D2C8842985}"/>
              </a:ext>
            </a:extLst>
          </p:cNvPr>
          <p:cNvSpPr txBox="1">
            <a:spLocks/>
          </p:cNvSpPr>
          <p:nvPr/>
        </p:nvSpPr>
        <p:spPr>
          <a:xfrm>
            <a:off x="1026225" y="2954077"/>
            <a:ext cx="4095999" cy="358747"/>
          </a:xfrm>
          <a:prstGeom prst="rect">
            <a:avLst/>
          </a:prstGeom>
          <a:solidFill>
            <a:srgbClr val="FFC000"/>
          </a:solidFill>
        </p:spPr>
        <p:txBody>
          <a:bodyP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spcBef>
                <a:spcPts val="0"/>
              </a:spcBef>
              <a:buFont typeface="Arial" panose="020B0604020202020204" pitchFamily="34" charset="0"/>
              <a:buNone/>
            </a:pPr>
            <a:r>
              <a:rPr lang="en-US" sz="1800" b="1">
                <a:latin typeface="Times New Roman" panose="02020603050405020304" pitchFamily="18" charset="0"/>
                <a:cs typeface="Times New Roman" panose="02020603050405020304" pitchFamily="18" charset="0"/>
              </a:rPr>
              <a:t>Band Interleaved by Pixel (BIP)</a:t>
            </a:r>
          </a:p>
          <a:p>
            <a:pPr marL="0" indent="0">
              <a:buFont typeface="Arial" panose="020B0604020202020204" pitchFamily="34" charset="0"/>
              <a:buNone/>
            </a:pPr>
            <a:endParaRPr lang="en-US" sz="3200" b="1"/>
          </a:p>
          <a:p>
            <a:pPr marL="0" indent="0">
              <a:buFont typeface="Arial" panose="020B0604020202020204" pitchFamily="34" charset="0"/>
              <a:buNone/>
            </a:pPr>
            <a:endParaRPr lang="en-US" sz="3200" b="1" dirty="0"/>
          </a:p>
        </p:txBody>
      </p:sp>
      <p:sp>
        <p:nvSpPr>
          <p:cNvPr id="6" name="Content Placeholder 2">
            <a:extLst>
              <a:ext uri="{FF2B5EF4-FFF2-40B4-BE49-F238E27FC236}">
                <a16:creationId xmlns:a16="http://schemas.microsoft.com/office/drawing/2014/main" id="{3EF35F55-ED27-2953-8B8E-2F166EF07E95}"/>
              </a:ext>
            </a:extLst>
          </p:cNvPr>
          <p:cNvSpPr txBox="1">
            <a:spLocks/>
          </p:cNvSpPr>
          <p:nvPr/>
        </p:nvSpPr>
        <p:spPr>
          <a:xfrm>
            <a:off x="788719" y="2812473"/>
            <a:ext cx="10478984" cy="10007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200"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C64A3883-E60D-1EE7-313D-372CAE27E1C6}"/>
              </a:ext>
            </a:extLst>
          </p:cNvPr>
          <p:cNvSpPr txBox="1">
            <a:spLocks/>
          </p:cNvSpPr>
          <p:nvPr/>
        </p:nvSpPr>
        <p:spPr>
          <a:xfrm>
            <a:off x="1436913" y="2927268"/>
            <a:ext cx="3467595" cy="3468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200" b="1" dirty="0"/>
          </a:p>
          <a:p>
            <a:pPr marL="0" indent="0">
              <a:buFont typeface="Arial" panose="020B0604020202020204" pitchFamily="34" charset="0"/>
              <a:buNone/>
            </a:pPr>
            <a:endParaRPr lang="en-US" sz="3200" b="1" dirty="0"/>
          </a:p>
        </p:txBody>
      </p:sp>
      <p:pic>
        <p:nvPicPr>
          <p:cNvPr id="8" name="Picture 4">
            <a:extLst>
              <a:ext uri="{FF2B5EF4-FFF2-40B4-BE49-F238E27FC236}">
                <a16:creationId xmlns:a16="http://schemas.microsoft.com/office/drawing/2014/main" id="{DA3A5133-DC49-762E-BEA8-DC3A8D6174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5135" y="3416642"/>
            <a:ext cx="5730875"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C728FD6D-C59A-4247-09D0-2502C3E96306}"/>
              </a:ext>
            </a:extLst>
          </p:cNvPr>
          <p:cNvSpPr txBox="1">
            <a:spLocks/>
          </p:cNvSpPr>
          <p:nvPr/>
        </p:nvSpPr>
        <p:spPr>
          <a:xfrm>
            <a:off x="712519" y="1827654"/>
            <a:ext cx="5042064" cy="9848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00000"/>
              </a:lnSpc>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Band Interleaved by Pixel (BIP),</a:t>
            </a:r>
          </a:p>
          <a:p>
            <a:pPr lvl="1">
              <a:lnSpc>
                <a:spcPct val="100000"/>
              </a:lnSpc>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Band Interleaved by Line (BIL), and</a:t>
            </a:r>
          </a:p>
          <a:p>
            <a:pPr lvl="1">
              <a:lnSpc>
                <a:spcPct val="100000"/>
              </a:lnSpc>
              <a:spcBef>
                <a:spcPts val="0"/>
              </a:spcBef>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Band Sequential (BSQ)</a:t>
            </a:r>
          </a:p>
          <a:p>
            <a:pPr marL="0" indent="0">
              <a:buFont typeface="Arial" panose="020B0604020202020204" pitchFamily="34" charset="0"/>
              <a:buNone/>
            </a:pPr>
            <a:endParaRPr lang="en-US" sz="3200" b="1" dirty="0"/>
          </a:p>
          <a:p>
            <a:pPr marL="0" indent="0">
              <a:buFont typeface="Arial" panose="020B0604020202020204" pitchFamily="34" charset="0"/>
              <a:buNone/>
            </a:pPr>
            <a:endParaRPr lang="en-US" sz="1200" b="1" dirty="0"/>
          </a:p>
        </p:txBody>
      </p:sp>
      <p:sp>
        <p:nvSpPr>
          <p:cNvPr id="10" name="Content Placeholder 2">
            <a:extLst>
              <a:ext uri="{FF2B5EF4-FFF2-40B4-BE49-F238E27FC236}">
                <a16:creationId xmlns:a16="http://schemas.microsoft.com/office/drawing/2014/main" id="{85A9DB19-87E1-15F9-6552-839153E857AA}"/>
              </a:ext>
            </a:extLst>
          </p:cNvPr>
          <p:cNvSpPr txBox="1">
            <a:spLocks/>
          </p:cNvSpPr>
          <p:nvPr/>
        </p:nvSpPr>
        <p:spPr>
          <a:xfrm>
            <a:off x="7266131" y="61434"/>
            <a:ext cx="3850576" cy="395768"/>
          </a:xfrm>
          <a:prstGeom prst="rect">
            <a:avLst/>
          </a:prstGeom>
          <a:solidFill>
            <a:srgbClr val="FFC000"/>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spcBef>
                <a:spcPts val="0"/>
              </a:spcBef>
              <a:buNone/>
            </a:pPr>
            <a:r>
              <a:rPr lang="en-US" sz="1800" b="1" dirty="0">
                <a:latin typeface="Times New Roman" panose="02020603050405020304" pitchFamily="18" charset="0"/>
                <a:cs typeface="Times New Roman" panose="02020603050405020304" pitchFamily="18" charset="0"/>
              </a:rPr>
              <a:t>Band Interleaved by Line (BIL)</a:t>
            </a:r>
            <a:endParaRPr lang="en-US" sz="3200" b="1" dirty="0"/>
          </a:p>
          <a:p>
            <a:pPr marL="0" indent="0">
              <a:buFont typeface="Arial" panose="020B0604020202020204" pitchFamily="34" charset="0"/>
              <a:buNone/>
            </a:pPr>
            <a:endParaRPr lang="en-US" sz="3200" b="1" dirty="0"/>
          </a:p>
        </p:txBody>
      </p:sp>
      <p:sp>
        <p:nvSpPr>
          <p:cNvPr id="11" name="Content Placeholder 2">
            <a:extLst>
              <a:ext uri="{FF2B5EF4-FFF2-40B4-BE49-F238E27FC236}">
                <a16:creationId xmlns:a16="http://schemas.microsoft.com/office/drawing/2014/main" id="{22EBA8AA-5455-2955-74C2-C79ADE702178}"/>
              </a:ext>
            </a:extLst>
          </p:cNvPr>
          <p:cNvSpPr txBox="1">
            <a:spLocks/>
          </p:cNvSpPr>
          <p:nvPr/>
        </p:nvSpPr>
        <p:spPr>
          <a:xfrm>
            <a:off x="7652717" y="3205174"/>
            <a:ext cx="3075709" cy="302086"/>
          </a:xfrm>
          <a:prstGeom prst="rect">
            <a:avLst/>
          </a:prstGeom>
          <a:solidFill>
            <a:srgbClr val="FFC000"/>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spcBef>
                <a:spcPts val="0"/>
              </a:spcBef>
              <a:buNone/>
            </a:pPr>
            <a:r>
              <a:rPr lang="en-US" sz="1800" b="1" dirty="0">
                <a:latin typeface="Times New Roman" panose="02020603050405020304" pitchFamily="18" charset="0"/>
                <a:cs typeface="Times New Roman" panose="02020603050405020304" pitchFamily="18" charset="0"/>
              </a:rPr>
              <a:t>Band Sequential (BSQ)</a:t>
            </a:r>
          </a:p>
          <a:p>
            <a:pPr marL="0" indent="0">
              <a:buFont typeface="Arial" panose="020B0604020202020204" pitchFamily="34" charset="0"/>
              <a:buNone/>
            </a:pPr>
            <a:endParaRPr lang="en-US" sz="3200" b="1" dirty="0"/>
          </a:p>
          <a:p>
            <a:pPr marL="0" indent="0">
              <a:buFont typeface="Arial" panose="020B0604020202020204" pitchFamily="34" charset="0"/>
              <a:buNone/>
            </a:pPr>
            <a:endParaRPr lang="en-US" sz="3200" b="1" dirty="0"/>
          </a:p>
        </p:txBody>
      </p:sp>
      <p:sp>
        <p:nvSpPr>
          <p:cNvPr id="12" name="Content Placeholder 2">
            <a:extLst>
              <a:ext uri="{FF2B5EF4-FFF2-40B4-BE49-F238E27FC236}">
                <a16:creationId xmlns:a16="http://schemas.microsoft.com/office/drawing/2014/main" id="{3F9797D7-CB02-F4BF-A8D8-36D46439A470}"/>
              </a:ext>
            </a:extLst>
          </p:cNvPr>
          <p:cNvSpPr txBox="1">
            <a:spLocks/>
          </p:cNvSpPr>
          <p:nvPr/>
        </p:nvSpPr>
        <p:spPr>
          <a:xfrm>
            <a:off x="838199" y="1040035"/>
            <a:ext cx="5190012" cy="6460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00000"/>
              </a:lnSpc>
              <a:spcBef>
                <a:spcPts val="0"/>
              </a:spcBef>
              <a:buNone/>
            </a:pPr>
            <a:r>
              <a:rPr lang="en-US" sz="1800" b="1" dirty="0">
                <a:latin typeface="Times New Roman" panose="02020603050405020304" pitchFamily="18" charset="0"/>
                <a:cs typeface="Times New Roman" panose="02020603050405020304" pitchFamily="18" charset="0"/>
              </a:rPr>
              <a:t>Types of Data format means Sequence in which different bands of imaged data is stored</a:t>
            </a:r>
          </a:p>
          <a:p>
            <a:pPr marL="0" indent="0">
              <a:buFont typeface="Arial" panose="020B0604020202020204" pitchFamily="34" charset="0"/>
              <a:buNone/>
            </a:pPr>
            <a:endParaRPr lang="en-US" sz="3200" b="1" dirty="0"/>
          </a:p>
          <a:p>
            <a:pPr marL="0" indent="0">
              <a:buFont typeface="Arial" panose="020B0604020202020204" pitchFamily="34" charset="0"/>
              <a:buNone/>
            </a:pPr>
            <a:endParaRPr lang="en-US" sz="1200" b="1" dirty="0"/>
          </a:p>
        </p:txBody>
      </p:sp>
    </p:spTree>
    <p:extLst>
      <p:ext uri="{BB962C8B-B14F-4D97-AF65-F5344CB8AC3E}">
        <p14:creationId xmlns:p14="http://schemas.microsoft.com/office/powerpoint/2010/main" val="874081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4B1B4F-BD57-D239-9EFE-CD0E6E1D550D}"/>
              </a:ext>
            </a:extLst>
          </p:cNvPr>
          <p:cNvSpPr txBox="1"/>
          <p:nvPr/>
        </p:nvSpPr>
        <p:spPr>
          <a:xfrm>
            <a:off x="968431" y="703561"/>
            <a:ext cx="6093228" cy="400110"/>
          </a:xfrm>
          <a:prstGeom prst="rect">
            <a:avLst/>
          </a:prstGeom>
          <a:noFill/>
        </p:spPr>
        <p:txBody>
          <a:bodyPr wrap="square">
            <a:spAutoFit/>
          </a:bodyPr>
          <a:lstStyle/>
          <a:p>
            <a:r>
              <a:rPr lang="en-GB" sz="2000" b="1" dirty="0">
                <a:highlight>
                  <a:srgbClr val="00FF00"/>
                </a:highlight>
                <a:latin typeface="Times New Roman" panose="02020603050405020304" pitchFamily="18" charset="0"/>
                <a:cs typeface="Times New Roman" panose="02020603050405020304" pitchFamily="18" charset="0"/>
              </a:rPr>
              <a:t>Standards of Data Format for Remote Sensing Data</a:t>
            </a:r>
          </a:p>
        </p:txBody>
      </p:sp>
      <p:sp>
        <p:nvSpPr>
          <p:cNvPr id="5" name="TextBox 4">
            <a:extLst>
              <a:ext uri="{FF2B5EF4-FFF2-40B4-BE49-F238E27FC236}">
                <a16:creationId xmlns:a16="http://schemas.microsoft.com/office/drawing/2014/main" id="{EC9BC0BF-C79E-C6BA-D06D-6EB399E550BC}"/>
              </a:ext>
            </a:extLst>
          </p:cNvPr>
          <p:cNvSpPr txBox="1"/>
          <p:nvPr/>
        </p:nvSpPr>
        <p:spPr>
          <a:xfrm>
            <a:off x="968432" y="1442226"/>
            <a:ext cx="10852265" cy="1754326"/>
          </a:xfrm>
          <a:prstGeom prst="rect">
            <a:avLst/>
          </a:prstGeom>
          <a:noFill/>
        </p:spPr>
        <p:txBody>
          <a:bodyPr wrap="square">
            <a:spAutoFit/>
          </a:bodyPr>
          <a:lstStyle/>
          <a:p>
            <a:r>
              <a:rPr lang="en-GB" b="1" dirty="0"/>
              <a:t>Digital Data Formats:</a:t>
            </a:r>
            <a:endParaRPr lang="en-GB" dirty="0"/>
          </a:p>
          <a:p>
            <a:pPr>
              <a:buFont typeface="Arial" panose="020B0604020202020204" pitchFamily="34" charset="0"/>
              <a:buChar char="•"/>
            </a:pPr>
            <a:r>
              <a:rPr lang="en-GB" dirty="0"/>
              <a:t>Digital products are typically provided in the following formats:</a:t>
            </a:r>
          </a:p>
          <a:p>
            <a:pPr marL="742950" lvl="1" indent="-285750">
              <a:buFont typeface="Arial" panose="020B0604020202020204" pitchFamily="34" charset="0"/>
              <a:buChar char="•"/>
            </a:pPr>
            <a:r>
              <a:rPr lang="en-GB" b="1" dirty="0"/>
              <a:t>LGSOWG (Landsat Ground Station Operators Working Group) Format</a:t>
            </a:r>
            <a:endParaRPr lang="en-GB" dirty="0"/>
          </a:p>
          <a:p>
            <a:pPr marL="742950" lvl="1" indent="-285750">
              <a:buFont typeface="Arial" panose="020B0604020202020204" pitchFamily="34" charset="0"/>
              <a:buChar char="•"/>
            </a:pPr>
            <a:r>
              <a:rPr lang="en-GB" b="1" dirty="0"/>
              <a:t>Fast Format</a:t>
            </a:r>
            <a:endParaRPr lang="en-GB" dirty="0"/>
          </a:p>
          <a:p>
            <a:pPr marL="742950" lvl="1" indent="-285750">
              <a:buFont typeface="Arial" panose="020B0604020202020204" pitchFamily="34" charset="0"/>
              <a:buChar char="•"/>
            </a:pPr>
            <a:r>
              <a:rPr lang="en-GB" b="1" dirty="0"/>
              <a:t>GeoTIFF (Geographic Tagged Image File Format)</a:t>
            </a:r>
            <a:endParaRPr lang="en-GB" dirty="0"/>
          </a:p>
          <a:p>
            <a:pPr marL="742950" lvl="1" indent="-285750">
              <a:buFont typeface="Arial" panose="020B0604020202020204" pitchFamily="34" charset="0"/>
              <a:buChar char="•"/>
            </a:pPr>
            <a:r>
              <a:rPr lang="en-GB" b="1" dirty="0"/>
              <a:t>HDF (Hierarchical Data Format)</a:t>
            </a:r>
            <a:endParaRPr lang="en-GB" dirty="0"/>
          </a:p>
        </p:txBody>
      </p:sp>
      <p:sp>
        <p:nvSpPr>
          <p:cNvPr id="7" name="TextBox 6">
            <a:extLst>
              <a:ext uri="{FF2B5EF4-FFF2-40B4-BE49-F238E27FC236}">
                <a16:creationId xmlns:a16="http://schemas.microsoft.com/office/drawing/2014/main" id="{D03651EF-B944-7A8A-A49E-E215A2DFD562}"/>
              </a:ext>
            </a:extLst>
          </p:cNvPr>
          <p:cNvSpPr txBox="1"/>
          <p:nvPr/>
        </p:nvSpPr>
        <p:spPr>
          <a:xfrm>
            <a:off x="968431" y="3661449"/>
            <a:ext cx="9921241" cy="2308324"/>
          </a:xfrm>
          <a:prstGeom prst="rect">
            <a:avLst/>
          </a:prstGeom>
          <a:noFill/>
        </p:spPr>
        <p:txBody>
          <a:bodyPr wrap="square">
            <a:spAutoFit/>
          </a:bodyPr>
          <a:lstStyle/>
          <a:p>
            <a:r>
              <a:rPr lang="en-US" b="1" dirty="0"/>
              <a:t>1. LGSOWG Format:</a:t>
            </a:r>
            <a:endParaRPr lang="en-US" dirty="0"/>
          </a:p>
          <a:p>
            <a:pPr marL="742950" lvl="1" indent="-285750">
              <a:buFont typeface="Wingdings" panose="05000000000000000000" pitchFamily="2" charset="2"/>
              <a:buChar char="q"/>
            </a:pPr>
            <a:r>
              <a:rPr lang="en-US" dirty="0"/>
              <a:t>Used for Level-0 (raw data) and Level-2 (corrected data) products.</a:t>
            </a:r>
          </a:p>
          <a:p>
            <a:pPr marL="742950" lvl="1" indent="-285750">
              <a:buFont typeface="Wingdings" panose="05000000000000000000" pitchFamily="2" charset="2"/>
              <a:buChar char="q"/>
            </a:pPr>
            <a:r>
              <a:rPr lang="en-US" dirty="0"/>
              <a:t>Contains the following five files:</a:t>
            </a:r>
          </a:p>
          <a:p>
            <a:pPr marL="1200150" lvl="2" indent="-285750">
              <a:buFont typeface="Wingdings" panose="05000000000000000000" pitchFamily="2" charset="2"/>
              <a:buChar char="§"/>
            </a:pPr>
            <a:r>
              <a:rPr lang="en-US" dirty="0"/>
              <a:t>Volume Directory File</a:t>
            </a:r>
          </a:p>
          <a:p>
            <a:pPr marL="1200150" lvl="2" indent="-285750">
              <a:buFont typeface="Wingdings" panose="05000000000000000000" pitchFamily="2" charset="2"/>
              <a:buChar char="§"/>
            </a:pPr>
            <a:r>
              <a:rPr lang="en-US" dirty="0"/>
              <a:t>Leader File</a:t>
            </a:r>
          </a:p>
          <a:p>
            <a:pPr marL="1200150" lvl="2" indent="-285750">
              <a:buFont typeface="Wingdings" panose="05000000000000000000" pitchFamily="2" charset="2"/>
              <a:buChar char="§"/>
            </a:pPr>
            <a:r>
              <a:rPr lang="en-US" dirty="0"/>
              <a:t>Image File</a:t>
            </a:r>
          </a:p>
          <a:p>
            <a:pPr marL="1200150" lvl="2" indent="-285750">
              <a:buFont typeface="Wingdings" panose="05000000000000000000" pitchFamily="2" charset="2"/>
              <a:buChar char="§"/>
            </a:pPr>
            <a:r>
              <a:rPr lang="en-US" dirty="0"/>
              <a:t>Trailer File</a:t>
            </a:r>
          </a:p>
          <a:p>
            <a:pPr marL="1200150" lvl="2" indent="-285750">
              <a:buFont typeface="Wingdings" panose="05000000000000000000" pitchFamily="2" charset="2"/>
              <a:buChar char="§"/>
            </a:pPr>
            <a:r>
              <a:rPr lang="en-US" dirty="0"/>
              <a:t>Null Volume Directory File</a:t>
            </a:r>
          </a:p>
        </p:txBody>
      </p:sp>
    </p:spTree>
    <p:extLst>
      <p:ext uri="{BB962C8B-B14F-4D97-AF65-F5344CB8AC3E}">
        <p14:creationId xmlns:p14="http://schemas.microsoft.com/office/powerpoint/2010/main" val="1379051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4C5F05-D75A-9C43-9884-E1D10C858730}"/>
              </a:ext>
            </a:extLst>
          </p:cNvPr>
          <p:cNvSpPr txBox="1"/>
          <p:nvPr/>
        </p:nvSpPr>
        <p:spPr>
          <a:xfrm>
            <a:off x="901931" y="682951"/>
            <a:ext cx="9721734" cy="3970318"/>
          </a:xfrm>
          <a:prstGeom prst="rect">
            <a:avLst/>
          </a:prstGeom>
          <a:noFill/>
        </p:spPr>
        <p:txBody>
          <a:bodyPr wrap="square">
            <a:spAutoFit/>
          </a:bodyPr>
          <a:lstStyle/>
          <a:p>
            <a:r>
              <a:rPr lang="en-US" b="1" dirty="0"/>
              <a:t>2. GeoTIFF Format:</a:t>
            </a:r>
            <a:endParaRPr lang="en-US" dirty="0"/>
          </a:p>
          <a:p>
            <a:pPr marL="742950" lvl="1" indent="-285750">
              <a:buFont typeface="Wingdings" panose="05000000000000000000" pitchFamily="2" charset="2"/>
              <a:buChar char="q"/>
            </a:pPr>
            <a:r>
              <a:rPr lang="en-US" dirty="0"/>
              <a:t>Extension of the TIFF format with geographic information.</a:t>
            </a:r>
          </a:p>
          <a:p>
            <a:pPr marL="742950" lvl="1" indent="-285750">
              <a:buFont typeface="Wingdings" panose="05000000000000000000" pitchFamily="2" charset="2"/>
              <a:buChar char="q"/>
            </a:pPr>
            <a:r>
              <a:rPr lang="en-US" dirty="0"/>
              <a:t>Provides remote sensing data as an image, making it easy for users to start image processing.</a:t>
            </a:r>
          </a:p>
          <a:p>
            <a:pPr marL="742950" lvl="1" indent="-285750">
              <a:buFont typeface="Wingdings" panose="05000000000000000000" pitchFamily="2" charset="2"/>
              <a:buChar char="q"/>
            </a:pPr>
            <a:r>
              <a:rPr lang="en-US" dirty="0"/>
              <a:t>No need for conversion to image data.</a:t>
            </a:r>
          </a:p>
          <a:p>
            <a:pPr marL="742950" lvl="1" indent="-285750">
              <a:buFont typeface="Wingdings" panose="05000000000000000000" pitchFamily="2" charset="2"/>
              <a:buChar char="q"/>
            </a:pPr>
            <a:r>
              <a:rPr lang="en-US" dirty="0"/>
              <a:t>IRS-1C/1D data supplied in GeoTIFF format.</a:t>
            </a:r>
          </a:p>
          <a:p>
            <a:pPr marL="742950" lvl="1" indent="-285750">
              <a:buFont typeface="Wingdings" panose="05000000000000000000" pitchFamily="2" charset="2"/>
              <a:buChar char="q"/>
            </a:pPr>
            <a:r>
              <a:rPr lang="en-US" b="1" dirty="0"/>
              <a:t>File extension:</a:t>
            </a:r>
            <a:r>
              <a:rPr lang="en-US" dirty="0"/>
              <a:t> *.tiff</a:t>
            </a:r>
          </a:p>
          <a:p>
            <a:pPr marL="285750" indent="-285750">
              <a:buFont typeface="Wingdings" panose="05000000000000000000" pitchFamily="2" charset="2"/>
              <a:buChar char="q"/>
            </a:pPr>
            <a:endParaRPr lang="en-US" dirty="0"/>
          </a:p>
          <a:p>
            <a:r>
              <a:rPr lang="en-US" dirty="0"/>
              <a:t>3. </a:t>
            </a:r>
            <a:r>
              <a:rPr lang="en-GB" b="1" dirty="0"/>
              <a:t>HDF Format:</a:t>
            </a:r>
            <a:endParaRPr lang="en-GB" dirty="0"/>
          </a:p>
          <a:p>
            <a:pPr marL="742950" lvl="1" indent="-285750">
              <a:buFont typeface="Wingdings" panose="05000000000000000000" pitchFamily="2" charset="2"/>
              <a:buChar char="q"/>
            </a:pPr>
            <a:r>
              <a:rPr lang="en-GB" dirty="0"/>
              <a:t>Developed by NCSA (National Center for Supercomputing Applications).</a:t>
            </a:r>
          </a:p>
          <a:p>
            <a:pPr marL="742950" lvl="1" indent="-285750">
              <a:buFont typeface="Wingdings" panose="05000000000000000000" pitchFamily="2" charset="2"/>
              <a:buChar char="q"/>
            </a:pPr>
            <a:r>
              <a:rPr lang="en-GB" dirty="0"/>
              <a:t>Supports diverse data types (scientific arrays, tables, text, raster images).</a:t>
            </a:r>
          </a:p>
          <a:p>
            <a:pPr marL="742950" lvl="1" indent="-285750">
              <a:buFont typeface="Wingdings" panose="05000000000000000000" pitchFamily="2" charset="2"/>
              <a:buChar char="q"/>
            </a:pPr>
            <a:r>
              <a:rPr lang="en-GB" b="1" dirty="0"/>
              <a:t>Self-describing files</a:t>
            </a:r>
            <a:r>
              <a:rPr lang="en-GB" dirty="0"/>
              <a:t>: Data types like symbolic, numerical, and graphical data can be bundled in one file.</a:t>
            </a:r>
          </a:p>
          <a:p>
            <a:endParaRPr lang="en-US" dirty="0"/>
          </a:p>
        </p:txBody>
      </p:sp>
    </p:spTree>
    <p:extLst>
      <p:ext uri="{BB962C8B-B14F-4D97-AF65-F5344CB8AC3E}">
        <p14:creationId xmlns:p14="http://schemas.microsoft.com/office/powerpoint/2010/main" val="202477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0A77C0-2929-74A0-5F99-6581C3F94325}"/>
              </a:ext>
            </a:extLst>
          </p:cNvPr>
          <p:cNvSpPr txBox="1"/>
          <p:nvPr/>
        </p:nvSpPr>
        <p:spPr>
          <a:xfrm>
            <a:off x="971550" y="495300"/>
            <a:ext cx="337185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Exercise</a:t>
            </a:r>
            <a:endParaRPr lang="en-GB"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299C479-3215-27FB-C52D-DD2A4E9B4B66}"/>
              </a:ext>
            </a:extLst>
          </p:cNvPr>
          <p:cNvSpPr txBox="1"/>
          <p:nvPr/>
        </p:nvSpPr>
        <p:spPr>
          <a:xfrm>
            <a:off x="1114425" y="1114424"/>
            <a:ext cx="7515225" cy="203132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Acquisition of Remote Sensing Data Product through </a:t>
            </a:r>
          </a:p>
          <a:p>
            <a:pPr lvl="1"/>
            <a:r>
              <a:rPr lang="en-IN" dirty="0">
                <a:latin typeface="Times New Roman" panose="02020603050405020304" pitchFamily="18" charset="0"/>
                <a:cs typeface="Times New Roman" panose="02020603050405020304" pitchFamily="18" charset="0"/>
              </a:rPr>
              <a:t> i. </a:t>
            </a:r>
            <a:r>
              <a:rPr lang="en-IN" dirty="0" err="1">
                <a:latin typeface="Times New Roman" panose="02020603050405020304" pitchFamily="18" charset="0"/>
                <a:cs typeface="Times New Roman" panose="02020603050405020304" pitchFamily="18" charset="0"/>
              </a:rPr>
              <a:t>Bhoonindhi</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2"/>
              </a:rPr>
              <a:t>https://bhoonidhi.nrsc.gov.in/bhoonidhi/index.html</a:t>
            </a:r>
            <a:r>
              <a:rPr lang="en-IN" dirty="0">
                <a:latin typeface="Times New Roman" panose="02020603050405020304" pitchFamily="18" charset="0"/>
                <a:cs typeface="Times New Roman" panose="02020603050405020304" pitchFamily="18" charset="0"/>
              </a:rPr>
              <a:t> )</a:t>
            </a:r>
          </a:p>
          <a:p>
            <a:pPr lvl="1"/>
            <a:r>
              <a:rPr lang="en-IN" dirty="0">
                <a:latin typeface="Times New Roman" panose="02020603050405020304" pitchFamily="18" charset="0"/>
                <a:cs typeface="Times New Roman" panose="02020603050405020304" pitchFamily="18" charset="0"/>
              </a:rPr>
              <a:t>ii. ESA Copernicus browser (</a:t>
            </a:r>
            <a:r>
              <a:rPr lang="en-IN" dirty="0">
                <a:latin typeface="Times New Roman" panose="02020603050405020304" pitchFamily="18" charset="0"/>
                <a:cs typeface="Times New Roman" panose="02020603050405020304" pitchFamily="18" charset="0"/>
                <a:hlinkClick r:id="rId3"/>
              </a:rPr>
              <a:t>https://browser.dataspace.copernicus.eu/?zoom=5&amp;lat=50.16282&amp;lng=20.78613&amp;demSource3D=%22MAPZEN%22&amp;cloudCoverage=30&amp;dateMode=SINGLE</a:t>
            </a:r>
            <a:r>
              <a:rPr lang="en-IN" dirty="0">
                <a:latin typeface="Times New Roman" panose="02020603050405020304" pitchFamily="18" charset="0"/>
                <a:cs typeface="Times New Roman" panose="02020603050405020304" pitchFamily="18" charset="0"/>
              </a:rPr>
              <a:t> )</a:t>
            </a:r>
          </a:p>
          <a:p>
            <a:pPr lvl="1"/>
            <a:r>
              <a:rPr lang="en-IN" dirty="0">
                <a:latin typeface="Times New Roman" panose="02020603050405020304" pitchFamily="18" charset="0"/>
                <a:cs typeface="Times New Roman" panose="02020603050405020304" pitchFamily="18" charset="0"/>
              </a:rPr>
              <a:t>iii. USGS Earth explorer (</a:t>
            </a:r>
            <a:r>
              <a:rPr lang="en-IN" dirty="0">
                <a:latin typeface="Times New Roman" panose="02020603050405020304" pitchFamily="18" charset="0"/>
                <a:cs typeface="Times New Roman" panose="02020603050405020304" pitchFamily="18" charset="0"/>
                <a:hlinkClick r:id="rId4"/>
              </a:rPr>
              <a:t>https://earthexplorer.usgs.gov/</a:t>
            </a:r>
            <a:r>
              <a:rPr lang="en-IN"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2264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C40FA5-DCE4-7042-75E6-BCB1CE8ECEBF}"/>
              </a:ext>
            </a:extLst>
          </p:cNvPr>
          <p:cNvSpPr txBox="1"/>
          <p:nvPr/>
        </p:nvSpPr>
        <p:spPr>
          <a:xfrm>
            <a:off x="985837" y="300335"/>
            <a:ext cx="10220326" cy="646331"/>
          </a:xfrm>
          <a:prstGeom prst="rect">
            <a:avLst/>
          </a:prstGeom>
          <a:noFill/>
        </p:spPr>
        <p:txBody>
          <a:bodyPr wrap="square">
            <a:spAutoFit/>
          </a:bodyPr>
          <a:lstStyle/>
          <a:p>
            <a:r>
              <a:rPr lang="en-GB" b="1">
                <a:solidFill>
                  <a:srgbClr val="404040"/>
                </a:solidFill>
                <a:latin typeface="Inter"/>
              </a:rPr>
              <a:t>T</a:t>
            </a:r>
            <a:r>
              <a:rPr lang="en-GB" b="1" i="0">
                <a:solidFill>
                  <a:srgbClr val="404040"/>
                </a:solidFill>
                <a:effectLst/>
                <a:latin typeface="Inter"/>
              </a:rPr>
              <a:t>abular representation</a:t>
            </a:r>
            <a:r>
              <a:rPr lang="en-GB" b="0" i="0">
                <a:solidFill>
                  <a:srgbClr val="404040"/>
                </a:solidFill>
                <a:effectLst/>
                <a:latin typeface="Inter"/>
              </a:rPr>
              <a:t> of different </a:t>
            </a:r>
            <a:r>
              <a:rPr lang="en-GB" b="1" i="0">
                <a:solidFill>
                  <a:srgbClr val="404040"/>
                </a:solidFill>
                <a:effectLst/>
                <a:latin typeface="Inter"/>
              </a:rPr>
              <a:t>multispectral</a:t>
            </a:r>
            <a:r>
              <a:rPr lang="en-GB" b="0" i="0">
                <a:solidFill>
                  <a:srgbClr val="404040"/>
                </a:solidFill>
                <a:effectLst/>
                <a:latin typeface="Inter"/>
              </a:rPr>
              <a:t>, </a:t>
            </a:r>
            <a:r>
              <a:rPr lang="en-GB" b="1" i="0">
                <a:solidFill>
                  <a:srgbClr val="404040"/>
                </a:solidFill>
                <a:effectLst/>
                <a:latin typeface="Inter"/>
              </a:rPr>
              <a:t>hyperspectral</a:t>
            </a:r>
            <a:r>
              <a:rPr lang="en-GB" b="0" i="0">
                <a:solidFill>
                  <a:srgbClr val="404040"/>
                </a:solidFill>
                <a:effectLst/>
                <a:latin typeface="Inter"/>
              </a:rPr>
              <a:t>, and </a:t>
            </a:r>
            <a:r>
              <a:rPr lang="en-GB" b="1" i="0">
                <a:solidFill>
                  <a:srgbClr val="404040"/>
                </a:solidFill>
                <a:effectLst/>
                <a:latin typeface="Inter"/>
              </a:rPr>
              <a:t>SAR (Synthetic Aperture Radar)</a:t>
            </a:r>
            <a:r>
              <a:rPr lang="en-GB" b="0" i="0">
                <a:solidFill>
                  <a:srgbClr val="404040"/>
                </a:solidFill>
                <a:effectLst/>
                <a:latin typeface="Inter"/>
              </a:rPr>
              <a:t> data products available from various satellites.</a:t>
            </a:r>
            <a:endParaRPr lang="en-GB" dirty="0"/>
          </a:p>
        </p:txBody>
      </p:sp>
      <p:pic>
        <p:nvPicPr>
          <p:cNvPr id="4" name="Picture 3">
            <a:extLst>
              <a:ext uri="{FF2B5EF4-FFF2-40B4-BE49-F238E27FC236}">
                <a16:creationId xmlns:a16="http://schemas.microsoft.com/office/drawing/2014/main" id="{4D206434-346F-31B7-C51D-6E943E11751A}"/>
              </a:ext>
            </a:extLst>
          </p:cNvPr>
          <p:cNvPicPr>
            <a:picLocks noChangeAspect="1"/>
          </p:cNvPicPr>
          <p:nvPr/>
        </p:nvPicPr>
        <p:blipFill>
          <a:blip r:embed="rId2"/>
          <a:stretch>
            <a:fillRect/>
          </a:stretch>
        </p:blipFill>
        <p:spPr>
          <a:xfrm>
            <a:off x="552450" y="946666"/>
            <a:ext cx="11087100" cy="2733675"/>
          </a:xfrm>
          <a:prstGeom prst="rect">
            <a:avLst/>
          </a:prstGeom>
        </p:spPr>
      </p:pic>
      <p:sp>
        <p:nvSpPr>
          <p:cNvPr id="6" name="TextBox 5">
            <a:extLst>
              <a:ext uri="{FF2B5EF4-FFF2-40B4-BE49-F238E27FC236}">
                <a16:creationId xmlns:a16="http://schemas.microsoft.com/office/drawing/2014/main" id="{92DA1680-6DA5-E701-7C57-CF4AB74A4511}"/>
              </a:ext>
            </a:extLst>
          </p:cNvPr>
          <p:cNvSpPr txBox="1"/>
          <p:nvPr/>
        </p:nvSpPr>
        <p:spPr>
          <a:xfrm>
            <a:off x="552450" y="3895398"/>
            <a:ext cx="5200650" cy="1954381"/>
          </a:xfrm>
          <a:prstGeom prst="rect">
            <a:avLst/>
          </a:prstGeom>
          <a:noFill/>
        </p:spPr>
        <p:txBody>
          <a:bodyPr wrap="square">
            <a:spAutoFit/>
          </a:bodyPr>
          <a:lstStyle/>
          <a:p>
            <a:pPr algn="l"/>
            <a:r>
              <a:rPr lang="en-GB" b="1" i="0" dirty="0">
                <a:solidFill>
                  <a:srgbClr val="404040"/>
                </a:solidFill>
                <a:effectLst/>
                <a:latin typeface="Inter"/>
              </a:rPr>
              <a:t>Key Notes:</a:t>
            </a:r>
          </a:p>
          <a:p>
            <a:pPr algn="l">
              <a:buFont typeface="+mj-lt"/>
              <a:buAutoNum type="arabicPeriod"/>
            </a:pPr>
            <a:r>
              <a:rPr lang="en-GB" sz="1400" b="1" i="0" dirty="0">
                <a:solidFill>
                  <a:srgbClr val="404040"/>
                </a:solidFill>
                <a:effectLst/>
                <a:latin typeface="Times New Roman" panose="02020603050405020304" pitchFamily="18" charset="0"/>
                <a:cs typeface="Times New Roman" panose="02020603050405020304" pitchFamily="18" charset="0"/>
              </a:rPr>
              <a:t>Multispectral Data</a:t>
            </a:r>
            <a:r>
              <a:rPr lang="en-GB" sz="1400" b="0" i="0" dirty="0">
                <a:solidFill>
                  <a:srgbClr val="404040"/>
                </a:solidFill>
                <a:effectLst/>
                <a:latin typeface="Times New Roman" panose="02020603050405020304" pitchFamily="18" charset="0"/>
                <a:cs typeface="Times New Roman" panose="02020603050405020304" pitchFamily="18" charset="0"/>
              </a:rPr>
              <a:t>: Captures data in a few discrete spectral bands (e.g., visible, NIR, SWIR).</a:t>
            </a:r>
          </a:p>
          <a:p>
            <a:pPr algn="l">
              <a:spcBef>
                <a:spcPts val="300"/>
              </a:spcBef>
              <a:buFont typeface="+mj-lt"/>
              <a:buAutoNum type="arabicPeriod"/>
            </a:pPr>
            <a:r>
              <a:rPr lang="en-GB" sz="1400" b="1" i="0" dirty="0">
                <a:solidFill>
                  <a:srgbClr val="404040"/>
                </a:solidFill>
                <a:effectLst/>
                <a:latin typeface="Times New Roman" panose="02020603050405020304" pitchFamily="18" charset="0"/>
                <a:cs typeface="Times New Roman" panose="02020603050405020304" pitchFamily="18" charset="0"/>
              </a:rPr>
              <a:t>Hyperspectral Data</a:t>
            </a:r>
            <a:r>
              <a:rPr lang="en-GB" sz="1400" b="0" i="0" dirty="0">
                <a:solidFill>
                  <a:srgbClr val="404040"/>
                </a:solidFill>
                <a:effectLst/>
                <a:latin typeface="Times New Roman" panose="02020603050405020304" pitchFamily="18" charset="0"/>
                <a:cs typeface="Times New Roman" panose="02020603050405020304" pitchFamily="18" charset="0"/>
              </a:rPr>
              <a:t>: Captures data in hundreds of narrow, contiguous spectral bands, enabling detailed material identification.</a:t>
            </a:r>
          </a:p>
          <a:p>
            <a:pPr algn="l">
              <a:spcBef>
                <a:spcPts val="300"/>
              </a:spcBef>
              <a:buFont typeface="+mj-lt"/>
              <a:buAutoNum type="arabicPeriod"/>
            </a:pPr>
            <a:r>
              <a:rPr lang="en-GB" sz="1400" b="1" i="0" dirty="0">
                <a:solidFill>
                  <a:srgbClr val="404040"/>
                </a:solidFill>
                <a:effectLst/>
                <a:latin typeface="Times New Roman" panose="02020603050405020304" pitchFamily="18" charset="0"/>
                <a:cs typeface="Times New Roman" panose="02020603050405020304" pitchFamily="18" charset="0"/>
              </a:rPr>
              <a:t>SAR Data</a:t>
            </a:r>
            <a:r>
              <a:rPr lang="en-GB" sz="1400" b="0" i="0" dirty="0">
                <a:solidFill>
                  <a:srgbClr val="404040"/>
                </a:solidFill>
                <a:effectLst/>
                <a:latin typeface="Times New Roman" panose="02020603050405020304" pitchFamily="18" charset="0"/>
                <a:cs typeface="Times New Roman" panose="02020603050405020304" pitchFamily="18" charset="0"/>
              </a:rPr>
              <a:t>: Uses microwave wavelengths for all-weather, day-and-night imaging, and is particularly useful for surface deformation and change detection.</a:t>
            </a:r>
          </a:p>
        </p:txBody>
      </p:sp>
      <p:sp>
        <p:nvSpPr>
          <p:cNvPr id="8" name="TextBox 7">
            <a:extLst>
              <a:ext uri="{FF2B5EF4-FFF2-40B4-BE49-F238E27FC236}">
                <a16:creationId xmlns:a16="http://schemas.microsoft.com/office/drawing/2014/main" id="{C4F24D25-4EEA-BC60-75A4-5441BA5CF7D1}"/>
              </a:ext>
            </a:extLst>
          </p:cNvPr>
          <p:cNvSpPr txBox="1"/>
          <p:nvPr/>
        </p:nvSpPr>
        <p:spPr>
          <a:xfrm>
            <a:off x="6438902" y="4110841"/>
            <a:ext cx="5095875" cy="1738938"/>
          </a:xfrm>
          <a:prstGeom prst="rect">
            <a:avLst/>
          </a:prstGeom>
          <a:noFill/>
        </p:spPr>
        <p:txBody>
          <a:bodyPr wrap="square">
            <a:spAutoFit/>
          </a:bodyPr>
          <a:lstStyle/>
          <a:p>
            <a:pPr algn="l"/>
            <a:r>
              <a:rPr lang="en-US" b="1" i="0" dirty="0">
                <a:solidFill>
                  <a:srgbClr val="404040"/>
                </a:solidFill>
                <a:effectLst/>
                <a:latin typeface="Inter"/>
              </a:rPr>
              <a:t>Applications:</a:t>
            </a:r>
          </a:p>
          <a:p>
            <a:pPr algn="just">
              <a:buFont typeface="Arial" panose="020B0604020202020204" pitchFamily="34" charset="0"/>
              <a:buChar char="•"/>
            </a:pPr>
            <a:r>
              <a:rPr lang="en-US" sz="1400" b="1" i="0" dirty="0">
                <a:solidFill>
                  <a:srgbClr val="404040"/>
                </a:solidFill>
                <a:effectLst/>
                <a:latin typeface="Inter"/>
              </a:rPr>
              <a:t>Multispectral</a:t>
            </a:r>
            <a:r>
              <a:rPr lang="en-US" sz="1400" b="0" i="0" dirty="0">
                <a:solidFill>
                  <a:srgbClr val="404040"/>
                </a:solidFill>
                <a:effectLst/>
                <a:latin typeface="Inter"/>
              </a:rPr>
              <a:t>: Broad applications in agriculture, forestry, land use, and environmental monitoring.</a:t>
            </a:r>
          </a:p>
          <a:p>
            <a:pPr algn="just">
              <a:spcBef>
                <a:spcPts val="300"/>
              </a:spcBef>
              <a:buFont typeface="Arial" panose="020B0604020202020204" pitchFamily="34" charset="0"/>
              <a:buChar char="•"/>
            </a:pPr>
            <a:r>
              <a:rPr lang="en-US" sz="1400" b="1" i="0" dirty="0">
                <a:solidFill>
                  <a:srgbClr val="404040"/>
                </a:solidFill>
                <a:effectLst/>
                <a:latin typeface="Inter"/>
              </a:rPr>
              <a:t>Hyperspectral</a:t>
            </a:r>
            <a:r>
              <a:rPr lang="en-US" sz="1400" b="0" i="0" dirty="0">
                <a:solidFill>
                  <a:srgbClr val="404040"/>
                </a:solidFill>
                <a:effectLst/>
                <a:latin typeface="Inter"/>
              </a:rPr>
              <a:t>: Specialized applications in mineral exploration, vegetation analysis, and precise material identification.</a:t>
            </a:r>
          </a:p>
          <a:p>
            <a:pPr algn="just">
              <a:spcBef>
                <a:spcPts val="300"/>
              </a:spcBef>
              <a:buFont typeface="Arial" panose="020B0604020202020204" pitchFamily="34" charset="0"/>
              <a:buChar char="•"/>
            </a:pPr>
            <a:r>
              <a:rPr lang="en-US" sz="1400" b="1" i="0" dirty="0">
                <a:solidFill>
                  <a:srgbClr val="404040"/>
                </a:solidFill>
                <a:effectLst/>
                <a:latin typeface="Inter"/>
              </a:rPr>
              <a:t>SAR</a:t>
            </a:r>
            <a:r>
              <a:rPr lang="en-US" sz="1400" b="0" i="0" dirty="0">
                <a:solidFill>
                  <a:srgbClr val="404040"/>
                </a:solidFill>
                <a:effectLst/>
                <a:latin typeface="Inter"/>
              </a:rPr>
              <a:t>: Applications in disaster management, defense, and monitoring of dynamic Earth processes.</a:t>
            </a:r>
          </a:p>
        </p:txBody>
      </p:sp>
    </p:spTree>
    <p:extLst>
      <p:ext uri="{BB962C8B-B14F-4D97-AF65-F5344CB8AC3E}">
        <p14:creationId xmlns:p14="http://schemas.microsoft.com/office/powerpoint/2010/main" val="353956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Graphic 1">
            <a:extLst>
              <a:ext uri="{FF2B5EF4-FFF2-40B4-BE49-F238E27FC236}">
                <a16:creationId xmlns:a16="http://schemas.microsoft.com/office/drawing/2014/main" id="{0D57E7FA-E8FC-45AC-868F-CDC814493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599854" y="527562"/>
            <a:ext cx="6992292" cy="5102484"/>
          </a:xfrm>
          <a:custGeom>
            <a:avLst/>
            <a:gdLst/>
            <a:ahLst/>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useBgFill="1">
        <p:nvSpPr>
          <p:cNvPr id="12" name="Rectangle 11">
            <a:extLst>
              <a:ext uri="{FF2B5EF4-FFF2-40B4-BE49-F238E27FC236}">
                <a16:creationId xmlns:a16="http://schemas.microsoft.com/office/drawing/2014/main" id="{F269BDC9-F5DC-4A16-9583-2F8CE4184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AA92714-0609-092D-A1B2-D6526A3FAFF1}"/>
              </a:ext>
            </a:extLst>
          </p:cNvPr>
          <p:cNvSpPr txBox="1"/>
          <p:nvPr/>
        </p:nvSpPr>
        <p:spPr>
          <a:xfrm>
            <a:off x="1524000" y="5834214"/>
            <a:ext cx="9144000" cy="646785"/>
          </a:xfrm>
          <a:prstGeom prst="rect">
            <a:avLst/>
          </a:prstGeom>
        </p:spPr>
        <p:txBody>
          <a:bodyPr vert="horz" lIns="91440" tIns="45720" rIns="91440" bIns="45720" rtlCol="0">
            <a:normAutofit/>
          </a:bodyPr>
          <a:lstStyle/>
          <a:p>
            <a:pPr algn="ctr">
              <a:lnSpc>
                <a:spcPct val="90000"/>
              </a:lnSpc>
              <a:spcBef>
                <a:spcPts val="1000"/>
              </a:spcBef>
            </a:pPr>
            <a:r>
              <a:rPr lang="en-US" sz="2000" b="1" cap="all" dirty="0"/>
              <a:t>Description of current major imaging observation satellites available in the world*</a:t>
            </a:r>
          </a:p>
        </p:txBody>
      </p:sp>
      <p:graphicFrame>
        <p:nvGraphicFramePr>
          <p:cNvPr id="5" name="Table 4">
            <a:extLst>
              <a:ext uri="{FF2B5EF4-FFF2-40B4-BE49-F238E27FC236}">
                <a16:creationId xmlns:a16="http://schemas.microsoft.com/office/drawing/2014/main" id="{86CDACD9-227B-BA10-F014-EDDBB05C21F5}"/>
              </a:ext>
            </a:extLst>
          </p:cNvPr>
          <p:cNvGraphicFramePr>
            <a:graphicFrameLocks noGrp="1"/>
          </p:cNvGraphicFramePr>
          <p:nvPr>
            <p:extLst>
              <p:ext uri="{D42A27DB-BD31-4B8C-83A1-F6EECF244321}">
                <p14:modId xmlns:p14="http://schemas.microsoft.com/office/powerpoint/2010/main" val="1323442848"/>
              </p:ext>
            </p:extLst>
          </p:nvPr>
        </p:nvGraphicFramePr>
        <p:xfrm>
          <a:off x="643468" y="1067495"/>
          <a:ext cx="10905067" cy="4718555"/>
        </p:xfrm>
        <a:graphic>
          <a:graphicData uri="http://schemas.openxmlformats.org/drawingml/2006/table">
            <a:tbl>
              <a:tblPr firstRow="1" bandRow="1">
                <a:tableStyleId>{5C22544A-7EE6-4342-B048-85BDC9FD1C3A}</a:tableStyleId>
              </a:tblPr>
              <a:tblGrid>
                <a:gridCol w="1018842">
                  <a:extLst>
                    <a:ext uri="{9D8B030D-6E8A-4147-A177-3AD203B41FA5}">
                      <a16:colId xmlns:a16="http://schemas.microsoft.com/office/drawing/2014/main" val="4229954241"/>
                    </a:ext>
                  </a:extLst>
                </a:gridCol>
                <a:gridCol w="1757720">
                  <a:extLst>
                    <a:ext uri="{9D8B030D-6E8A-4147-A177-3AD203B41FA5}">
                      <a16:colId xmlns:a16="http://schemas.microsoft.com/office/drawing/2014/main" val="4164716123"/>
                    </a:ext>
                  </a:extLst>
                </a:gridCol>
                <a:gridCol w="1360959">
                  <a:extLst>
                    <a:ext uri="{9D8B030D-6E8A-4147-A177-3AD203B41FA5}">
                      <a16:colId xmlns:a16="http://schemas.microsoft.com/office/drawing/2014/main" val="2235084863"/>
                    </a:ext>
                  </a:extLst>
                </a:gridCol>
                <a:gridCol w="1653184">
                  <a:extLst>
                    <a:ext uri="{9D8B030D-6E8A-4147-A177-3AD203B41FA5}">
                      <a16:colId xmlns:a16="http://schemas.microsoft.com/office/drawing/2014/main" val="2931368691"/>
                    </a:ext>
                  </a:extLst>
                </a:gridCol>
                <a:gridCol w="1417978">
                  <a:extLst>
                    <a:ext uri="{9D8B030D-6E8A-4147-A177-3AD203B41FA5}">
                      <a16:colId xmlns:a16="http://schemas.microsoft.com/office/drawing/2014/main" val="161900677"/>
                    </a:ext>
                  </a:extLst>
                </a:gridCol>
                <a:gridCol w="3696384">
                  <a:extLst>
                    <a:ext uri="{9D8B030D-6E8A-4147-A177-3AD203B41FA5}">
                      <a16:colId xmlns:a16="http://schemas.microsoft.com/office/drawing/2014/main" val="1348419902"/>
                    </a:ext>
                  </a:extLst>
                </a:gridCol>
              </a:tblGrid>
              <a:tr h="180656">
                <a:tc>
                  <a:txBody>
                    <a:bodyPr/>
                    <a:lstStyle/>
                    <a:p>
                      <a:pPr algn="ctr" fontAlgn="b"/>
                      <a:r>
                        <a:rPr lang="en-GB" sz="1400" u="none" strike="noStrike" dirty="0">
                          <a:effectLst/>
                          <a:latin typeface="Times New Roman" panose="02020603050405020304" pitchFamily="18" charset="0"/>
                          <a:cs typeface="Times New Roman" panose="02020603050405020304" pitchFamily="18" charset="0"/>
                        </a:rPr>
                        <a:t>Satellite</a:t>
                      </a:r>
                      <a:endParaRPr lang="en-GB"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400" u="none" strike="noStrike" dirty="0">
                          <a:effectLst/>
                          <a:latin typeface="Times New Roman" panose="02020603050405020304" pitchFamily="18" charset="0"/>
                          <a:cs typeface="Times New Roman" panose="02020603050405020304" pitchFamily="18" charset="0"/>
                        </a:rPr>
                        <a:t>Country/Organization</a:t>
                      </a:r>
                      <a:endParaRPr lang="en-GB"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400" u="none" strike="noStrike" dirty="0">
                          <a:effectLst/>
                          <a:latin typeface="Times New Roman" panose="02020603050405020304" pitchFamily="18" charset="0"/>
                          <a:cs typeface="Times New Roman" panose="02020603050405020304" pitchFamily="18" charset="0"/>
                        </a:rPr>
                        <a:t>Launch Year</a:t>
                      </a:r>
                      <a:endParaRPr lang="en-GB"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400" u="none" strike="noStrike">
                          <a:effectLst/>
                          <a:latin typeface="Times New Roman" panose="02020603050405020304" pitchFamily="18" charset="0"/>
                          <a:cs typeface="Times New Roman" panose="02020603050405020304" pitchFamily="18" charset="0"/>
                        </a:rPr>
                        <a:t>Spatial Resolution</a:t>
                      </a:r>
                      <a:endParaRPr lang="en-GB" sz="1400" b="1"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400" u="none" strike="noStrike">
                          <a:effectLst/>
                          <a:latin typeface="Times New Roman" panose="02020603050405020304" pitchFamily="18" charset="0"/>
                          <a:cs typeface="Times New Roman" panose="02020603050405020304" pitchFamily="18" charset="0"/>
                        </a:rPr>
                        <a:t>Spectral Bands</a:t>
                      </a:r>
                      <a:endParaRPr lang="en-GB" sz="1400" b="1"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400" u="none" strike="noStrike" dirty="0">
                          <a:effectLst/>
                          <a:latin typeface="Times New Roman" panose="02020603050405020304" pitchFamily="18" charset="0"/>
                          <a:cs typeface="Times New Roman" panose="02020603050405020304" pitchFamily="18" charset="0"/>
                        </a:rPr>
                        <a:t>Key Applications</a:t>
                      </a:r>
                      <a:endParaRPr lang="en-GB"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2747985556"/>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Landsat 9</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USA (NASA/USGS)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2021</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15m (pan), 30m (multispectral)</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11 bands</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dirty="0">
                          <a:effectLst/>
                          <a:latin typeface="Times New Roman" panose="02020603050405020304" pitchFamily="18" charset="0"/>
                          <a:cs typeface="Times New Roman" panose="02020603050405020304" pitchFamily="18" charset="0"/>
                        </a:rPr>
                        <a:t>Land use/land cover, agriculture, forestry, water resources, disaster monitoring</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1227688904"/>
                  </a:ext>
                </a:extLst>
              </a:tr>
              <a:tr h="260483">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Sentinel-2</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European Union (ESA)</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2015 (2A), 2017 (2B)</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10m, 20m, 60m</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13 bands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Vegetation monitoring, land cover mapping, coastal zone monitoring, disaster management</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782258447"/>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Sentinel-1</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European Union (ESA)</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2014 (1A), 2016 (1B)</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5m (SAR)</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C-band SAR</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Flood mapping, oil spill detection, sea ice monitoring, deforestation monitoring</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2262680279"/>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MODIS (Terra/Aqua)</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USA (NASA)</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1999 (Terra), 2002 (Aqua)</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250m, 500m, 1km</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36 bands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Climate monitoring, oceanography, vegetation dynamics, wildfire tracking</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3673704440"/>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Pleiades</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France (CNES)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2011 (1A), 2012 (1B)</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0.5m (pan), 2m (multispectral)</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4 bands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Urban planning, defense, disaster response, precision agriculture</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2687034571"/>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WorldView-3</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USA (Maxar Technologies)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2014</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0.31m (pan), 1.24m (multispectral)</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8 multispectral, 8 SWIR bands</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Defense, mapping, environmental monitoring, mineral exploration</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1909468264"/>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Gaofen-1</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China (CNSA)</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2013</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2m (pan), 8m (multispectral)</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4 bands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Land survey, environmental monitoring, disaster management, agriculture</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2370859079"/>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Resourcesat-2</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India (ISRO)</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2011</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5.8m (LISS-IV), 23.5m (LISS-III)</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3-4 bands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Agriculture, forestry, water resources, urban planning</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2919376357"/>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ALOS-2 (PALSAR-2)</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Japan (JAXA)</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2014</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1-3m (SAR)</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L-band SAR</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Disaster monitoring, forestry, land deformation, ice monitoring</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1719899975"/>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RADARSAT-2</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Canada (CSA/MDA)</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2007</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1-3m (SAR)</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C-band SAR</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fr-FR" sz="1000" u="none" strike="noStrike">
                          <a:effectLst/>
                          <a:latin typeface="Times New Roman" panose="02020603050405020304" pitchFamily="18" charset="0"/>
                          <a:cs typeface="Times New Roman" panose="02020603050405020304" pitchFamily="18" charset="0"/>
                        </a:rPr>
                        <a:t>Maritime surveillance, disaster management, agriculture, ice monitoring</a:t>
                      </a:r>
                      <a:endParaRPr lang="fr-FR"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1579384705"/>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Cartosat-2</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India (ISRO)</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2007</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0.25m (pan), 1m (multispectral)</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4 bands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dirty="0">
                          <a:effectLst/>
                          <a:latin typeface="Times New Roman" panose="02020603050405020304" pitchFamily="18" charset="0"/>
                          <a:cs typeface="Times New Roman" panose="02020603050405020304" pitchFamily="18" charset="0"/>
                        </a:rPr>
                        <a:t>Urban planning, infrastructure development, defense, coastal monitoring, DEM Generation</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2902209789"/>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SPOT 6/7</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France (Airbus Defence and Space)</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2012 (SPOT 6), 2014 (SPOT 7)</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1.5m (pan), 6m (multispectral)</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4 bands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Agriculture, forestry, urban planning, disaster management</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592207947"/>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GCOM-C (</a:t>
                      </a:r>
                      <a:r>
                        <a:rPr lang="en-GB" sz="1000" u="none" strike="noStrike" dirty="0" err="1">
                          <a:effectLst/>
                          <a:latin typeface="Times New Roman" panose="02020603050405020304" pitchFamily="18" charset="0"/>
                          <a:cs typeface="Times New Roman" panose="02020603050405020304" pitchFamily="18" charset="0"/>
                        </a:rPr>
                        <a:t>Shikisai</a:t>
                      </a:r>
                      <a:r>
                        <a:rPr lang="en-GB" sz="1000" u="none" strike="noStrike" dirty="0">
                          <a:effectLst/>
                          <a:latin typeface="Times New Roman" panose="02020603050405020304" pitchFamily="18" charset="0"/>
                          <a:cs typeface="Times New Roman" panose="02020603050405020304" pitchFamily="18" charset="0"/>
                        </a:rPr>
                        <a:t>)</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Japan (JAXA)</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2017</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250m</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19 bands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Climate monitoring, oceanography, vegetation, snow/ice monitoring</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1919252636"/>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CBERS-4A</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China/Brazil (CNSA/INPE)</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2019</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2m (pan), 8m (multispectral)</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4 bands</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Agriculture, deforestation monitoring, urban planning, disaster management</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3599978131"/>
                  </a:ext>
                </a:extLst>
              </a:tr>
              <a:tr h="146444">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NISAR</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USA/India (NASA/ISRO)</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Planned (2024)</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3-10m (SAR)</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L-band and S-band SAR</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US" sz="1000" u="none" strike="noStrike">
                          <a:effectLst/>
                          <a:latin typeface="Times New Roman" panose="02020603050405020304" pitchFamily="18" charset="0"/>
                          <a:cs typeface="Times New Roman" panose="02020603050405020304" pitchFamily="18" charset="0"/>
                        </a:rPr>
                        <a:t>Earth deformation, ecosystem monitoring, cryosphere studies, disaster management</a:t>
                      </a: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1930471865"/>
                  </a:ext>
                </a:extLst>
              </a:tr>
              <a:tr h="146444">
                <a:tc>
                  <a:txBody>
                    <a:bodyPr/>
                    <a:lstStyle/>
                    <a:p>
                      <a:pPr algn="ctr" fontAlgn="b"/>
                      <a:r>
                        <a:rPr lang="en-GB" sz="1000" u="none" strike="noStrike">
                          <a:effectLst/>
                          <a:latin typeface="Times New Roman" panose="02020603050405020304" pitchFamily="18" charset="0"/>
                          <a:cs typeface="Times New Roman" panose="02020603050405020304" pitchFamily="18" charset="0"/>
                        </a:rPr>
                        <a:t> </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a:effectLst/>
                          <a:latin typeface="Times New Roman" panose="02020603050405020304" pitchFamily="18" charset="0"/>
                          <a:cs typeface="Times New Roman" panose="02020603050405020304" pitchFamily="18" charset="0"/>
                        </a:rPr>
                        <a:t> </a:t>
                      </a:r>
                      <a:endParaRPr lang="en-GB" sz="1000" b="0" i="0" u="none" strike="noStrike">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 </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 </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 </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tc>
                  <a:txBody>
                    <a:bodyPr/>
                    <a:lstStyle/>
                    <a:p>
                      <a:pPr algn="ctr" fontAlgn="b"/>
                      <a:r>
                        <a:rPr lang="en-GB" sz="1000" u="none" strike="noStrike" dirty="0">
                          <a:effectLst/>
                          <a:latin typeface="Times New Roman" panose="02020603050405020304" pitchFamily="18" charset="0"/>
                          <a:cs typeface="Times New Roman" panose="02020603050405020304" pitchFamily="18" charset="0"/>
                        </a:rPr>
                        <a:t> </a:t>
                      </a:r>
                      <a:endParaRPr lang="en-GB"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035" marR="5035" marT="5035" marB="0" anchor="ctr"/>
                </a:tc>
                <a:extLst>
                  <a:ext uri="{0D108BD9-81ED-4DB2-BD59-A6C34878D82A}">
                    <a16:rowId xmlns:a16="http://schemas.microsoft.com/office/drawing/2014/main" val="724601922"/>
                  </a:ext>
                </a:extLst>
              </a:tr>
            </a:tbl>
          </a:graphicData>
        </a:graphic>
      </p:graphicFrame>
      <p:sp>
        <p:nvSpPr>
          <p:cNvPr id="6" name="TextBox 5">
            <a:extLst>
              <a:ext uri="{FF2B5EF4-FFF2-40B4-BE49-F238E27FC236}">
                <a16:creationId xmlns:a16="http://schemas.microsoft.com/office/drawing/2014/main" id="{29F1F47A-37F8-E2FA-A16E-DE6AE75DED1B}"/>
              </a:ext>
            </a:extLst>
          </p:cNvPr>
          <p:cNvSpPr txBox="1"/>
          <p:nvPr/>
        </p:nvSpPr>
        <p:spPr>
          <a:xfrm>
            <a:off x="1303401" y="348030"/>
            <a:ext cx="9144000" cy="719465"/>
          </a:xfrm>
          <a:prstGeom prst="rect">
            <a:avLst/>
          </a:prstGeom>
        </p:spPr>
        <p:txBody>
          <a:bodyPr vert="horz" lIns="91440" tIns="45720" rIns="91440" bIns="45720" rtlCol="0" anchor="ctr">
            <a:normAutofit lnSpcReduction="10000"/>
          </a:bodyPr>
          <a:lstStyle/>
          <a:p>
            <a:pPr algn="ctr">
              <a:lnSpc>
                <a:spcPct val="90000"/>
              </a:lnSpc>
              <a:spcBef>
                <a:spcPct val="0"/>
              </a:spcBef>
              <a:spcAft>
                <a:spcPts val="600"/>
              </a:spcAft>
            </a:pPr>
            <a:r>
              <a:rPr lang="en-US" sz="4800" i="1" dirty="0">
                <a:latin typeface="+mj-lt"/>
                <a:ea typeface="+mj-ea"/>
                <a:cs typeface="+mj-cs"/>
              </a:rPr>
              <a:t>Appendices</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7EA5F17E-0372-BED3-9D20-F1E7256F18BF}"/>
                  </a:ext>
                </a:extLst>
              </p14:cNvPr>
              <p14:cNvContentPartPr/>
              <p14:nvPr/>
            </p14:nvContentPartPr>
            <p14:xfrm>
              <a:off x="7105440" y="657270"/>
              <a:ext cx="360" cy="360"/>
            </p14:xfrm>
          </p:contentPart>
        </mc:Choice>
        <mc:Fallback xmlns="">
          <p:pic>
            <p:nvPicPr>
              <p:cNvPr id="7" name="Ink 6">
                <a:extLst>
                  <a:ext uri="{FF2B5EF4-FFF2-40B4-BE49-F238E27FC236}">
                    <a16:creationId xmlns:a16="http://schemas.microsoft.com/office/drawing/2014/main" id="{7EA5F17E-0372-BED3-9D20-F1E7256F18BF}"/>
                  </a:ext>
                </a:extLst>
              </p:cNvPr>
              <p:cNvPicPr/>
              <p:nvPr/>
            </p:nvPicPr>
            <p:blipFill>
              <a:blip r:embed="rId3"/>
              <a:stretch>
                <a:fillRect/>
              </a:stretch>
            </p:blipFill>
            <p:spPr>
              <a:xfrm>
                <a:off x="7099320" y="651150"/>
                <a:ext cx="12600" cy="12600"/>
              </a:xfrm>
              <a:prstGeom prst="rect">
                <a:avLst/>
              </a:prstGeom>
            </p:spPr>
          </p:pic>
        </mc:Fallback>
      </mc:AlternateContent>
    </p:spTree>
    <p:extLst>
      <p:ext uri="{BB962C8B-B14F-4D97-AF65-F5344CB8AC3E}">
        <p14:creationId xmlns:p14="http://schemas.microsoft.com/office/powerpoint/2010/main" val="2790916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637113-2FC4-86D6-958E-E7355C8EE68F}"/>
              </a:ext>
            </a:extLst>
          </p:cNvPr>
          <p:cNvSpPr txBox="1"/>
          <p:nvPr/>
        </p:nvSpPr>
        <p:spPr>
          <a:xfrm>
            <a:off x="990600" y="797905"/>
            <a:ext cx="6096000" cy="2423740"/>
          </a:xfrm>
          <a:prstGeom prst="rect">
            <a:avLst/>
          </a:prstGeom>
          <a:noFill/>
        </p:spPr>
        <p:txBody>
          <a:bodyPr wrap="square">
            <a:spAutoFit/>
          </a:bodyPr>
          <a:lstStyle/>
          <a:p>
            <a:pPr algn="l"/>
            <a:r>
              <a:rPr lang="en-US" b="1" i="0" dirty="0">
                <a:solidFill>
                  <a:srgbClr val="404040"/>
                </a:solidFill>
                <a:effectLst/>
                <a:latin typeface="Inter"/>
              </a:rPr>
              <a:t>Key Notes:</a:t>
            </a:r>
          </a:p>
          <a:p>
            <a:pPr algn="l">
              <a:buFont typeface="+mj-lt"/>
              <a:buAutoNum type="arabicPeriod"/>
            </a:pPr>
            <a:r>
              <a:rPr lang="en-US" b="1" i="0" dirty="0">
                <a:solidFill>
                  <a:srgbClr val="404040"/>
                </a:solidFill>
                <a:effectLst/>
                <a:latin typeface="Inter"/>
              </a:rPr>
              <a:t>Spatial Resolution</a:t>
            </a:r>
            <a:r>
              <a:rPr lang="en-US" b="0" i="0" dirty="0">
                <a:solidFill>
                  <a:srgbClr val="404040"/>
                </a:solidFill>
                <a:effectLst/>
                <a:latin typeface="Inter"/>
              </a:rPr>
              <a:t>: Refers to the smallest object or detail that can be detected in the imagery.</a:t>
            </a:r>
          </a:p>
          <a:p>
            <a:pPr algn="l">
              <a:spcBef>
                <a:spcPts val="300"/>
              </a:spcBef>
              <a:buFont typeface="+mj-lt"/>
              <a:buAutoNum type="arabicPeriod"/>
            </a:pPr>
            <a:r>
              <a:rPr lang="en-US" b="1" i="0" dirty="0">
                <a:solidFill>
                  <a:srgbClr val="404040"/>
                </a:solidFill>
                <a:effectLst/>
                <a:latin typeface="Inter"/>
              </a:rPr>
              <a:t>Spectral Bands</a:t>
            </a:r>
            <a:r>
              <a:rPr lang="en-US" b="0" i="0" dirty="0">
                <a:solidFill>
                  <a:srgbClr val="404040"/>
                </a:solidFill>
                <a:effectLst/>
                <a:latin typeface="Inter"/>
              </a:rPr>
              <a:t>: Indicates the number of wavelength ranges captured by the satellite sensors.</a:t>
            </a:r>
          </a:p>
          <a:p>
            <a:pPr algn="l">
              <a:spcBef>
                <a:spcPts val="300"/>
              </a:spcBef>
              <a:buFont typeface="+mj-lt"/>
              <a:buAutoNum type="arabicPeriod"/>
            </a:pPr>
            <a:r>
              <a:rPr lang="en-US" b="1" i="0" dirty="0">
                <a:solidFill>
                  <a:srgbClr val="404040"/>
                </a:solidFill>
                <a:effectLst/>
                <a:latin typeface="Inter"/>
              </a:rPr>
              <a:t>SAR (Synthetic Aperture Radar)</a:t>
            </a:r>
            <a:r>
              <a:rPr lang="en-US" b="0" i="0" dirty="0">
                <a:solidFill>
                  <a:srgbClr val="404040"/>
                </a:solidFill>
                <a:effectLst/>
                <a:latin typeface="Inter"/>
              </a:rPr>
              <a:t>: Used for all-weather, day-and-night imaging.</a:t>
            </a:r>
          </a:p>
          <a:p>
            <a:pPr algn="l">
              <a:spcBef>
                <a:spcPts val="300"/>
              </a:spcBef>
              <a:buFont typeface="+mj-lt"/>
              <a:buAutoNum type="arabicPeriod"/>
            </a:pPr>
            <a:r>
              <a:rPr lang="en-US" b="1" i="0" dirty="0">
                <a:solidFill>
                  <a:srgbClr val="404040"/>
                </a:solidFill>
                <a:effectLst/>
                <a:latin typeface="Inter"/>
              </a:rPr>
              <a:t>Applications</a:t>
            </a:r>
            <a:r>
              <a:rPr lang="en-US" b="0" i="0" dirty="0">
                <a:solidFill>
                  <a:srgbClr val="404040"/>
                </a:solidFill>
                <a:effectLst/>
                <a:latin typeface="Inter"/>
              </a:rPr>
              <a:t>: Highlight the primary uses of the satellite data.</a:t>
            </a:r>
          </a:p>
        </p:txBody>
      </p:sp>
    </p:spTree>
    <p:extLst>
      <p:ext uri="{BB962C8B-B14F-4D97-AF65-F5344CB8AC3E}">
        <p14:creationId xmlns:p14="http://schemas.microsoft.com/office/powerpoint/2010/main" val="279275558"/>
      </p:ext>
    </p:extLst>
  </p:cSld>
  <p:clrMapOvr>
    <a:masterClrMapping/>
  </p:clrMapOvr>
</p:sld>
</file>

<file path=ppt/theme/theme1.xml><?xml version="1.0" encoding="utf-8"?>
<a:theme xmlns:a="http://schemas.openxmlformats.org/drawingml/2006/main" name="BrushVTI">
  <a:themeElements>
    <a:clrScheme name="AnalogousFromRegularSeedLeftStep">
      <a:dk1>
        <a:srgbClr val="000000"/>
      </a:dk1>
      <a:lt1>
        <a:srgbClr val="FFFFFF"/>
      </a:lt1>
      <a:dk2>
        <a:srgbClr val="1B2830"/>
      </a:dk2>
      <a:lt2>
        <a:srgbClr val="F0F3F1"/>
      </a:lt2>
      <a:accent1>
        <a:srgbClr val="E32D9B"/>
      </a:accent1>
      <a:accent2>
        <a:srgbClr val="CD1BD1"/>
      </a:accent2>
      <a:accent3>
        <a:srgbClr val="932DE3"/>
      </a:accent3>
      <a:accent4>
        <a:srgbClr val="4E36D6"/>
      </a:accent4>
      <a:accent5>
        <a:srgbClr val="2D5EE3"/>
      </a:accent5>
      <a:accent6>
        <a:srgbClr val="1B98D1"/>
      </a:accent6>
      <a:hlink>
        <a:srgbClr val="349C5D"/>
      </a:hlink>
      <a:folHlink>
        <a:srgbClr val="7F7F7F"/>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otalTime>165</TotalTime>
  <Words>1938</Words>
  <Application>Microsoft Office PowerPoint</Application>
  <PresentationFormat>Widescreen</PresentationFormat>
  <Paragraphs>243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Century Gothic</vt:lpstr>
      <vt:lpstr>Inter</vt:lpstr>
      <vt:lpstr>Times New Roman</vt:lpstr>
      <vt:lpstr>Wingdings</vt:lpstr>
      <vt:lpstr>BrushVTI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Nitish_22DR0312_PPT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NITISH KUMAR</dc:creator>
  <cp:lastModifiedBy>NITISH KUMAR</cp:lastModifiedBy>
  <cp:revision>5</cp:revision>
  <dcterms:created xsi:type="dcterms:W3CDTF">2025-01-15T13:20:20Z</dcterms:created>
  <dcterms:modified xsi:type="dcterms:W3CDTF">2025-02-26T11:59:19Z</dcterms:modified>
</cp:coreProperties>
</file>