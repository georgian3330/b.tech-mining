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8" r:id="rId3"/>
    <p:sldId id="269" r:id="rId4"/>
    <p:sldId id="256" r:id="rId5"/>
    <p:sldId id="267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80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C75D-AF70-D40D-309B-625FC9EBE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2AD1F-5438-4BB5-AA70-0EBC46981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A47A8-C8E5-D66A-EB00-958581EE0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E71B5-0263-BCE0-B944-BB42DA3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5155C-FC74-F0EB-BE33-155B3AEB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458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505CB-CED0-8309-9344-45E152D1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7EE44-6BC2-CDD2-22CE-ED3EB712E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D8C5E-57E5-9540-30C2-C711EE1E9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8C58C-DF11-E4FB-817E-9A392A438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9255D-D3A3-53EA-42E9-07641E000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549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223EE-8FAB-5FC8-2290-427CC57D1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1625C-5813-3BE7-7B7E-EEECA3074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44510-382F-D4E9-6D34-854803715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95915-B970-68F9-EAAC-91A082F00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68D01-4659-2B6C-F99D-37D488D70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117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A1449-C6A3-20DB-B9DE-90B5A8F6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BCEF4-50E7-FE49-4865-083C88E407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227CB-A1BA-8A5D-8354-24EF01BEC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D602A-FDD1-3F6E-0DF7-699AC7727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EF48B-B668-A19F-DCE2-4531AD6C8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B87CD-72D0-4CF9-91C1-D447EE4CB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427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42FE-F026-0438-FFD7-A14C471B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D3397-7D45-F5E1-DE10-18368C10C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69721-80C1-27CC-6312-D0DB00C88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E5337-5283-1ACF-491E-36DF98B32A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22451-0AD2-FFD9-EAC8-7DE644926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0ADF6-77A9-4D38-1667-E4648A42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92AB11-9E53-0977-5391-1169CCD2F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D241C-3E58-7A5A-AA1C-B1B6629AD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347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FDD8-910F-0BC7-B08A-B3CECDDC9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54BD04-CAF2-E7AD-A7B9-F864DC64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9DBB05-3D32-7B9F-9801-50FCB3ED3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B2366-471C-03D4-36A0-F904E321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85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A863D6-1FB3-1DE4-58BD-D424B06A3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B8CB8-2709-F502-9F3F-69BA50D1D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79962-718F-C934-4DDF-F806FE3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521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D16A3-4139-CCFC-CFB9-6BD7940C9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F30A6-EBA3-4BAE-9B40-B9C7DE75F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6452D-897F-165C-9811-7D6683B7E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3249B-D589-BB73-CF19-8C6D66BE6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90070-CA6E-F478-8DCB-4F3913B01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8BD16-C479-1376-C5B2-E9DED078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216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F9CC1-7846-B456-E523-8543AEBC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75D403-0EF3-5B30-9624-D9A70C7B54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65915-0F69-29FA-6D4C-3435CACEE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9624B-B59B-DBEB-8452-544DF6C26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D2C42-08C2-EBF9-B7BB-3427E887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46BAD-1A26-DD43-B6D1-999E22838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677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D5D96-E211-DCE9-C952-801093DCE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B3093-5445-6133-29D2-9C1CADBEA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B3A17-A0FA-86C9-222B-0F455CC26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F7982-BB34-74E6-5FA2-595025F08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18798-E5CB-7C51-037A-55A0F0F98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79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6C2847-814B-F404-320F-53A4A810D4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1CB2A7-432A-8BC2-6416-2AF687977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A5322-EF8C-A570-F51F-5BF25B8AF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98207-EED6-0A3A-4FE8-4E370EC75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9713B-8C8F-7CC1-9C0D-7245FE931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018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483B2-84E8-5B62-9AF0-703C5EEDF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9FAE7-4E89-05ED-55BA-076768415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D9CA-3962-D4DF-7F81-0AE1F295CA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41BE5-BB25-40FD-A0E1-C83F30097D91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A5A74-FB4F-1E8D-EA17-9C2FE8407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F2BC9-83A0-7B7F-82CC-D75A44F64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33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F30DD-1D61-F4BE-5199-EE83C0FF3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E33EC4-BD37-FCDE-EE87-290203B29B38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CC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63840216-F75A-2D50-4645-AC514741DD19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FBA054-A423-396E-B516-C0CEA05A5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66E2A5-0590-5837-BBD2-3498BC110332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C7F5135-754D-2E13-6D36-599D7467E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1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A34526-0476-392D-47ED-BD5E2C3EFEF9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Agenda for Lab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AB8CD9-07E8-72A4-FF7E-862E87D13239}"/>
              </a:ext>
            </a:extLst>
          </p:cNvPr>
          <p:cNvSpPr txBox="1"/>
          <p:nvPr/>
        </p:nvSpPr>
        <p:spPr>
          <a:xfrm>
            <a:off x="766915" y="804145"/>
            <a:ext cx="1053034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to Python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overview: Why it’s essential for data analytics and AI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Basic Syntax of Python: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store data for processing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decision-making in the code, Syntax uses if,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else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main types: for loop for iterating over sequences, and while loop for conditions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(Arithmetic, Comparison, and  Logical)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800100" lvl="1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Introduction to Data Analytics Libraries: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NumPy: Numerical computations and array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Pandas: Data manipulation and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Scikit-learn: Machine learning and predictive modeling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Matplotlib: Data visualization and plotting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2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33AE7-A0B5-7F6D-FF49-8046479A9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391343-DF71-544D-2D6B-F0ED29AAA5C8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CC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1E3B4F94-FFE7-E3B1-FBAF-31D88FFFB291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B797FD-3441-9057-AF8C-EEF22B6B4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FE6563-2D8F-FD91-B2BE-F122CB1404B0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4BBDD433-2B7A-F2C8-A541-5F0F7DB05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2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C947F2-1DFF-282A-A8D9-45AFD37F8956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Agenda for Lab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286795-2A33-A857-BF29-8D1E023BF088}"/>
              </a:ext>
            </a:extLst>
          </p:cNvPr>
          <p:cNvSpPr txBox="1"/>
          <p:nvPr/>
        </p:nvSpPr>
        <p:spPr>
          <a:xfrm>
            <a:off x="766916" y="658774"/>
            <a:ext cx="10462558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Data Visualization Using Matplotlib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graphs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Manipulation</a:t>
            </a:r>
          </a:p>
          <a:p>
            <a:r>
              <a:rPr lang="en-I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Pandas:</a:t>
            </a:r>
            <a:endParaRPr kumimoji="0" lang="en-IN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 cleaning: Handling missing values</a:t>
            </a:r>
            <a:endParaRPr lang="en-IN" sz="20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Imputation techniques: </a:t>
            </a:r>
            <a:endParaRPr lang="en-IN" sz="20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Reshaping and merging datasets</a:t>
            </a:r>
          </a:p>
          <a:p>
            <a:r>
              <a:rPr lang="en-I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Preparing the dataset for ML modelling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Feature Engineering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feature engineering in improving model accuracy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categorical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and scaling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features for non-linear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611869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D1067-4F2D-1B81-D2B3-FB23908D4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B09C9B-4E32-C25B-2399-6DD90FA6CFA2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CC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BBBF04E2-0525-320F-4CE0-8D35F59AF658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C8040A-9893-F609-3223-972B5AC0F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0B1145-E482-262E-1D45-F427ED2E41FB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1D658B30-6001-7915-95E6-9B63F3CF5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3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C0EFE2-C821-244B-D7DA-17004519C969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Agenda for Lab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CD673B-5937-9D9D-F597-73E4C54D9DDC}"/>
              </a:ext>
            </a:extLst>
          </p:cNvPr>
          <p:cNvSpPr txBox="1"/>
          <p:nvPr/>
        </p:nvSpPr>
        <p:spPr>
          <a:xfrm>
            <a:off x="766916" y="804145"/>
            <a:ext cx="814111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7. Dimensionality Reduction (PCA) and Clustering (K-means)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Principal Component Analysis (PCA):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Reduces data dimensions while retaining variance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Useful for visualization and improving model efficiency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K-means Algorithm: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Groups data into clusters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 cases: Customer segmentation, anomaly detection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Supervised Modelling Techniques: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numerical values based on input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Machine: Effective for classification tasks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Neural Networks for Custom Dataset Modelling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train neural networks using TensorFlow/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53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FA3B99-7676-9FB7-A295-A59FDE6F4D32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CC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978C232C-5EB0-28B3-EA13-2F5D8C1B2E27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63764D-7E3F-A683-547A-038920401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5DB7A9-C260-6432-6909-591BD059C87E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A520BD1-3BDF-01A5-4C66-5AA72FAB5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4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47C521-5252-FC77-3A48-404781DF0987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Introduction to Python 	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3E283E-AED0-3EBC-79FE-E99CC075F7C6}"/>
              </a:ext>
            </a:extLst>
          </p:cNvPr>
          <p:cNvSpPr txBox="1"/>
          <p:nvPr/>
        </p:nvSpPr>
        <p:spPr>
          <a:xfrm>
            <a:off x="766916" y="823411"/>
            <a:ext cx="6292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36F662-E547-D8E5-D3D0-2E6C0ADAEA26}"/>
              </a:ext>
            </a:extLst>
          </p:cNvPr>
          <p:cNvSpPr txBox="1"/>
          <p:nvPr/>
        </p:nvSpPr>
        <p:spPr>
          <a:xfrm>
            <a:off x="766915" y="1510039"/>
            <a:ext cx="10087897" cy="4809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Clr>
                <a:srgbClr val="CC0066"/>
              </a:buClr>
              <a:buSzPct val="125000"/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Clr>
                <a:srgbClr val="CC0066"/>
              </a:buClr>
              <a:buSzPct val="125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Python?</a:t>
            </a:r>
          </a:p>
          <a:p>
            <a:pPr marL="285750" indent="-285750">
              <a:lnSpc>
                <a:spcPct val="200000"/>
              </a:lnSpc>
              <a:buClr>
                <a:srgbClr val="CC0066"/>
              </a:buClr>
              <a:buSzPct val="125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Learn Python?</a:t>
            </a:r>
          </a:p>
          <a:p>
            <a:pPr marL="285750" indent="-285750">
              <a:lnSpc>
                <a:spcPct val="200000"/>
              </a:lnSpc>
              <a:buClr>
                <a:srgbClr val="CC0066"/>
              </a:buClr>
              <a:buSzPct val="125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Python</a:t>
            </a:r>
          </a:p>
          <a:p>
            <a:pPr marL="285750" indent="-285750">
              <a:lnSpc>
                <a:spcPct val="200000"/>
              </a:lnSpc>
              <a:buClr>
                <a:srgbClr val="CC0066"/>
              </a:buClr>
              <a:buSzPct val="125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Python to Other Languages</a:t>
            </a:r>
          </a:p>
          <a:p>
            <a:pPr marL="285750" indent="-285750">
              <a:lnSpc>
                <a:spcPct val="200000"/>
              </a:lnSpc>
              <a:buClr>
                <a:srgbClr val="CC0066"/>
              </a:buClr>
              <a:buSzPct val="125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Python</a:t>
            </a:r>
          </a:p>
          <a:p>
            <a:pPr marL="285750" indent="-285750">
              <a:lnSpc>
                <a:spcPct val="200000"/>
              </a:lnSpc>
              <a:buClr>
                <a:srgbClr val="CC0066"/>
              </a:buClr>
              <a:buSzPct val="125000"/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Clr>
                <a:srgbClr val="CC0066"/>
              </a:buClr>
              <a:buSzPct val="125000"/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478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10173-0472-0A9A-BBFE-137FAD816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D608EF-BCD0-732E-6E25-3E9F6845CB07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CC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E6823663-BAE6-19AD-AAB3-4C871C217D3A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791856-4BB8-AAE1-D115-5BEEF9778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888834-09B5-F76C-40E0-FC929B2CD31E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D7E8A782-E415-0FEC-6D35-348E5550B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5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932873-677E-6D41-86C6-2D92E47BD955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Introduction to Python 	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B94530-3F6C-C7FD-D0DA-545A73D30F84}"/>
              </a:ext>
            </a:extLst>
          </p:cNvPr>
          <p:cNvSpPr txBox="1"/>
          <p:nvPr/>
        </p:nvSpPr>
        <p:spPr>
          <a:xfrm>
            <a:off x="766916" y="744650"/>
            <a:ext cx="10491019" cy="369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Clr>
                <a:srgbClr val="CC0066"/>
              </a:buClr>
              <a:buSzPct val="125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interpreted, object-oriented, high-level programming language with dynamic semantics.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high-level built-in data structures, combined with dynamic typing and binding, make it attractive for rapid application development and scripting. </a:t>
            </a:r>
          </a:p>
          <a:p>
            <a:pPr algn="just">
              <a:lnSpc>
                <a:spcPct val="200000"/>
              </a:lnSpc>
              <a:buClr>
                <a:srgbClr val="CC0066"/>
              </a:buClr>
              <a:buSzPct val="125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Python's simple syntax emphasizes readability, reducing program maintenance costs. It supports modularity and code reuse with modules and packages.</a:t>
            </a:r>
          </a:p>
          <a:p>
            <a:pPr marL="285750" indent="-285750" algn="just">
              <a:lnSpc>
                <a:spcPct val="200000"/>
              </a:lnSpc>
              <a:buClr>
                <a:srgbClr val="CC0066"/>
              </a:buClr>
              <a:buSzPct val="125000"/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89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6D18D-33C5-C112-5C7A-3F61F63CD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510C03-0399-0694-73DD-94AB4F58FCAE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CC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5C37879F-433D-D523-4E3A-690E684896AD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6BF75D-E9BA-8996-3366-9C716D82B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1D6CF6-2146-2F3D-8DAE-95CC47DE2F74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EF9A5BB-D376-61F0-4944-62DAC2557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6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DCE3CC-7220-1974-3D57-EE931B70E35E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Introduction to Python 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9A4AD9-C41E-7ECC-D6F8-9FE80D43EB0A}"/>
              </a:ext>
            </a:extLst>
          </p:cNvPr>
          <p:cNvSpPr txBox="1"/>
          <p:nvPr/>
        </p:nvSpPr>
        <p:spPr>
          <a:xfrm>
            <a:off x="766916" y="823411"/>
            <a:ext cx="6292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7C226-80E6-F420-EBC2-3232AE5721E8}"/>
              </a:ext>
            </a:extLst>
          </p:cNvPr>
          <p:cNvSpPr txBox="1"/>
          <p:nvPr/>
        </p:nvSpPr>
        <p:spPr>
          <a:xfrm>
            <a:off x="766915" y="1510039"/>
            <a:ext cx="10087897" cy="369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Clr>
                <a:srgbClr val="CC0066"/>
              </a:buClr>
              <a:buSzPct val="125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Understand what Python is and its key features.</a:t>
            </a:r>
          </a:p>
          <a:p>
            <a:pPr marL="285750" indent="-285750">
              <a:lnSpc>
                <a:spcPct val="200000"/>
              </a:lnSpc>
              <a:buClr>
                <a:srgbClr val="CC0066"/>
              </a:buClr>
              <a:buSzPct val="125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🌟 Explore Python’s applications across various domains.</a:t>
            </a:r>
          </a:p>
          <a:p>
            <a:pPr marL="285750" indent="-285750">
              <a:lnSpc>
                <a:spcPct val="200000"/>
              </a:lnSpc>
              <a:buClr>
                <a:srgbClr val="CC0066"/>
              </a:buClr>
              <a:buSzPct val="125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🛠️ Learn the step-by-step process for data analysis and present data in graphical format for the data trend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Clr>
                <a:srgbClr val="CC0066"/>
              </a:buClr>
              <a:buSzPct val="125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🚀 Run Python programs</a:t>
            </a:r>
          </a:p>
          <a:p>
            <a:pPr marL="285750" indent="-285750">
              <a:lnSpc>
                <a:spcPct val="200000"/>
              </a:lnSpc>
              <a:buClr>
                <a:srgbClr val="CC0066"/>
              </a:buClr>
              <a:buSzPct val="125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📘 Conduct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effectively</a:t>
            </a:r>
          </a:p>
        </p:txBody>
      </p:sp>
    </p:spTree>
    <p:extLst>
      <p:ext uri="{BB962C8B-B14F-4D97-AF65-F5344CB8AC3E}">
        <p14:creationId xmlns:p14="http://schemas.microsoft.com/office/powerpoint/2010/main" val="1001523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E70D6-DDD3-E656-B8D4-B4432D21B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B60575-1CA9-311F-FF63-77A0DCEA5136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CC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73D48D42-5FA3-4E83-87B2-787E2C2EFB6A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671C2C-DEE5-D899-3973-0B4425C20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6CCD7C-990D-896A-0803-2470CB300E66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13AEA263-0CED-11E6-B60E-F4474F21C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7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1B06C1-D696-0535-F0F6-C328DF995F23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Introduction to Python 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BFDFA-92FB-9026-5B4A-549776960928}"/>
              </a:ext>
            </a:extLst>
          </p:cNvPr>
          <p:cNvSpPr txBox="1"/>
          <p:nvPr/>
        </p:nvSpPr>
        <p:spPr>
          <a:xfrm>
            <a:off x="766916" y="823411"/>
            <a:ext cx="6292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Python?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DEB19D-2D8A-1A95-35B6-98588F739A64}"/>
              </a:ext>
            </a:extLst>
          </p:cNvPr>
          <p:cNvSpPr txBox="1"/>
          <p:nvPr/>
        </p:nvSpPr>
        <p:spPr>
          <a:xfrm>
            <a:off x="766916" y="1359496"/>
            <a:ext cx="10087897" cy="4922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🐍 Python is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high-level, interpreted programming language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👨‍💻 Created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Guido van Rossum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1991.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📖 Known for its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simplicity, readability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versatility.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🌍 Widely used in areas like web development, data science, AI, and more.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📦 Object-oriented programming support.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Extensive libraries and frameworks.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🤝 Active community for troubleshooting and resources.</a:t>
            </a:r>
          </a:p>
        </p:txBody>
      </p:sp>
    </p:spTree>
    <p:extLst>
      <p:ext uri="{BB962C8B-B14F-4D97-AF65-F5344CB8AC3E}">
        <p14:creationId xmlns:p14="http://schemas.microsoft.com/office/powerpoint/2010/main" val="3763192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C9190-5170-58D3-BF6B-7EF96BE87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AADCD79-004D-7325-093A-318F30EB6D95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CC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2B8EE17B-493D-4D9B-E430-5B5F8DF7E15B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03BA6A-D100-7EE1-AAD8-29FFAE57E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DE3359-0262-F49B-93C6-66926730FD33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C7189DE-C415-FB84-6351-B841AAC0E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8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18F121-F226-26DD-CC61-B4833502E1EA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Introduction to Python 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9D5675-A582-FBCD-CB9A-EA8D87BC37F6}"/>
              </a:ext>
            </a:extLst>
          </p:cNvPr>
          <p:cNvSpPr txBox="1"/>
          <p:nvPr/>
        </p:nvSpPr>
        <p:spPr>
          <a:xfrm>
            <a:off x="766916" y="823411"/>
            <a:ext cx="6292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Learn Python?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5E5F18-B5CF-1670-D556-6F73203970A5}"/>
              </a:ext>
            </a:extLst>
          </p:cNvPr>
          <p:cNvSpPr txBox="1"/>
          <p:nvPr/>
        </p:nvSpPr>
        <p:spPr>
          <a:xfrm>
            <a:off x="766916" y="1359496"/>
            <a:ext cx="10087897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🧑‍🎓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Learning: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syntax that lowers the entry barrier for beginners.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Support: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programs can run on various operating systems.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Demand: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among the top programming languages in demand.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⚙️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Versatility: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 to diverse domains like web development, automation, and scientific computing.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💼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Opportunities: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Numerous career paths in Python development.</a:t>
            </a:r>
          </a:p>
        </p:txBody>
      </p:sp>
    </p:spTree>
    <p:extLst>
      <p:ext uri="{BB962C8B-B14F-4D97-AF65-F5344CB8AC3E}">
        <p14:creationId xmlns:p14="http://schemas.microsoft.com/office/powerpoint/2010/main" val="726603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501E7-E25C-5B2D-D531-1F699EE02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DF049B-C10B-39C9-AD84-B94F572FED60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CC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7FAD550F-C148-3888-3F89-E237AE45CAFF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E9BE3E-60B4-F239-6613-74DE1D3FE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E16033-7373-3038-026E-1ED4982022C8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BFC28300-8416-D777-555E-60564632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9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D8F67B-5894-F052-842B-00CAF49FD1A1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Introduction to Python 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D6BFB-1B04-80E1-6835-26B655AE0349}"/>
              </a:ext>
            </a:extLst>
          </p:cNvPr>
          <p:cNvSpPr txBox="1"/>
          <p:nvPr/>
        </p:nvSpPr>
        <p:spPr>
          <a:xfrm>
            <a:off x="766916" y="823411"/>
            <a:ext cx="6292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of Python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B49EAE-6834-6842-EBE0-9E4A4ED94AA4}"/>
              </a:ext>
            </a:extLst>
          </p:cNvPr>
          <p:cNvSpPr txBox="1"/>
          <p:nvPr/>
        </p:nvSpPr>
        <p:spPr>
          <a:xfrm>
            <a:off x="766915" y="1304752"/>
            <a:ext cx="9881419" cy="369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✍️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Readable Syntax: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for clarity and simplicity.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🖥️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Interpreted Language: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need for separate compilation steps.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🛠️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Typing: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Variables do not need explicit declaration.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🔓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Source and Free: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Community-driven development with free access.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Write once, run anywhere.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📦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Extensive Standard Library: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Pre-built modules for common tasks.</a:t>
            </a:r>
          </a:p>
        </p:txBody>
      </p:sp>
    </p:spTree>
    <p:extLst>
      <p:ext uri="{BB962C8B-B14F-4D97-AF65-F5344CB8AC3E}">
        <p14:creationId xmlns:p14="http://schemas.microsoft.com/office/powerpoint/2010/main" val="2856217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4DF09-399E-5690-B69E-36C0B72DB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0A98CB-7D43-4DAC-0D39-451D6EFAF81A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CC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7CC243C4-7D56-BEEB-696F-CCB87D0F2323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52A03B-F59B-66AD-60B7-BE8F13D70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52056C-7475-DE56-6A1F-67798FAF8573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92B0BCE6-7F1D-1541-7621-EF406D9B3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10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61CA52-312F-03D5-335D-FF51244D56AE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Introduction to Python 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940D0D-E9F0-71CB-CB5C-C0A39F46259D}"/>
              </a:ext>
            </a:extLst>
          </p:cNvPr>
          <p:cNvSpPr txBox="1"/>
          <p:nvPr/>
        </p:nvSpPr>
        <p:spPr>
          <a:xfrm>
            <a:off x="766916" y="823411"/>
            <a:ext cx="6292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Comparing Python to Other Languages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C94ED5-FC8F-6C52-E00C-5E37BD8871D9}"/>
              </a:ext>
            </a:extLst>
          </p:cNvPr>
          <p:cNvSpPr txBox="1"/>
          <p:nvPr/>
        </p:nvSpPr>
        <p:spPr>
          <a:xfrm>
            <a:off x="766915" y="1304752"/>
            <a:ext cx="988141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🐢 Python programs run slower but are developed faster.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📏 Python code is 3-5 times shorter than Java.</a:t>
            </a: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📦 Python supports object-oriented programming and large-scale development.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📝 JavaScript focuses on functions and variables without class definitions.</a:t>
            </a: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Perl: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🧰 Perl excels in Unix scripting; Python emphasizes readable and maintainable code.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🏗️ Python supports object-oriented and data-structure design methodologies.</a:t>
            </a: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✂️ Python code is 5-10 times shorter than C++.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🔧 Serves as a glue language, combining C++ components efficiently</a:t>
            </a:r>
          </a:p>
        </p:txBody>
      </p:sp>
    </p:spTree>
    <p:extLst>
      <p:ext uri="{BB962C8B-B14F-4D97-AF65-F5344CB8AC3E}">
        <p14:creationId xmlns:p14="http://schemas.microsoft.com/office/powerpoint/2010/main" val="182428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649C4-B71B-62E1-41D6-287D7538B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893B77-1B9A-62E0-C2EC-3303814097B4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CC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409B11CF-9110-9DE0-14DB-E6D13B59939D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D7CDA5-FE17-7FE9-2FC4-37EBDB3A6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4A30C2-B559-07D3-E5AC-5FFFD631E405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3E0CB7E4-A279-8274-CB5E-425AC2180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11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D09830-40AA-9D04-94F0-D7DA6A2B6C49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Introduction to Python 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548A5-D9C9-879C-62CB-9243B6E72FF3}"/>
              </a:ext>
            </a:extLst>
          </p:cNvPr>
          <p:cNvSpPr txBox="1"/>
          <p:nvPr/>
        </p:nvSpPr>
        <p:spPr>
          <a:xfrm>
            <a:off x="766916" y="823411"/>
            <a:ext cx="6292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Python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E8F90C-E2F7-0E1E-341C-F5F30AB2F49B}"/>
              </a:ext>
            </a:extLst>
          </p:cNvPr>
          <p:cNvSpPr txBox="1"/>
          <p:nvPr/>
        </p:nvSpPr>
        <p:spPr>
          <a:xfrm>
            <a:off x="766915" y="1304752"/>
            <a:ext cx="9881419" cy="4307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and Visualization: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Pandas, Matplotlib, Seaborn.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Frameworks like Flask and Django.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AI: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TensorFlow,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Scikit-learn.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🔄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automation and scripting with libraries like Selenium.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🎮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Development: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Libraries such as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2D games.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📡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in embedded systems.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🧮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Computing: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SciPy and NumPy for numerical computations.</a:t>
            </a:r>
          </a:p>
        </p:txBody>
      </p:sp>
    </p:spTree>
    <p:extLst>
      <p:ext uri="{BB962C8B-B14F-4D97-AF65-F5344CB8AC3E}">
        <p14:creationId xmlns:p14="http://schemas.microsoft.com/office/powerpoint/2010/main" val="3965635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D9086-3D90-2FD5-3B59-606F3BBA3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524365-8358-6D49-56AA-032178D97583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CC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78E67D61-8CD5-74AC-15B3-3E02CF3781BD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534F87-B827-2B14-3C7A-CB5F356B6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4B9F4E-8C40-2A46-0E0D-BE1D0A7903E8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6EE1355-CD78-7A40-E89C-DC2885EB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12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FDA6BD-E3BA-75A4-CB77-337F07C3130A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Introduction to Python 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8492DD-B964-B14F-F1F2-1ABDFA4F3468}"/>
              </a:ext>
            </a:extLst>
          </p:cNvPr>
          <p:cNvSpPr txBox="1"/>
          <p:nvPr/>
        </p:nvSpPr>
        <p:spPr>
          <a:xfrm>
            <a:off x="766916" y="823411"/>
            <a:ext cx="6292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Session: Hands-on Learning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5BEA56-1855-2969-66D4-30935E74CDE0}"/>
              </a:ext>
            </a:extLst>
          </p:cNvPr>
          <p:cNvSpPr txBox="1"/>
          <p:nvPr/>
        </p:nvSpPr>
        <p:spPr>
          <a:xfrm>
            <a:off x="766915" y="1304752"/>
            <a:ext cx="9881419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1: 🧮 Create a Python script to calculate the sum of two numbers.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1FD1A3-7627-6316-386A-621C0F9A7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65" y="2240744"/>
            <a:ext cx="8774879" cy="139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756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39306-E381-9592-B1B2-ABE6A9ED4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218A02-0610-23A2-5DBC-261E69BEFB09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CC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ACB51083-B523-77F5-BED7-8620A70C4F75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2278B1-712A-350A-1D80-055D75978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AF3CF0-577C-0715-A37A-BE378CA1C568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9C57EDE-CB92-52B6-B241-787533625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13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C24BD1-2061-C659-69D1-1B872E4C3045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Introduction to Python 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934444-0A1F-643D-BC3E-75E702BDEB39}"/>
              </a:ext>
            </a:extLst>
          </p:cNvPr>
          <p:cNvSpPr txBox="1"/>
          <p:nvPr/>
        </p:nvSpPr>
        <p:spPr>
          <a:xfrm>
            <a:off x="766916" y="823411"/>
            <a:ext cx="6292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Session: Hands-on Learning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FFCE92-321F-919C-7D36-9C37D776B1A5}"/>
              </a:ext>
            </a:extLst>
          </p:cNvPr>
          <p:cNvSpPr txBox="1"/>
          <p:nvPr/>
        </p:nvSpPr>
        <p:spPr>
          <a:xfrm>
            <a:off x="766915" y="1304752"/>
            <a:ext cx="9881419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2: 📐 Write a program to find the square of a numbers.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FAF5E7-91A2-BFCD-5C36-8A35AE21F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22" y="2090355"/>
            <a:ext cx="7903881" cy="89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35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1F194-EA09-9978-BD16-887554EB0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FBB037-DB09-BC6E-6294-7DE0640F279A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CC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58CD3AFD-5314-021D-8D09-C27DA59AC21F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D7F671-692A-55FD-B8A2-AC1A4A4B2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744B19-5A22-C506-752E-3A286E25BCBD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CC0066"/>
          </a:solidFill>
          <a:ln>
            <a:solidFill>
              <a:srgbClr val="CC00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B434FBA-974A-195A-866B-80C50BC86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14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EF29D0-786C-13F5-9420-291809387BB2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Introduction to Python 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7CDE0E-6145-9AD3-6AAB-46037749D0AA}"/>
              </a:ext>
            </a:extLst>
          </p:cNvPr>
          <p:cNvSpPr txBox="1"/>
          <p:nvPr/>
        </p:nvSpPr>
        <p:spPr>
          <a:xfrm>
            <a:off x="766916" y="823411"/>
            <a:ext cx="6292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Session: Hands-on Learning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4FE237-1F3D-D250-5ABA-CB90A959D6A4}"/>
              </a:ext>
            </a:extLst>
          </p:cNvPr>
          <p:cNvSpPr txBox="1"/>
          <p:nvPr/>
        </p:nvSpPr>
        <p:spPr>
          <a:xfrm>
            <a:off x="766915" y="1304752"/>
            <a:ext cx="9881419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3: 📋 Explore the basic usage of lists.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88038-74C2-2E8E-B626-BA4272315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5" y="2028472"/>
            <a:ext cx="8888362" cy="169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47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980</Words>
  <Application>Microsoft Office PowerPoint</Application>
  <PresentationFormat>Widescreen</PresentationFormat>
  <Paragraphs>162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Kapoor Chand Jogson</dc:creator>
  <cp:lastModifiedBy>Kapoor Chand Jogson</cp:lastModifiedBy>
  <cp:revision>3</cp:revision>
  <dcterms:created xsi:type="dcterms:W3CDTF">2025-01-03T16:43:38Z</dcterms:created>
  <dcterms:modified xsi:type="dcterms:W3CDTF">2025-01-04T03:43:35Z</dcterms:modified>
</cp:coreProperties>
</file>