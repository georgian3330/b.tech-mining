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77" r:id="rId4"/>
    <p:sldId id="269" r:id="rId5"/>
    <p:sldId id="267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0808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C75D-AF70-D40D-309B-625FC9EBE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2AD1F-5438-4BB5-AA70-0EBC46981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47A8-C8E5-D66A-EB00-958581EE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E71B5-0263-BCE0-B944-BB42DA3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5155C-FC74-F0EB-BE33-155B3AEB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5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05CB-CED0-8309-9344-45E152D1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EE44-6BC2-CDD2-22CE-ED3EB712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8C5E-57E5-9540-30C2-C711EE1E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C58C-DF11-E4FB-817E-9A392A43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9255D-D3A3-53EA-42E9-07641E00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54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23EE-8FAB-5FC8-2290-427CC57D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1625C-5813-3BE7-7B7E-EEECA307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4510-382F-D4E9-6D34-85480371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5915-B970-68F9-EAAC-91A082F0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8D01-4659-2B6C-F99D-37D488D7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11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1449-C6A3-20DB-B9DE-90B5A8F6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BCEF4-50E7-FE49-4865-083C88E40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227CB-A1BA-8A5D-8354-24EF01BEC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D602A-FDD1-3F6E-0DF7-699AC772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EF48B-B668-A19F-DCE2-4531AD6C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B87CD-72D0-4CF9-91C1-D447EE4C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427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42FE-F026-0438-FFD7-A14C471B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3397-7D45-F5E1-DE10-18368C10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69721-80C1-27CC-6312-D0DB00C88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E5337-5283-1ACF-491E-36DF98B32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22451-0AD2-FFD9-EAC8-7DE644926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0ADF6-77A9-4D38-1667-E4648A42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2AB11-9E53-0977-5391-1169CCD2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241C-3E58-7A5A-AA1C-B1B6629A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4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FDD8-910F-0BC7-B08A-B3CECDDC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4BD04-CAF2-E7AD-A7B9-F864DC64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DBB05-3D32-7B9F-9801-50FCB3ED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B2366-471C-03D4-36A0-F904E321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85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863D6-1FB3-1DE4-58BD-D424B06A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B8CB8-2709-F502-9F3F-69BA50D1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79962-718F-C934-4DDF-F806FE3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2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16A3-4139-CCFC-CFB9-6BD7940C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30A6-EBA3-4BAE-9B40-B9C7DE75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6452D-897F-165C-9811-7D6683B7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3249B-D589-BB73-CF19-8C6D66BE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90070-CA6E-F478-8DCB-4F3913B0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BD16-C479-1376-C5B2-E9DED07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1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9CC1-7846-B456-E523-8543AEBC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5D403-0EF3-5B30-9624-D9A70C7B5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65915-0F69-29FA-6D4C-3435CACEE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9624B-B59B-DBEB-8452-544DF6C2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D2C42-08C2-EBF9-B7BB-3427E887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46BAD-1A26-DD43-B6D1-999E2283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67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5D96-E211-DCE9-C952-801093DC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B3093-5445-6133-29D2-9C1CADBEA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3A17-A0FA-86C9-222B-0F455CC2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F7982-BB34-74E6-5FA2-595025F0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8798-E5CB-7C51-037A-55A0F0F9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79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C2847-814B-F404-320F-53A4A810D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CB2A7-432A-8BC2-6416-2AF687977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A5322-EF8C-A570-F51F-5BF25B8A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8207-EED6-0A3A-4FE8-4E370EC7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9713B-8C8F-7CC1-9C0D-7245FE93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483B2-84E8-5B62-9AF0-703C5EED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9FAE7-4E89-05ED-55BA-07676841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D9CA-3962-D4DF-7F81-0AE1F295C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41BE5-BB25-40FD-A0E1-C83F30097D91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A74-FB4F-1E8D-EA17-9C2FE8407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2BC9-83A0-7B7F-82CC-D75A44F64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67F31-86A7-466A-9D90-E5E34F2ED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3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30DD-1D61-F4BE-5199-EE83C0FF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E33EC4-BD37-FCDE-EE87-290203B29B38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63840216-F75A-2D50-4645-AC514741DD19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BA054-A423-396E-B516-C0CEA05A5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6E2A5-0590-5837-BBD2-3498BC110332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C7F5135-754D-2E13-6D36-599D7467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34526-0476-392D-47ED-BD5E2C3EFEF9}"/>
              </a:ext>
            </a:extLst>
          </p:cNvPr>
          <p:cNvSpPr txBox="1"/>
          <p:nvPr/>
        </p:nvSpPr>
        <p:spPr>
          <a:xfrm>
            <a:off x="780176" y="2938083"/>
            <a:ext cx="10637241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0" i="0" u="none" strike="noStrike" baseline="0" dirty="0">
                <a:solidFill>
                  <a:srgbClr val="C00000"/>
                </a:solidFill>
                <a:latin typeface="Algerian" panose="04020705040A02060702" pitchFamily="82" charset="0"/>
              </a:rPr>
              <a:t>AIM: </a:t>
            </a:r>
            <a:endParaRPr lang="en-US" sz="2800" b="1" i="0" u="none" strike="noStrike" baseline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Basic syntax of python in term of variables, conditional statement, loops, operator and function</a:t>
            </a:r>
            <a:endParaRPr lang="en-IN" sz="2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2913D2-B22B-4A26-D3E1-AAC7853CBD5F}"/>
              </a:ext>
            </a:extLst>
          </p:cNvPr>
          <p:cNvSpPr txBox="1"/>
          <p:nvPr/>
        </p:nvSpPr>
        <p:spPr>
          <a:xfrm>
            <a:off x="5547203" y="1538774"/>
            <a:ext cx="1737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Vineta BT" panose="04020906050602070202" pitchFamily="82" charset="0"/>
                <a:ea typeface="Tahoma" panose="020B0604030504040204" pitchFamily="34" charset="0"/>
                <a:cs typeface="Times New Roman" panose="02020603050405020304" pitchFamily="18" charset="0"/>
              </a:rPr>
              <a:t>Lab-2</a:t>
            </a:r>
            <a:endParaRPr lang="en-IN" sz="2800" b="1" dirty="0">
              <a:solidFill>
                <a:srgbClr val="C00000"/>
              </a:solidFill>
              <a:latin typeface="Vineta BT" panose="04020906050602070202" pitchFamily="82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2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3AE7-A0B5-7F6D-FF49-8046479A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391343-DF71-544D-2D6B-F0ED29AAA5C8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1E3B4F94-FFE7-E3B1-FBAF-31D88FFFB291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797FD-3441-9057-AF8C-EEF22B6B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E6563-2D8F-FD91-B2BE-F122CB1404B0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BBDD433-2B7A-F2C8-A541-5F0F7DB0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2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947F2-1DFF-282A-A8D9-45AFD37F8956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Agenda: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86795-2A33-A857-BF29-8D1E023BF088}"/>
              </a:ext>
            </a:extLst>
          </p:cNvPr>
          <p:cNvSpPr txBox="1"/>
          <p:nvPr/>
        </p:nvSpPr>
        <p:spPr>
          <a:xfrm>
            <a:off x="766916" y="658774"/>
            <a:ext cx="10462558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Variables</a:t>
            </a:r>
          </a:p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</a:p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</a:p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457200" lvl="0" indent="-457200">
              <a:lnSpc>
                <a:spcPct val="250000"/>
              </a:lnSpc>
              <a:buAutoNum type="arabicPeriod"/>
              <a:defRPr/>
            </a:pPr>
            <a:r>
              <a:rPr lang="en-I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Examples</a:t>
            </a:r>
          </a:p>
        </p:txBody>
      </p:sp>
    </p:spTree>
    <p:extLst>
      <p:ext uri="{BB962C8B-B14F-4D97-AF65-F5344CB8AC3E}">
        <p14:creationId xmlns:p14="http://schemas.microsoft.com/office/powerpoint/2010/main" val="161186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1A56-1A74-DA2C-F3F3-8D20F49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15E631-08AE-C4A1-8676-C306445ADA3B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FA240A29-35B1-CD86-483E-67A15A033137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D01CB4-0395-668F-DC8D-6932483E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234496-166D-98D5-BE4D-52A29713FD01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74C727D-0BB3-7A0E-4D41-B9BF267F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3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DFE02-07F4-2724-CC87-1865B2AD6976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Variables in Python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C12A9-CC04-54B9-D688-6C9CBFD23D21}"/>
              </a:ext>
            </a:extLst>
          </p:cNvPr>
          <p:cNvSpPr txBox="1"/>
          <p:nvPr/>
        </p:nvSpPr>
        <p:spPr>
          <a:xfrm>
            <a:off x="766916" y="804145"/>
            <a:ext cx="814111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 for storing data values.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21FAB-FAB4-8F17-7CE6-D9AB4C519A56}"/>
              </a:ext>
            </a:extLst>
          </p:cNvPr>
          <p:cNvSpPr txBox="1"/>
          <p:nvPr/>
        </p:nvSpPr>
        <p:spPr>
          <a:xfrm>
            <a:off x="766916" y="1302808"/>
            <a:ext cx="8617058" cy="465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Assignment of variables</a:t>
            </a:r>
          </a:p>
          <a:p>
            <a:pPr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size = 40 </a:t>
            </a:r>
          </a:p>
          <a:p>
            <a:pPr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= b = c = 3  </a:t>
            </a:r>
            <a:endParaRPr lang="en-IN" sz="2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Data types: integer, float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Strings: 'hello world', 'it\'s hot’ </a:t>
            </a:r>
          </a:p>
          <a:p>
            <a:pPr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     "bye world”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Array also known as List: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–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container that holds a number of other objects, in a given order </a:t>
            </a:r>
          </a:p>
          <a:p>
            <a:pPr>
              <a:lnSpc>
                <a:spcPct val="150000"/>
              </a:lnSpc>
            </a:pPr>
            <a:r>
              <a:rPr lang="en-IN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Defined in square brackets </a:t>
            </a: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= [1, 2, 3, 4, 5]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7530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1067-4F2D-1B81-D2B3-FB23908D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B09C9B-4E32-C25B-2399-6DD90FA6CFA2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BBBF04E2-0525-320F-4CE0-8D35F59AF658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C8040A-9893-F609-3223-972B5AC0F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0B1145-E482-262E-1D45-F427ED2E41FB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D658B30-6001-7915-95E6-9B63F3CF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4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EFE2-C821-244B-D7DA-17004519C969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Variables in Python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D673B-5937-9D9D-F597-73E4C54D9DDC}"/>
              </a:ext>
            </a:extLst>
          </p:cNvPr>
          <p:cNvSpPr txBox="1"/>
          <p:nvPr/>
        </p:nvSpPr>
        <p:spPr>
          <a:xfrm>
            <a:off x="766916" y="804145"/>
            <a:ext cx="814111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start with a letter or underscore (_).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start with a number.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only contain alphanumeric characters and underscores.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6E24C-7540-C2EF-3DC3-971680A61B8E}"/>
              </a:ext>
            </a:extLst>
          </p:cNvPr>
          <p:cNvSpPr txBox="1"/>
          <p:nvPr/>
        </p:nvSpPr>
        <p:spPr>
          <a:xfrm>
            <a:off x="766916" y="3402688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38197B-91E0-E827-132E-D9E4FFFD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40" y="3933398"/>
            <a:ext cx="5992167" cy="139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3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0173-0472-0A9A-BBFE-137FAD81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608EF-BCD0-732E-6E25-3E9F6845CB07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E6823663-BAE6-19AD-AAB3-4C871C217D3A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91856-4BB8-AAE1-D115-5BEEF977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888834-09B5-F76C-40E0-FC929B2CD31E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7E8A782-E415-0FEC-6D35-348E5550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5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32873-677E-6D41-86C6-2D92E47BD955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Conditional Statements </a:t>
            </a:r>
            <a:r>
              <a:rPr lang="en-IN" sz="2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</a:rPr>
              <a:t>(if else)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94530-3F6C-C7FD-D0DA-545A73D30F84}"/>
              </a:ext>
            </a:extLst>
          </p:cNvPr>
          <p:cNvSpPr txBox="1"/>
          <p:nvPr/>
        </p:nvSpPr>
        <p:spPr>
          <a:xfrm>
            <a:off x="766916" y="744650"/>
            <a:ext cx="10491019" cy="614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constructs.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777757-3A48-B114-338A-49E49D10B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08" y="2164073"/>
            <a:ext cx="6421250" cy="1870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C2EF9-551F-F5E4-6E31-5CBA95662E9A}"/>
              </a:ext>
            </a:extLst>
          </p:cNvPr>
          <p:cNvSpPr txBox="1"/>
          <p:nvPr/>
        </p:nvSpPr>
        <p:spPr>
          <a:xfrm>
            <a:off x="766916" y="4105916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D9973E-3F2E-B8B0-E781-3BB860FE4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08" y="4618496"/>
            <a:ext cx="6421250" cy="14948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5F2271-5F20-A137-15AF-783A1D17B7EE}"/>
              </a:ext>
            </a:extLst>
          </p:cNvPr>
          <p:cNvSpPr txBox="1"/>
          <p:nvPr/>
        </p:nvSpPr>
        <p:spPr>
          <a:xfrm>
            <a:off x="766916" y="1651493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</p:txBody>
      </p:sp>
    </p:spTree>
    <p:extLst>
      <p:ext uri="{BB962C8B-B14F-4D97-AF65-F5344CB8AC3E}">
        <p14:creationId xmlns:p14="http://schemas.microsoft.com/office/powerpoint/2010/main" val="414889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007BD-518F-1166-551C-E5524F2D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337C23-9CD9-DF99-727A-46C0FACAFF72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D532D168-579F-89F5-ACAD-C4AE4A1671D3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F993A-FE4A-7BEE-7E78-28EC93539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D6258-5F58-D472-AFF0-7E97D45F3572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696A588-5A82-95FC-7E1F-4E436B78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6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AAE70-959C-D55B-DA14-A3128242FF81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Loops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100DCF-F9FB-CD13-1E1C-1B55E95F192A}"/>
              </a:ext>
            </a:extLst>
          </p:cNvPr>
          <p:cNvSpPr txBox="1"/>
          <p:nvPr/>
        </p:nvSpPr>
        <p:spPr>
          <a:xfrm>
            <a:off x="766916" y="744650"/>
            <a:ext cx="10491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2BA98-A6CF-425C-9083-1CD611646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06" y="2695387"/>
            <a:ext cx="7783947" cy="9079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4E7A6-E59D-6084-F721-3DAC39B0520E}"/>
              </a:ext>
            </a:extLst>
          </p:cNvPr>
          <p:cNvSpPr txBox="1"/>
          <p:nvPr/>
        </p:nvSpPr>
        <p:spPr>
          <a:xfrm>
            <a:off x="786105" y="3854836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053719-46BD-8C69-8C9D-3D35312EE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05" y="4383083"/>
            <a:ext cx="7270679" cy="9932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AEC773-EFB4-3ED7-9DCD-1546D9E3A0F4}"/>
              </a:ext>
            </a:extLst>
          </p:cNvPr>
          <p:cNvSpPr txBox="1"/>
          <p:nvPr/>
        </p:nvSpPr>
        <p:spPr>
          <a:xfrm>
            <a:off x="766916" y="2247814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91ABD-D8BD-B4F9-EFEB-6DE278ABA6BA}"/>
              </a:ext>
            </a:extLst>
          </p:cNvPr>
          <p:cNvSpPr txBox="1"/>
          <p:nvPr/>
        </p:nvSpPr>
        <p:spPr>
          <a:xfrm>
            <a:off x="763292" y="1606424"/>
            <a:ext cx="6295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Iterates over a sequence.</a:t>
            </a:r>
          </a:p>
        </p:txBody>
      </p:sp>
    </p:spTree>
    <p:extLst>
      <p:ext uri="{BB962C8B-B14F-4D97-AF65-F5344CB8AC3E}">
        <p14:creationId xmlns:p14="http://schemas.microsoft.com/office/powerpoint/2010/main" val="251522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4B8D-220C-4EAC-19BD-B62C16FB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46483-76E2-F59E-1B4E-9770D55316BB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4D45746E-F9D9-A8ED-85DA-69F88154B861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A4BCEC-6515-B51A-B876-53C2AE017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5BC028-C5FA-23F1-085C-BBD0F9B80874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852E272-F684-ABF8-7C99-6885C86F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7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F2B1C-41A1-B432-8926-1A184D66C5D0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Loops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817C2-0ABA-AE6B-0731-031AC0F43DF5}"/>
              </a:ext>
            </a:extLst>
          </p:cNvPr>
          <p:cNvSpPr txBox="1"/>
          <p:nvPr/>
        </p:nvSpPr>
        <p:spPr>
          <a:xfrm>
            <a:off x="850490" y="842178"/>
            <a:ext cx="10491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751CD3-8851-50B0-80EF-FA51073CF1CB}"/>
              </a:ext>
            </a:extLst>
          </p:cNvPr>
          <p:cNvSpPr txBox="1"/>
          <p:nvPr/>
        </p:nvSpPr>
        <p:spPr>
          <a:xfrm>
            <a:off x="766916" y="3798398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7681F6-523C-63C4-512B-3DB62AD0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86" y="2751610"/>
            <a:ext cx="6457149" cy="8284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8E2EA1-49BD-A0FD-F2B3-CCA1EA097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6" y="4386021"/>
            <a:ext cx="6068356" cy="12708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008327-1866-AD73-611F-421196ECBA20}"/>
              </a:ext>
            </a:extLst>
          </p:cNvPr>
          <p:cNvSpPr txBox="1"/>
          <p:nvPr/>
        </p:nvSpPr>
        <p:spPr>
          <a:xfrm>
            <a:off x="859386" y="2228981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44C186-D6FE-5334-3276-261AB87341AD}"/>
              </a:ext>
            </a:extLst>
          </p:cNvPr>
          <p:cNvSpPr txBox="1"/>
          <p:nvPr/>
        </p:nvSpPr>
        <p:spPr>
          <a:xfrm>
            <a:off x="855762" y="1544513"/>
            <a:ext cx="6295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as long as a condition is true.</a:t>
            </a:r>
          </a:p>
        </p:txBody>
      </p:sp>
    </p:spTree>
    <p:extLst>
      <p:ext uri="{BB962C8B-B14F-4D97-AF65-F5344CB8AC3E}">
        <p14:creationId xmlns:p14="http://schemas.microsoft.com/office/powerpoint/2010/main" val="276582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504DC-1078-875D-B855-DF5CA0CB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2DEE66-3AE4-CBFF-1F57-E27369BFD6A8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2EBF81AB-D2DD-DC42-1552-AE34A6515376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CB837-03BD-CE58-CE19-182592CD5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CDFC04-6E38-1B04-AFBD-58E4EB2B2DD1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4FCAB3-0875-BD6B-6F63-4716C29D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8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B8195-06EE-912C-1D38-38B8AE75E71D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Operators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44962-16E1-C784-277B-291E34C3BE19}"/>
              </a:ext>
            </a:extLst>
          </p:cNvPr>
          <p:cNvSpPr txBox="1"/>
          <p:nvPr/>
        </p:nvSpPr>
        <p:spPr>
          <a:xfrm>
            <a:off x="817249" y="1505286"/>
            <a:ext cx="10491019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 -, *, /, %, **, //</a:t>
            </a:r>
          </a:p>
          <a:p>
            <a:pPr marL="342900" indent="-342900" algn="just">
              <a:lnSpc>
                <a:spcPct val="150000"/>
              </a:lnSpc>
              <a:buClr>
                <a:srgbClr val="006666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+ b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==, !=, &gt;, &lt;, &gt;=, &lt;=</a:t>
            </a:r>
          </a:p>
          <a:p>
            <a:pPr marL="342900" indent="-342900" algn="just">
              <a:lnSpc>
                <a:spcPct val="150000"/>
              </a:lnSpc>
              <a:buClr>
                <a:srgbClr val="006666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x &gt; y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or, not</a:t>
            </a:r>
          </a:p>
          <a:p>
            <a:pPr marL="342900" indent="-342900" algn="just">
              <a:lnSpc>
                <a:spcPct val="150000"/>
              </a:lnSpc>
              <a:buClr>
                <a:srgbClr val="006666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&gt; b and b &gt; c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=, +=, -=, *=, /=</a:t>
            </a:r>
          </a:p>
          <a:p>
            <a:pPr marL="342900" indent="-342900" algn="just">
              <a:lnSpc>
                <a:spcPct val="150000"/>
              </a:lnSpc>
              <a:buClr>
                <a:srgbClr val="006666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x += 5</a:t>
            </a:r>
          </a:p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&amp;, |, ^, ~, &lt;&lt;, &gt;&gt;</a:t>
            </a:r>
          </a:p>
          <a:p>
            <a:pPr marL="342900" indent="-342900" algn="just">
              <a:lnSpc>
                <a:spcPct val="150000"/>
              </a:lnSpc>
              <a:buClr>
                <a:srgbClr val="006666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&amp;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65B01-828A-91D2-F60C-7A8FD88B69A1}"/>
              </a:ext>
            </a:extLst>
          </p:cNvPr>
          <p:cNvSpPr txBox="1"/>
          <p:nvPr/>
        </p:nvSpPr>
        <p:spPr>
          <a:xfrm>
            <a:off x="817249" y="941659"/>
            <a:ext cx="6295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Operators</a:t>
            </a:r>
          </a:p>
        </p:txBody>
      </p:sp>
    </p:spTree>
    <p:extLst>
      <p:ext uri="{BB962C8B-B14F-4D97-AF65-F5344CB8AC3E}">
        <p14:creationId xmlns:p14="http://schemas.microsoft.com/office/powerpoint/2010/main" val="321881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EB30-95BB-919B-B030-FCE77EF3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DCC0B3-EB17-E90B-8F19-6F9F5938B729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47C9C03E-185E-A058-243D-14296F32BCCC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2B41BD-C431-DF14-C398-674A78E72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1F3921-4154-6256-EAE9-4B0E54634D9F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7009BC6-1BF3-EA82-8AA0-66ECB3FC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9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2C3CB-B997-A256-41A2-82C2C2E286C4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D34BA-30B9-75AA-5908-E4ACD38A422D}"/>
              </a:ext>
            </a:extLst>
          </p:cNvPr>
          <p:cNvSpPr txBox="1"/>
          <p:nvPr/>
        </p:nvSpPr>
        <p:spPr>
          <a:xfrm>
            <a:off x="766916" y="744650"/>
            <a:ext cx="10491019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CC0066"/>
              </a:buClr>
              <a:buSzPct val="1250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blocks of code.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CDAD7-6A28-C40B-C8D0-23B3765FEB0A}"/>
              </a:ext>
            </a:extLst>
          </p:cNvPr>
          <p:cNvSpPr txBox="1"/>
          <p:nvPr/>
        </p:nvSpPr>
        <p:spPr>
          <a:xfrm>
            <a:off x="852157" y="1348865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9646B-DC30-690D-8F0A-F620F3F4D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57" y="1823749"/>
            <a:ext cx="4807197" cy="8636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24D068-9A56-BDC1-4E3D-87E634F3CB53}"/>
              </a:ext>
            </a:extLst>
          </p:cNvPr>
          <p:cNvSpPr txBox="1"/>
          <p:nvPr/>
        </p:nvSpPr>
        <p:spPr>
          <a:xfrm>
            <a:off x="766916" y="2937641"/>
            <a:ext cx="629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865E32-6095-1362-891C-B314F8B5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57" y="3441764"/>
            <a:ext cx="5081847" cy="138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5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73F1-B9AA-7592-0E9B-D0EDB0FA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1E3788-CEB1-C01B-C350-E2358133D6B5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1D853608-2904-76D9-A365-32463743C3A8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0FB844-53B8-BF67-CBFF-2F3704AB6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B9077C-F5E2-A023-EABA-A61E8248B1A6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33FBD35-4C35-61CE-9ADA-64BF56E9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10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D77DA-9A9B-26D7-712C-4C854E464016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D91E6-1173-5AF5-C8E2-8AEE07934B32}"/>
              </a:ext>
            </a:extLst>
          </p:cNvPr>
          <p:cNvSpPr txBox="1"/>
          <p:nvPr/>
        </p:nvSpPr>
        <p:spPr>
          <a:xfrm>
            <a:off x="766916" y="744650"/>
            <a:ext cx="10491019" cy="453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300000"/>
              </a:lnSpc>
              <a:buClr>
                <a:srgbClr val="0066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store data.</a:t>
            </a:r>
          </a:p>
          <a:p>
            <a:pPr marL="342900" indent="-342900" algn="just">
              <a:lnSpc>
                <a:spcPct val="300000"/>
              </a:lnSpc>
              <a:buClr>
                <a:srgbClr val="0066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help in decision-making.</a:t>
            </a:r>
          </a:p>
          <a:p>
            <a:pPr marL="342900" indent="-342900" algn="just">
              <a:lnSpc>
                <a:spcPct val="300000"/>
              </a:lnSpc>
              <a:buClr>
                <a:srgbClr val="0066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are used for iteration.</a:t>
            </a:r>
          </a:p>
          <a:p>
            <a:pPr marL="342900" indent="-342900" algn="just">
              <a:lnSpc>
                <a:spcPct val="300000"/>
              </a:lnSpc>
              <a:buClr>
                <a:srgbClr val="0066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perform operations on variables.</a:t>
            </a:r>
          </a:p>
          <a:p>
            <a:pPr marL="342900" indent="-342900" algn="just">
              <a:lnSpc>
                <a:spcPct val="300000"/>
              </a:lnSpc>
              <a:buClr>
                <a:srgbClr val="006666"/>
              </a:buClr>
              <a:buSzPct val="125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make code reusable and organized.</a:t>
            </a:r>
          </a:p>
        </p:txBody>
      </p:sp>
    </p:spTree>
    <p:extLst>
      <p:ext uri="{BB962C8B-B14F-4D97-AF65-F5344CB8AC3E}">
        <p14:creationId xmlns:p14="http://schemas.microsoft.com/office/powerpoint/2010/main" val="2899191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E3FD-088B-278F-E161-15477D72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96E8CB-437E-5E93-441A-BF26F4F1F53B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723F912F-0B3E-241D-2A4D-01DDDAA1EE00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EDE6D-6FD3-BBE0-D602-488E995F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769517-077D-C3D1-4833-3CF65101F309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B4E3C8F-182B-385C-A3BA-74570802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11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2F808-3715-05B3-CBBF-C10ADEC72098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Hands-On Examples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9F4EE4-E787-A048-E5C8-C0B5CAF4B305}"/>
              </a:ext>
            </a:extLst>
          </p:cNvPr>
          <p:cNvSpPr txBox="1"/>
          <p:nvPr/>
        </p:nvSpPr>
        <p:spPr>
          <a:xfrm>
            <a:off x="766916" y="797558"/>
            <a:ext cx="1049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Write a program to check if a number is even or odd.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240C5-45A2-00F2-BB38-80D5E483A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1356129"/>
            <a:ext cx="9387601" cy="233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20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CF4B-E6B0-902E-93A9-07789539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C784DD-16B0-583E-B997-91BC853DAB47}"/>
              </a:ext>
            </a:extLst>
          </p:cNvPr>
          <p:cNvCxnSpPr>
            <a:cxnSpLocks/>
          </p:cNvCxnSpPr>
          <p:nvPr/>
        </p:nvCxnSpPr>
        <p:spPr>
          <a:xfrm>
            <a:off x="0" y="639097"/>
            <a:ext cx="12192000" cy="0"/>
          </a:xfrm>
          <a:prstGeom prst="line">
            <a:avLst/>
          </a:prstGeom>
          <a:ln w="76200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982;p32">
            <a:extLst>
              <a:ext uri="{FF2B5EF4-FFF2-40B4-BE49-F238E27FC236}">
                <a16:creationId xmlns:a16="http://schemas.microsoft.com/office/drawing/2014/main" id="{298F3F6A-14A2-66B9-3228-B61FC2C2468B}"/>
              </a:ext>
            </a:extLst>
          </p:cNvPr>
          <p:cNvSpPr txBox="1">
            <a:spLocks/>
          </p:cNvSpPr>
          <p:nvPr/>
        </p:nvSpPr>
        <p:spPr>
          <a:xfrm>
            <a:off x="1" y="6535611"/>
            <a:ext cx="12191999" cy="3317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txBody>
          <a:bodyPr spcFirstLastPara="1" wrap="square" lIns="121055" tIns="121055" rIns="121055" bIns="121055" anchor="ctr" anchorCtr="0">
            <a:noAutofit/>
          </a:bodyPr>
          <a:lstStyle/>
          <a:p>
            <a:pPr algn="r" defTabSz="217719">
              <a:buClr>
                <a:schemeClr val="accent2"/>
              </a:buClr>
              <a:buSzPts val="5200"/>
              <a:defRPr/>
            </a:pPr>
            <a:endParaRPr lang="en-US" sz="1400" kern="0" dirty="0">
              <a:solidFill>
                <a:srgbClr val="FFFF00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3D0BE1-72E4-5B3F-73C1-D23ABE97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946" y="6535611"/>
            <a:ext cx="322054" cy="31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9F0D9A-9B73-E506-DF30-B33F1DFC6DB2}"/>
              </a:ext>
            </a:extLst>
          </p:cNvPr>
          <p:cNvSpPr txBox="1"/>
          <p:nvPr/>
        </p:nvSpPr>
        <p:spPr>
          <a:xfrm>
            <a:off x="10308566" y="6555287"/>
            <a:ext cx="1561380" cy="292388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IIT(ISM), </a:t>
            </a:r>
            <a:r>
              <a:rPr lang="en-US" sz="1300" b="1" kern="0" dirty="0">
                <a:solidFill>
                  <a:srgbClr val="FFFF00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Dhanbad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7C5CBE9-BF1B-0485-60AE-CF952FCA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287"/>
            <a:ext cx="2743200" cy="292388"/>
          </a:xfrm>
        </p:spPr>
        <p:txBody>
          <a:bodyPr/>
          <a:lstStyle/>
          <a:p>
            <a:pPr algn="l"/>
            <a:fld id="{3BA88FF3-083A-497A-89C5-A21A905735EB}" type="slidenum">
              <a:rPr lang="en-IN" sz="1000" b="1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12</a:t>
            </a:fld>
            <a:endParaRPr lang="en-IN" sz="1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CEA3C-1876-03CB-AA6B-5EDE1AAFAB7A}"/>
              </a:ext>
            </a:extLst>
          </p:cNvPr>
          <p:cNvSpPr txBox="1"/>
          <p:nvPr/>
        </p:nvSpPr>
        <p:spPr>
          <a:xfrm>
            <a:off x="766916" y="10325"/>
            <a:ext cx="1066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Hands-On Examples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432FC-584B-7D54-0984-DA608455D5AC}"/>
              </a:ext>
            </a:extLst>
          </p:cNvPr>
          <p:cNvSpPr txBox="1"/>
          <p:nvPr/>
        </p:nvSpPr>
        <p:spPr>
          <a:xfrm>
            <a:off x="766916" y="797558"/>
            <a:ext cx="1049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CC0066"/>
              </a:buClr>
              <a:buSzPct val="125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Create a function to calculate the factorial of a number.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E36CC-5B02-D761-E9A9-46327482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1217344"/>
            <a:ext cx="7284449" cy="236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7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419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Times New Roman</vt:lpstr>
      <vt:lpstr>Vineta BT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Kapoor Chand Jogson</dc:creator>
  <cp:lastModifiedBy>Kapoor Chand</cp:lastModifiedBy>
  <cp:revision>5</cp:revision>
  <cp:lastPrinted>2025-01-09T18:51:30Z</cp:lastPrinted>
  <dcterms:created xsi:type="dcterms:W3CDTF">2025-01-03T16:43:38Z</dcterms:created>
  <dcterms:modified xsi:type="dcterms:W3CDTF">2025-01-10T04:13:27Z</dcterms:modified>
</cp:coreProperties>
</file>