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Manual Conversion of a Nonlinear Optimization Problem into Chromosomes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Genetic Algorithms – Classroom Explanation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Define the Nonlinear Optimization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Problem:</a:t>
            </a:r>
          </a:p>
          <a:p>
            <a:r>
              <a:t>Maximize f(x, y) = x² + y²</a:t>
            </a:r>
          </a:p>
          <a:p>
            <a:r>
              <a:t>Subject to: x, y ∈ [-5, 5]</a:t>
            </a:r>
          </a:p>
          <a:p>
            <a:endParaRPr/>
          </a:p>
          <a:p>
            <a:r>
              <a:t>Goal: Find x and y that maximize f(x, y).</a:t>
            </a:r>
          </a:p>
          <a:p>
            <a:r>
              <a:t>This is a simple nonlinear optimization problem.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Chromosome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Each variable becomes a gene:</a:t>
            </a:r>
          </a:p>
          <a:p>
            <a:r>
              <a:rPr sz="2000" dirty="0"/>
              <a:t>→ x = Gene 1</a:t>
            </a:r>
          </a:p>
          <a:p>
            <a:r>
              <a:rPr sz="2000" dirty="0"/>
              <a:t>→ y = Gene 2</a:t>
            </a:r>
          </a:p>
          <a:p>
            <a:endParaRPr sz="2000" dirty="0"/>
          </a:p>
          <a:p>
            <a:r>
              <a:rPr sz="2000" dirty="0"/>
              <a:t>Each possible solution (x, y) is a chromosome:</a:t>
            </a:r>
          </a:p>
          <a:p>
            <a:r>
              <a:rPr sz="2000" dirty="0"/>
              <a:t>[x, y]</a:t>
            </a:r>
          </a:p>
          <a:p>
            <a:endParaRPr sz="2000" dirty="0"/>
          </a:p>
          <a:p>
            <a:r>
              <a:rPr sz="2000" dirty="0"/>
              <a:t>Example population:</a:t>
            </a:r>
          </a:p>
          <a:p>
            <a:r>
              <a:rPr sz="2000" dirty="0"/>
              <a:t>1: [2.5, -1.3]</a:t>
            </a:r>
          </a:p>
          <a:p>
            <a:r>
              <a:rPr sz="2000" dirty="0"/>
              <a:t>2: [-4.8, 0.9]</a:t>
            </a:r>
          </a:p>
          <a:p>
            <a:r>
              <a:rPr sz="2000" dirty="0"/>
              <a:t>3: [1.2, 3.7]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Define the Fitness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Fitness represents how good a chromosome is.</a:t>
            </a:r>
          </a:p>
          <a:p>
            <a:pPr marL="0" indent="0">
              <a:buNone/>
            </a:pPr>
            <a:r>
              <a:rPr dirty="0"/>
              <a:t>For maximization:</a:t>
            </a:r>
          </a:p>
          <a:p>
            <a:r>
              <a:rPr dirty="0"/>
              <a:t>Fitness(x, y) = f(x, y) = x² + y²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Chromosome [5.0, 4.8] → Fitness = 5² + 4.8² = 48.04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Apply Genetic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Selection → Choose fitter parents</a:t>
            </a:r>
          </a:p>
          <a:p>
            <a:r>
              <a:t>   Example: Select [4.5, -0.7] and [5.0, 4.8]</a:t>
            </a:r>
          </a:p>
          <a:p>
            <a:endParaRPr/>
          </a:p>
          <a:p>
            <a:r>
              <a:t>2. Crossover → Mix parent genes</a:t>
            </a:r>
          </a:p>
          <a:p>
            <a:r>
              <a:t>   Example: Child = [4.75, 2.05]</a:t>
            </a:r>
          </a:p>
          <a:p>
            <a:endParaRPr/>
          </a:p>
          <a:p>
            <a:r>
              <a:t>3. Mutation → Small random change</a:t>
            </a:r>
          </a:p>
          <a:p>
            <a:r>
              <a:t>   Example: Mutated Child = [4.75, 2.35]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Evolution and Convergence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 for multiple generations:</a:t>
            </a:r>
          </a:p>
          <a:p>
            <a:r>
              <a:t>• Evaluate fitness of all chromosomes</a:t>
            </a:r>
          </a:p>
          <a:p>
            <a:r>
              <a:t>• Select, crossover, mutate</a:t>
            </a:r>
          </a:p>
          <a:p>
            <a:r>
              <a:t>• Replace old population</a:t>
            </a:r>
          </a:p>
          <a:p>
            <a:endParaRPr/>
          </a:p>
          <a:p>
            <a:r>
              <a:t>Population gradually evolves toward optimal 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Final Best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several generations:</a:t>
            </a:r>
          </a:p>
          <a:p>
            <a:r>
              <a:t>Best Chromosome ≈ [4.99, 4.97]</a:t>
            </a:r>
          </a:p>
          <a:p>
            <a:r>
              <a:t>Maximum f(x, y) ≈ 49.7</a:t>
            </a:r>
          </a:p>
          <a:p>
            <a:endParaRPr/>
          </a:p>
          <a:p>
            <a:r>
              <a:t>→ GA successfully finds near-optimal solution.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Summary: Manual Conversion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1️⃣ Identify variables and objective function</a:t>
            </a:r>
          </a:p>
          <a:p>
            <a:r>
              <a:t>2️⃣ Represent variables as genes (chromosome)</a:t>
            </a:r>
          </a:p>
          <a:p>
            <a:r>
              <a:t>3️⃣ Randomly initialize population</a:t>
            </a:r>
          </a:p>
          <a:p>
            <a:r>
              <a:t>4️⃣ Define fitness function</a:t>
            </a:r>
          </a:p>
          <a:p>
            <a:r>
              <a:t>5️⃣ Apply selection, crossover, mutation</a:t>
            </a:r>
          </a:p>
          <a:p>
            <a:r>
              <a:t>6️⃣ Iterate until convergence</a:t>
            </a:r>
          </a:p>
          <a:p>
            <a:r>
              <a:t>7️⃣ Decode best chromosome → optimal solution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362</Words>
  <Application>Microsoft Office PowerPoint</Application>
  <PresentationFormat>On-screen Show (4:3)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Manual Conversion of a Nonlinear Optimization Problem into Chromosomes</vt:lpstr>
      <vt:lpstr>Step 1: Define the Nonlinear Optimization Problem</vt:lpstr>
      <vt:lpstr>Step 2: Chromosome Representation</vt:lpstr>
      <vt:lpstr>Step 3: Define the Fitness Function</vt:lpstr>
      <vt:lpstr>Step 4: Apply Genetic Operators</vt:lpstr>
      <vt:lpstr>Step 5: Evolution and Convergence</vt:lpstr>
      <vt:lpstr>Step 6: Final Best Solution</vt:lpstr>
      <vt:lpstr>Summary: Manual Conversion Process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Siddharth Agarwal</cp:lastModifiedBy>
  <cp:revision>2</cp:revision>
  <dcterms:created xsi:type="dcterms:W3CDTF">2013-01-27T09:14:16Z</dcterms:created>
  <dcterms:modified xsi:type="dcterms:W3CDTF">2025-10-09T06:10:07Z</dcterms:modified>
  <cp:category/>
</cp:coreProperties>
</file>