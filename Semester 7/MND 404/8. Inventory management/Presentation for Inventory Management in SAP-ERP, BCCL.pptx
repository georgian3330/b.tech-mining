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3"/>
  </p:normalViewPr>
  <p:slideViewPr>
    <p:cSldViewPr snapToGrid="0">
      <p:cViewPr varScale="1">
        <p:scale>
          <a:sx n="40" d="100"/>
          <a:sy n="40" d="100"/>
        </p:scale>
        <p:origin x="10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000" spc="-29">
                <a:latin typeface="Graphik-Medium"/>
                <a:ea typeface="Graphik-Medium"/>
                <a:cs typeface="Graphik-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-SemiboldItalic"/>
                <a:ea typeface="Graphik-SemiboldItalic"/>
                <a:cs typeface="Graphik-SemiboldItalic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-SemiboldItalic"/>
                <a:ea typeface="Graphik-SemiboldItalic"/>
                <a:cs typeface="Graphik-SemiboldItalic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-SemiboldItalic"/>
                <a:ea typeface="Graphik-SemiboldItalic"/>
                <a:cs typeface="Graphik-SemiboldItalic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-SemiboldItalic"/>
                <a:ea typeface="Graphik-SemiboldItalic"/>
                <a:cs typeface="Graphik-SemiboldItalic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000" spc="-29">
                <a:solidFill>
                  <a:srgbClr val="FFFFFF"/>
                </a:solidFill>
                <a:latin typeface="Graphik-Medium"/>
                <a:ea typeface="Graphik-Medium"/>
                <a:cs typeface="Graphik-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Sea against sky at sunset"/>
          <p:cNvSpPr>
            <a:spLocks noGrp="1"/>
          </p:cNvSpPr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1" name="Sea against sky at sunset"/>
          <p:cNvSpPr>
            <a:spLocks noGrp="1"/>
          </p:cNvSpPr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z="12800" spc="0"/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Agenda Subtitle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>
            <a:spLocks noGrp="1"/>
          </p:cNvSpPr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Sea against sky at sunset 1"/>
          <p:cNvSpPr>
            <a:spLocks noGrp="1"/>
          </p:cNvSpPr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each and sea at sunset"/>
          <p:cNvSpPr>
            <a:spLocks noGrp="1"/>
          </p:cNvSpPr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>
            <a:spLocks noGrp="1"/>
          </p:cNvSpPr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Inventory Management in SAP MM Modu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2292095">
              <a:defRPr sz="12032" spc="-120"/>
            </a:lvl1pPr>
          </a:lstStyle>
          <a:p>
            <a:r>
              <a:rPr dirty="0"/>
              <a:t>Inventory Management in SAP MM Module</a:t>
            </a:r>
          </a:p>
        </p:txBody>
      </p:sp>
      <p:sp>
        <p:nvSpPr>
          <p:cNvPr id="173" name="Aryabhatta House (ERP Center), BCCL"/>
          <p:cNvSpPr txBox="1">
            <a:spLocks noGrp="1"/>
          </p:cNvSpPr>
          <p:nvPr>
            <p:ph type="subTitle" sz="quarter" idx="1"/>
          </p:nvPr>
        </p:nvSpPr>
        <p:spPr>
          <a:xfrm>
            <a:off x="1219200" y="8514637"/>
            <a:ext cx="21945600" cy="1217192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latin typeface="Canela" pitchFamily="2" charset="77"/>
              </a:rPr>
              <a:t>In Coal India Limited (CIL) and its subsidiaries</a:t>
            </a:r>
            <a:endParaRPr b="1" dirty="0">
              <a:latin typeface="Canela" pitchFamily="2" charset="77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Client"/>
          <p:cNvGrpSpPr/>
          <p:nvPr/>
        </p:nvGrpSpPr>
        <p:grpSpPr>
          <a:xfrm>
            <a:off x="11614201" y="917681"/>
            <a:ext cx="1585977" cy="1138556"/>
            <a:chOff x="0" y="0"/>
            <a:chExt cx="1585975" cy="1138554"/>
          </a:xfrm>
        </p:grpSpPr>
        <p:sp>
          <p:nvSpPr>
            <p:cNvPr id="176" name="Client"/>
            <p:cNvSpPr txBox="1"/>
            <p:nvPr/>
          </p:nvSpPr>
          <p:spPr>
            <a:xfrm>
              <a:off x="101600" y="101600"/>
              <a:ext cx="1370076" cy="795655"/>
            </a:xfrm>
            <a:prstGeom prst="rect">
              <a:avLst/>
            </a:prstGeom>
            <a:solidFill>
              <a:schemeClr val="accent4">
                <a:hueOff val="349036"/>
                <a:lumOff val="17111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500"/>
              </a:lvl1pPr>
            </a:lstStyle>
            <a:p>
              <a:r>
                <a:t>Client</a:t>
              </a:r>
            </a:p>
          </p:txBody>
        </p:sp>
        <p:pic>
          <p:nvPicPr>
            <p:cNvPr id="175" name="Client Client" descr="Client Client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585976" cy="1138555"/>
            </a:xfrm>
            <a:prstGeom prst="rect">
              <a:avLst/>
            </a:prstGeom>
            <a:effectLst/>
          </p:spPr>
        </p:pic>
      </p:grpSp>
      <p:sp>
        <p:nvSpPr>
          <p:cNvPr id="178" name="Client Code: Same for whole CIL, including it subsidiary cos. (200)"/>
          <p:cNvSpPr txBox="1"/>
          <p:nvPr/>
        </p:nvSpPr>
        <p:spPr>
          <a:xfrm>
            <a:off x="15366037" y="1156918"/>
            <a:ext cx="6546610" cy="1015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2500"/>
            </a:pP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Client Code</a:t>
            </a:r>
            <a:r>
              <a:t>: Same for whole CIL, including it subsidiary cos. (200)</a:t>
            </a:r>
          </a:p>
        </p:txBody>
      </p:sp>
      <p:grpSp>
        <p:nvGrpSpPr>
          <p:cNvPr id="211" name="Group"/>
          <p:cNvGrpSpPr/>
          <p:nvPr/>
        </p:nvGrpSpPr>
        <p:grpSpPr>
          <a:xfrm>
            <a:off x="1145434" y="3038660"/>
            <a:ext cx="22523510" cy="2815978"/>
            <a:chOff x="0" y="0"/>
            <a:chExt cx="22523508" cy="2815976"/>
          </a:xfrm>
        </p:grpSpPr>
        <p:grpSp>
          <p:nvGrpSpPr>
            <p:cNvPr id="181" name="Company"/>
            <p:cNvGrpSpPr/>
            <p:nvPr/>
          </p:nvGrpSpPr>
          <p:grpSpPr>
            <a:xfrm>
              <a:off x="10089385" y="68926"/>
              <a:ext cx="2344739" cy="1138556"/>
              <a:chOff x="0" y="0"/>
              <a:chExt cx="2344737" cy="1138554"/>
            </a:xfrm>
          </p:grpSpPr>
          <p:sp>
            <p:nvSpPr>
              <p:cNvPr id="180" name="Company"/>
              <p:cNvSpPr txBox="1"/>
              <p:nvPr/>
            </p:nvSpPr>
            <p:spPr>
              <a:xfrm>
                <a:off x="101600" y="101600"/>
                <a:ext cx="2128838" cy="795655"/>
              </a:xfrm>
              <a:prstGeom prst="rect">
                <a:avLst/>
              </a:prstGeom>
              <a:solidFill>
                <a:schemeClr val="accent2">
                  <a:hueOff val="-380435"/>
                  <a:satOff val="28785"/>
                  <a:lumOff val="23919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500"/>
                </a:lvl1pPr>
              </a:lstStyle>
              <a:p>
                <a:r>
                  <a:t>Company</a:t>
                </a:r>
              </a:p>
            </p:txBody>
          </p:sp>
          <p:pic>
            <p:nvPicPr>
              <p:cNvPr id="179" name="Company Company" descr="Company Company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344738" cy="1138555"/>
              </a:xfrm>
              <a:prstGeom prst="rect">
                <a:avLst/>
              </a:prstGeom>
              <a:effectLst/>
            </p:spPr>
          </p:pic>
        </p:grpSp>
        <p:grpSp>
          <p:nvGrpSpPr>
            <p:cNvPr id="184" name="CIL"/>
            <p:cNvGrpSpPr/>
            <p:nvPr/>
          </p:nvGrpSpPr>
          <p:grpSpPr>
            <a:xfrm>
              <a:off x="943321" y="1163484"/>
              <a:ext cx="995300" cy="1037591"/>
              <a:chOff x="0" y="0"/>
              <a:chExt cx="995298" cy="1037589"/>
            </a:xfrm>
          </p:grpSpPr>
          <p:sp>
            <p:nvSpPr>
              <p:cNvPr id="183" name="CIL"/>
              <p:cNvSpPr txBox="1"/>
              <p:nvPr/>
            </p:nvSpPr>
            <p:spPr>
              <a:xfrm>
                <a:off x="101600" y="101599"/>
                <a:ext cx="779399" cy="694692"/>
              </a:xfrm>
              <a:prstGeom prst="rect">
                <a:avLst/>
              </a:prstGeom>
              <a:solidFill>
                <a:schemeClr val="accent6">
                  <a:satOff val="32461"/>
                  <a:lumOff val="20828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spcBef>
                    <a:spcPts val="100"/>
                  </a:spcBef>
                  <a:defRPr sz="3000"/>
                </a:lvl1pPr>
              </a:lstStyle>
              <a:p>
                <a:r>
                  <a:t>CIL</a:t>
                </a:r>
              </a:p>
            </p:txBody>
          </p:sp>
          <p:pic>
            <p:nvPicPr>
              <p:cNvPr id="182" name="CIL CIL" descr="CIL CIL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995299" cy="1037590"/>
              </a:xfrm>
              <a:prstGeom prst="rect">
                <a:avLst/>
              </a:prstGeom>
              <a:effectLst/>
            </p:spPr>
          </p:pic>
        </p:grpSp>
        <p:grpSp>
          <p:nvGrpSpPr>
            <p:cNvPr id="187" name="BCCL"/>
            <p:cNvGrpSpPr/>
            <p:nvPr/>
          </p:nvGrpSpPr>
          <p:grpSpPr>
            <a:xfrm>
              <a:off x="3014228" y="1163484"/>
              <a:ext cx="1416304" cy="1037591"/>
              <a:chOff x="0" y="0"/>
              <a:chExt cx="1416303" cy="1037589"/>
            </a:xfrm>
          </p:grpSpPr>
          <p:sp>
            <p:nvSpPr>
              <p:cNvPr id="186" name="BCCL"/>
              <p:cNvSpPr txBox="1"/>
              <p:nvPr/>
            </p:nvSpPr>
            <p:spPr>
              <a:xfrm>
                <a:off x="101600" y="101599"/>
                <a:ext cx="1200404" cy="694692"/>
              </a:xfrm>
              <a:prstGeom prst="rect">
                <a:avLst/>
              </a:prstGeom>
              <a:solidFill>
                <a:schemeClr val="accent5">
                  <a:hueOff val="-208605"/>
                  <a:satOff val="22839"/>
                  <a:lumOff val="-2662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spcBef>
                    <a:spcPts val="100"/>
                  </a:spcBef>
                  <a:defRPr sz="3000">
                    <a:solidFill>
                      <a:srgbClr val="FFFFFF"/>
                    </a:solidFill>
                  </a:defRPr>
                </a:lvl1pPr>
              </a:lstStyle>
              <a:p>
                <a:r>
                  <a:t>BCCL</a:t>
                </a:r>
              </a:p>
            </p:txBody>
          </p:sp>
          <p:pic>
            <p:nvPicPr>
              <p:cNvPr id="185" name="BCCL BCCL" descr="BCCL BCCL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1416304" cy="1037590"/>
              </a:xfrm>
              <a:prstGeom prst="rect">
                <a:avLst/>
              </a:prstGeom>
              <a:effectLst/>
            </p:spPr>
          </p:pic>
        </p:grpSp>
        <p:grpSp>
          <p:nvGrpSpPr>
            <p:cNvPr id="190" name="ECL"/>
            <p:cNvGrpSpPr/>
            <p:nvPr/>
          </p:nvGrpSpPr>
          <p:grpSpPr>
            <a:xfrm>
              <a:off x="5449947" y="1163484"/>
              <a:ext cx="1125983" cy="1037591"/>
              <a:chOff x="0" y="0"/>
              <a:chExt cx="1125982" cy="1037589"/>
            </a:xfrm>
          </p:grpSpPr>
          <p:sp>
            <p:nvSpPr>
              <p:cNvPr id="189" name="ECL"/>
              <p:cNvSpPr txBox="1"/>
              <p:nvPr/>
            </p:nvSpPr>
            <p:spPr>
              <a:xfrm>
                <a:off x="101599" y="101599"/>
                <a:ext cx="910084" cy="694692"/>
              </a:xfrm>
              <a:prstGeom prst="rect">
                <a:avLst/>
              </a:prstGeom>
              <a:solidFill>
                <a:schemeClr val="accent5">
                  <a:hueOff val="-208605"/>
                  <a:satOff val="22839"/>
                  <a:lumOff val="-2662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spcBef>
                    <a:spcPts val="100"/>
                  </a:spcBef>
                  <a:defRPr sz="3000">
                    <a:solidFill>
                      <a:srgbClr val="FFFFFF"/>
                    </a:solidFill>
                  </a:defRPr>
                </a:lvl1pPr>
              </a:lstStyle>
              <a:p>
                <a:r>
                  <a:t>ECL</a:t>
                </a:r>
              </a:p>
            </p:txBody>
          </p:sp>
          <p:pic>
            <p:nvPicPr>
              <p:cNvPr id="188" name="ECL ECL" descr="ECL ECL"/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1125983" cy="1037590"/>
              </a:xfrm>
              <a:prstGeom prst="rect">
                <a:avLst/>
              </a:prstGeom>
              <a:effectLst/>
            </p:spPr>
          </p:pic>
        </p:grpSp>
        <p:grpSp>
          <p:nvGrpSpPr>
            <p:cNvPr id="193" name="CCL"/>
            <p:cNvGrpSpPr/>
            <p:nvPr/>
          </p:nvGrpSpPr>
          <p:grpSpPr>
            <a:xfrm>
              <a:off x="7641190" y="1163484"/>
              <a:ext cx="1169036" cy="1037591"/>
              <a:chOff x="0" y="0"/>
              <a:chExt cx="1169035" cy="1037589"/>
            </a:xfrm>
          </p:grpSpPr>
          <p:sp>
            <p:nvSpPr>
              <p:cNvPr id="192" name="CCL"/>
              <p:cNvSpPr txBox="1"/>
              <p:nvPr/>
            </p:nvSpPr>
            <p:spPr>
              <a:xfrm>
                <a:off x="101599" y="101599"/>
                <a:ext cx="953137" cy="694692"/>
              </a:xfrm>
              <a:prstGeom prst="rect">
                <a:avLst/>
              </a:prstGeom>
              <a:solidFill>
                <a:schemeClr val="accent5">
                  <a:hueOff val="-208605"/>
                  <a:satOff val="22839"/>
                  <a:lumOff val="-2662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spcBef>
                    <a:spcPts val="100"/>
                  </a:spcBef>
                  <a:defRPr sz="3000">
                    <a:solidFill>
                      <a:srgbClr val="FFFFFF"/>
                    </a:solidFill>
                  </a:defRPr>
                </a:lvl1pPr>
              </a:lstStyle>
              <a:p>
                <a:r>
                  <a:t>CCL</a:t>
                </a:r>
              </a:p>
            </p:txBody>
          </p:sp>
          <p:pic>
            <p:nvPicPr>
              <p:cNvPr id="191" name="CCL CCL" descr="CCL CCL"/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1169036" cy="1037590"/>
              </a:xfrm>
              <a:prstGeom prst="rect">
                <a:avLst/>
              </a:prstGeom>
              <a:effectLst/>
            </p:spPr>
          </p:pic>
        </p:grpSp>
        <p:grpSp>
          <p:nvGrpSpPr>
            <p:cNvPr id="196" name="MCL"/>
            <p:cNvGrpSpPr/>
            <p:nvPr/>
          </p:nvGrpSpPr>
          <p:grpSpPr>
            <a:xfrm>
              <a:off x="9895577" y="1163484"/>
              <a:ext cx="1226186" cy="1037591"/>
              <a:chOff x="0" y="0"/>
              <a:chExt cx="1226185" cy="1037589"/>
            </a:xfrm>
          </p:grpSpPr>
          <p:sp>
            <p:nvSpPr>
              <p:cNvPr id="195" name="MCL"/>
              <p:cNvSpPr txBox="1"/>
              <p:nvPr/>
            </p:nvSpPr>
            <p:spPr>
              <a:xfrm>
                <a:off x="101599" y="101599"/>
                <a:ext cx="1010287" cy="694692"/>
              </a:xfrm>
              <a:prstGeom prst="rect">
                <a:avLst/>
              </a:prstGeom>
              <a:solidFill>
                <a:schemeClr val="accent5">
                  <a:hueOff val="-208605"/>
                  <a:satOff val="22839"/>
                  <a:lumOff val="-2662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spcBef>
                    <a:spcPts val="100"/>
                  </a:spcBef>
                  <a:defRPr sz="3000">
                    <a:solidFill>
                      <a:srgbClr val="FFFFFF"/>
                    </a:solidFill>
                  </a:defRPr>
                </a:lvl1pPr>
              </a:lstStyle>
              <a:p>
                <a:r>
                  <a:t>MCL</a:t>
                </a:r>
              </a:p>
            </p:txBody>
          </p:sp>
          <p:pic>
            <p:nvPicPr>
              <p:cNvPr id="194" name="MCL MCL" descr="MCL MCL"/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1226186" cy="1037590"/>
              </a:xfrm>
              <a:prstGeom prst="rect">
                <a:avLst/>
              </a:prstGeom>
              <a:effectLst/>
            </p:spPr>
          </p:pic>
        </p:grpSp>
        <p:grpSp>
          <p:nvGrpSpPr>
            <p:cNvPr id="199" name="SECL"/>
            <p:cNvGrpSpPr/>
            <p:nvPr/>
          </p:nvGrpSpPr>
          <p:grpSpPr>
            <a:xfrm>
              <a:off x="12494465" y="1163484"/>
              <a:ext cx="1345439" cy="1037591"/>
              <a:chOff x="0" y="0"/>
              <a:chExt cx="1345438" cy="1037589"/>
            </a:xfrm>
          </p:grpSpPr>
          <p:sp>
            <p:nvSpPr>
              <p:cNvPr id="198" name="SECL"/>
              <p:cNvSpPr txBox="1"/>
              <p:nvPr/>
            </p:nvSpPr>
            <p:spPr>
              <a:xfrm>
                <a:off x="101599" y="101599"/>
                <a:ext cx="1129540" cy="694692"/>
              </a:xfrm>
              <a:prstGeom prst="rect">
                <a:avLst/>
              </a:prstGeom>
              <a:solidFill>
                <a:schemeClr val="accent5">
                  <a:hueOff val="-208605"/>
                  <a:satOff val="22839"/>
                  <a:lumOff val="-2662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spcBef>
                    <a:spcPts val="100"/>
                  </a:spcBef>
                  <a:defRPr sz="3000">
                    <a:solidFill>
                      <a:srgbClr val="FFFFFF"/>
                    </a:solidFill>
                  </a:defRPr>
                </a:lvl1pPr>
              </a:lstStyle>
              <a:p>
                <a:r>
                  <a:t>SECL</a:t>
                </a:r>
              </a:p>
            </p:txBody>
          </p:sp>
          <p:pic>
            <p:nvPicPr>
              <p:cNvPr id="197" name="SECL SECL" descr="SECL SECL"/>
              <p:cNvPicPr>
                <a:picLocks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1345439" cy="1037590"/>
              </a:xfrm>
              <a:prstGeom prst="rect">
                <a:avLst/>
              </a:prstGeom>
              <a:effectLst/>
            </p:spPr>
          </p:pic>
        </p:grpSp>
        <p:grpSp>
          <p:nvGrpSpPr>
            <p:cNvPr id="202" name="NCL"/>
            <p:cNvGrpSpPr/>
            <p:nvPr/>
          </p:nvGrpSpPr>
          <p:grpSpPr>
            <a:xfrm>
              <a:off x="15322038" y="1163484"/>
              <a:ext cx="1158749" cy="1037591"/>
              <a:chOff x="0" y="0"/>
              <a:chExt cx="1158747" cy="1037589"/>
            </a:xfrm>
          </p:grpSpPr>
          <p:sp>
            <p:nvSpPr>
              <p:cNvPr id="201" name="NCL"/>
              <p:cNvSpPr txBox="1"/>
              <p:nvPr/>
            </p:nvSpPr>
            <p:spPr>
              <a:xfrm>
                <a:off x="101600" y="101599"/>
                <a:ext cx="942848" cy="694692"/>
              </a:xfrm>
              <a:prstGeom prst="rect">
                <a:avLst/>
              </a:prstGeom>
              <a:solidFill>
                <a:schemeClr val="accent5">
                  <a:hueOff val="-208605"/>
                  <a:satOff val="22839"/>
                  <a:lumOff val="-2662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spcBef>
                    <a:spcPts val="100"/>
                  </a:spcBef>
                  <a:defRPr sz="3000">
                    <a:solidFill>
                      <a:srgbClr val="FFFFFF"/>
                    </a:solidFill>
                  </a:defRPr>
                </a:lvl1pPr>
              </a:lstStyle>
              <a:p>
                <a:r>
                  <a:t>NCL</a:t>
                </a:r>
              </a:p>
            </p:txBody>
          </p:sp>
          <p:pic>
            <p:nvPicPr>
              <p:cNvPr id="200" name="NCL NCL" descr="NCL NCL"/>
              <p:cNvPicPr>
                <a:picLocks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1158748" cy="1037590"/>
              </a:xfrm>
              <a:prstGeom prst="rect">
                <a:avLst/>
              </a:prstGeom>
              <a:effectLst/>
            </p:spPr>
          </p:pic>
        </p:grpSp>
        <p:grpSp>
          <p:nvGrpSpPr>
            <p:cNvPr id="205" name="WCL"/>
            <p:cNvGrpSpPr/>
            <p:nvPr/>
          </p:nvGrpSpPr>
          <p:grpSpPr>
            <a:xfrm>
              <a:off x="17453122" y="1163484"/>
              <a:ext cx="1250570" cy="1037591"/>
              <a:chOff x="0" y="0"/>
              <a:chExt cx="1250569" cy="1037589"/>
            </a:xfrm>
          </p:grpSpPr>
          <p:sp>
            <p:nvSpPr>
              <p:cNvPr id="204" name="WCL"/>
              <p:cNvSpPr txBox="1"/>
              <p:nvPr/>
            </p:nvSpPr>
            <p:spPr>
              <a:xfrm>
                <a:off x="101599" y="101599"/>
                <a:ext cx="1034671" cy="694692"/>
              </a:xfrm>
              <a:prstGeom prst="rect">
                <a:avLst/>
              </a:prstGeom>
              <a:solidFill>
                <a:schemeClr val="accent5">
                  <a:hueOff val="-208605"/>
                  <a:satOff val="22839"/>
                  <a:lumOff val="-2662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spcBef>
                    <a:spcPts val="100"/>
                  </a:spcBef>
                  <a:defRPr sz="3000">
                    <a:solidFill>
                      <a:srgbClr val="FFFFFF"/>
                    </a:solidFill>
                  </a:defRPr>
                </a:lvl1pPr>
              </a:lstStyle>
              <a:p>
                <a:r>
                  <a:t>WCL</a:t>
                </a:r>
              </a:p>
            </p:txBody>
          </p:sp>
          <p:pic>
            <p:nvPicPr>
              <p:cNvPr id="203" name="WCL WCL" descr="WCL WCL"/>
              <p:cNvPicPr>
                <a:picLocks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1250570" cy="1037590"/>
              </a:xfrm>
              <a:prstGeom prst="rect">
                <a:avLst/>
              </a:prstGeom>
              <a:effectLst/>
            </p:spPr>
          </p:pic>
        </p:grpSp>
        <p:grpSp>
          <p:nvGrpSpPr>
            <p:cNvPr id="208" name="CMPDIL"/>
            <p:cNvGrpSpPr/>
            <p:nvPr/>
          </p:nvGrpSpPr>
          <p:grpSpPr>
            <a:xfrm>
              <a:off x="19718875" y="1163484"/>
              <a:ext cx="1861313" cy="1037591"/>
              <a:chOff x="0" y="0"/>
              <a:chExt cx="1861311" cy="1037589"/>
            </a:xfrm>
          </p:grpSpPr>
          <p:sp>
            <p:nvSpPr>
              <p:cNvPr id="207" name="CMPDIL"/>
              <p:cNvSpPr txBox="1"/>
              <p:nvPr/>
            </p:nvSpPr>
            <p:spPr>
              <a:xfrm>
                <a:off x="101600" y="101599"/>
                <a:ext cx="1645412" cy="694692"/>
              </a:xfrm>
              <a:prstGeom prst="rect">
                <a:avLst/>
              </a:prstGeom>
              <a:solidFill>
                <a:schemeClr val="accent5">
                  <a:hueOff val="-65973"/>
                  <a:satOff val="18050"/>
                  <a:lumOff val="-15912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spcBef>
                    <a:spcPts val="100"/>
                  </a:spcBef>
                  <a:defRPr sz="3000">
                    <a:solidFill>
                      <a:schemeClr val="accent4">
                        <a:hueOff val="349036"/>
                        <a:lumOff val="17111"/>
                      </a:schemeClr>
                    </a:solidFill>
                  </a:defRPr>
                </a:lvl1pPr>
              </a:lstStyle>
              <a:p>
                <a:r>
                  <a:t>CMPDIL</a:t>
                </a:r>
              </a:p>
            </p:txBody>
          </p:sp>
          <p:pic>
            <p:nvPicPr>
              <p:cNvPr id="206" name="CMPDIL CMPDIL" descr="CMPDIL CMPDIL"/>
              <p:cNvPicPr>
                <a:picLocks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1861312" cy="1037590"/>
              </a:xfrm>
              <a:prstGeom prst="rect">
                <a:avLst/>
              </a:prstGeom>
              <a:effectLst/>
            </p:spPr>
          </p:pic>
        </p:grpSp>
        <p:sp>
          <p:nvSpPr>
            <p:cNvPr id="209" name="Rectangle"/>
            <p:cNvSpPr/>
            <p:nvPr/>
          </p:nvSpPr>
          <p:spPr>
            <a:xfrm>
              <a:off x="0" y="0"/>
              <a:ext cx="22523509" cy="2815977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210" name="(Company Code: Each of above is treated as separate company and has been allotted different company code, e.g. CIL-1000, BCCL-2000)"/>
            <p:cNvSpPr txBox="1"/>
            <p:nvPr/>
          </p:nvSpPr>
          <p:spPr>
            <a:xfrm>
              <a:off x="464507" y="2078421"/>
              <a:ext cx="21594494" cy="5810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>
                <a:defRPr sz="2500"/>
              </a:pPr>
              <a:r>
                <a:t>(</a:t>
              </a:r>
              <a:r>
                <a:rPr>
                  <a:latin typeface="Canela Text Bold"/>
                  <a:ea typeface="Canela Text Bold"/>
                  <a:cs typeface="Canela Text Bold"/>
                  <a:sym typeface="Canela Text Bold"/>
                </a:rPr>
                <a:t>Company Code</a:t>
              </a:r>
              <a:r>
                <a:t>: Each of above is treated as separate company and has been allotted different company code, e.g. CIL-1000, BCCL-2000)</a:t>
              </a:r>
            </a:p>
          </p:txBody>
        </p:sp>
      </p:grpSp>
      <p:sp>
        <p:nvSpPr>
          <p:cNvPr id="212" name="Line"/>
          <p:cNvSpPr/>
          <p:nvPr/>
        </p:nvSpPr>
        <p:spPr>
          <a:xfrm>
            <a:off x="12407188" y="2099632"/>
            <a:ext cx="1" cy="939160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13" name="Line"/>
          <p:cNvSpPr/>
          <p:nvPr/>
        </p:nvSpPr>
        <p:spPr>
          <a:xfrm>
            <a:off x="12407188" y="5969320"/>
            <a:ext cx="1" cy="939160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216" name="SL1"/>
          <p:cNvGrpSpPr/>
          <p:nvPr/>
        </p:nvGrpSpPr>
        <p:grpSpPr>
          <a:xfrm>
            <a:off x="7570457" y="11842312"/>
            <a:ext cx="1026351" cy="1138556"/>
            <a:chOff x="0" y="0"/>
            <a:chExt cx="1026350" cy="1138554"/>
          </a:xfrm>
        </p:grpSpPr>
        <p:sp>
          <p:nvSpPr>
            <p:cNvPr id="215" name="SL1"/>
            <p:cNvSpPr txBox="1"/>
            <p:nvPr/>
          </p:nvSpPr>
          <p:spPr>
            <a:xfrm>
              <a:off x="101600" y="101600"/>
              <a:ext cx="810451" cy="795655"/>
            </a:xfrm>
            <a:prstGeom prst="rect">
              <a:avLst/>
            </a:prstGeom>
            <a:solidFill>
              <a:schemeClr val="accent5">
                <a:hueOff val="187634"/>
                <a:satOff val="22839"/>
                <a:lumOff val="25028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500"/>
              </a:lvl1pPr>
            </a:lstStyle>
            <a:p>
              <a:r>
                <a:t>SL1</a:t>
              </a:r>
            </a:p>
          </p:txBody>
        </p:sp>
        <p:pic>
          <p:nvPicPr>
            <p:cNvPr id="214" name="SL1 SL1" descr="SL1 SL1"/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1" y="0"/>
              <a:ext cx="1026352" cy="1138555"/>
            </a:xfrm>
            <a:prstGeom prst="rect">
              <a:avLst/>
            </a:prstGeom>
            <a:effectLst/>
          </p:spPr>
        </p:pic>
      </p:grpSp>
      <p:grpSp>
        <p:nvGrpSpPr>
          <p:cNvPr id="236" name="Group"/>
          <p:cNvGrpSpPr/>
          <p:nvPr/>
        </p:nvGrpSpPr>
        <p:grpSpPr>
          <a:xfrm>
            <a:off x="7131636" y="6938153"/>
            <a:ext cx="10606852" cy="2570822"/>
            <a:chOff x="0" y="0"/>
            <a:chExt cx="10606851" cy="2570821"/>
          </a:xfrm>
        </p:grpSpPr>
        <p:grpSp>
          <p:nvGrpSpPr>
            <p:cNvPr id="219" name="Plant 1"/>
            <p:cNvGrpSpPr/>
            <p:nvPr/>
          </p:nvGrpSpPr>
          <p:grpSpPr>
            <a:xfrm>
              <a:off x="261508" y="1330917"/>
              <a:ext cx="1470026" cy="1037591"/>
              <a:chOff x="0" y="0"/>
              <a:chExt cx="1470025" cy="1037589"/>
            </a:xfrm>
          </p:grpSpPr>
          <p:sp>
            <p:nvSpPr>
              <p:cNvPr id="218" name="Plant 1"/>
              <p:cNvSpPr txBox="1"/>
              <p:nvPr/>
            </p:nvSpPr>
            <p:spPr>
              <a:xfrm>
                <a:off x="101600" y="101599"/>
                <a:ext cx="1254125" cy="694692"/>
              </a:xfrm>
              <a:prstGeom prst="rect">
                <a:avLst/>
              </a:prstGeom>
              <a:solidFill>
                <a:schemeClr val="accent3">
                  <a:hueOff val="571091"/>
                  <a:satOff val="15926"/>
                  <a:lumOff val="2231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r>
                  <a:t>Plant 1</a:t>
                </a:r>
              </a:p>
            </p:txBody>
          </p:sp>
          <p:pic>
            <p:nvPicPr>
              <p:cNvPr id="217" name="Plant 1 Plant 1" descr="Plant 1 Plant 1"/>
              <p:cNvPicPr>
                <a:picLocks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470025" cy="1037590"/>
              </a:xfrm>
              <a:prstGeom prst="rect">
                <a:avLst/>
              </a:prstGeom>
              <a:effectLst/>
            </p:spPr>
          </p:pic>
        </p:grpSp>
        <p:sp>
          <p:nvSpPr>
            <p:cNvPr id="220" name="Rectangle"/>
            <p:cNvSpPr/>
            <p:nvPr/>
          </p:nvSpPr>
          <p:spPr>
            <a:xfrm>
              <a:off x="0" y="0"/>
              <a:ext cx="10606852" cy="257082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grpSp>
          <p:nvGrpSpPr>
            <p:cNvPr id="223" name="Plant 2"/>
            <p:cNvGrpSpPr/>
            <p:nvPr/>
          </p:nvGrpSpPr>
          <p:grpSpPr>
            <a:xfrm>
              <a:off x="2337703" y="1330917"/>
              <a:ext cx="1526795" cy="1037591"/>
              <a:chOff x="0" y="0"/>
              <a:chExt cx="1526794" cy="1037589"/>
            </a:xfrm>
          </p:grpSpPr>
          <p:sp>
            <p:nvSpPr>
              <p:cNvPr id="222" name="Plant 2"/>
              <p:cNvSpPr txBox="1"/>
              <p:nvPr/>
            </p:nvSpPr>
            <p:spPr>
              <a:xfrm>
                <a:off x="101599" y="101599"/>
                <a:ext cx="1310896" cy="694692"/>
              </a:xfrm>
              <a:prstGeom prst="rect">
                <a:avLst/>
              </a:prstGeom>
              <a:solidFill>
                <a:schemeClr val="accent3">
                  <a:hueOff val="571091"/>
                  <a:satOff val="15926"/>
                  <a:lumOff val="2231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r>
                  <a:t>Plant 2</a:t>
                </a:r>
              </a:p>
            </p:txBody>
          </p:sp>
          <p:pic>
            <p:nvPicPr>
              <p:cNvPr id="221" name="Plant 2 Plant 2" descr="Plant 2 Plant 2"/>
              <p:cNvPicPr>
                <a:picLocks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0"/>
                <a:ext cx="1526795" cy="1037590"/>
              </a:xfrm>
              <a:prstGeom prst="rect">
                <a:avLst/>
              </a:prstGeom>
              <a:effectLst/>
            </p:spPr>
          </p:pic>
        </p:grpSp>
        <p:grpSp>
          <p:nvGrpSpPr>
            <p:cNvPr id="226" name="Plant 3"/>
            <p:cNvGrpSpPr/>
            <p:nvPr/>
          </p:nvGrpSpPr>
          <p:grpSpPr>
            <a:xfrm>
              <a:off x="4466467" y="1330917"/>
              <a:ext cx="1538225" cy="1037591"/>
              <a:chOff x="0" y="0"/>
              <a:chExt cx="1538224" cy="1037589"/>
            </a:xfrm>
          </p:grpSpPr>
          <p:sp>
            <p:nvSpPr>
              <p:cNvPr id="225" name="Plant 3"/>
              <p:cNvSpPr txBox="1"/>
              <p:nvPr/>
            </p:nvSpPr>
            <p:spPr>
              <a:xfrm>
                <a:off x="101599" y="101599"/>
                <a:ext cx="1322326" cy="694692"/>
              </a:xfrm>
              <a:prstGeom prst="rect">
                <a:avLst/>
              </a:prstGeom>
              <a:solidFill>
                <a:schemeClr val="accent3">
                  <a:hueOff val="571091"/>
                  <a:satOff val="15926"/>
                  <a:lumOff val="2231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r>
                  <a:t>Plant 3</a:t>
                </a:r>
              </a:p>
            </p:txBody>
          </p:sp>
          <p:pic>
            <p:nvPicPr>
              <p:cNvPr id="224" name="Plant 3 Plant 3" descr="Plant 3 Plant 3"/>
              <p:cNvPicPr>
                <a:picLocks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0" y="0"/>
                <a:ext cx="1538225" cy="1037590"/>
              </a:xfrm>
              <a:prstGeom prst="rect">
                <a:avLst/>
              </a:prstGeom>
              <a:effectLst/>
            </p:spPr>
          </p:pic>
        </p:grpSp>
        <p:grpSp>
          <p:nvGrpSpPr>
            <p:cNvPr id="229" name="Plant 4"/>
            <p:cNvGrpSpPr/>
            <p:nvPr/>
          </p:nvGrpSpPr>
          <p:grpSpPr>
            <a:xfrm>
              <a:off x="6606661" y="1330917"/>
              <a:ext cx="1555751" cy="1037591"/>
              <a:chOff x="0" y="0"/>
              <a:chExt cx="1555750" cy="1037589"/>
            </a:xfrm>
          </p:grpSpPr>
          <p:sp>
            <p:nvSpPr>
              <p:cNvPr id="228" name="Plant 4"/>
              <p:cNvSpPr txBox="1"/>
              <p:nvPr/>
            </p:nvSpPr>
            <p:spPr>
              <a:xfrm>
                <a:off x="101600" y="101599"/>
                <a:ext cx="1339850" cy="694692"/>
              </a:xfrm>
              <a:prstGeom prst="rect">
                <a:avLst/>
              </a:prstGeom>
              <a:solidFill>
                <a:schemeClr val="accent3">
                  <a:hueOff val="571091"/>
                  <a:satOff val="15926"/>
                  <a:lumOff val="2231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r>
                  <a:t>Plant 4</a:t>
                </a:r>
              </a:p>
            </p:txBody>
          </p:sp>
          <p:pic>
            <p:nvPicPr>
              <p:cNvPr id="227" name="Plant 4 Plant 4" descr="Plant 4 Plant 4"/>
              <p:cNvPicPr>
                <a:picLocks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0" y="0"/>
                <a:ext cx="1555750" cy="1037590"/>
              </a:xfrm>
              <a:prstGeom prst="rect">
                <a:avLst/>
              </a:prstGeom>
              <a:effectLst/>
            </p:spPr>
          </p:pic>
        </p:grpSp>
        <p:grpSp>
          <p:nvGrpSpPr>
            <p:cNvPr id="232" name="Plant 4"/>
            <p:cNvGrpSpPr/>
            <p:nvPr/>
          </p:nvGrpSpPr>
          <p:grpSpPr>
            <a:xfrm>
              <a:off x="4456244" y="53165"/>
              <a:ext cx="1755776" cy="1138556"/>
              <a:chOff x="0" y="0"/>
              <a:chExt cx="1755775" cy="1138554"/>
            </a:xfrm>
          </p:grpSpPr>
          <p:sp>
            <p:nvSpPr>
              <p:cNvPr id="231" name="Plant 4"/>
              <p:cNvSpPr txBox="1"/>
              <p:nvPr/>
            </p:nvSpPr>
            <p:spPr>
              <a:xfrm>
                <a:off x="101600" y="101600"/>
                <a:ext cx="1539875" cy="79565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500"/>
                </a:lvl1pPr>
              </a:lstStyle>
              <a:p>
                <a:r>
                  <a:t>Plant 4</a:t>
                </a:r>
              </a:p>
            </p:txBody>
          </p:sp>
          <p:pic>
            <p:nvPicPr>
              <p:cNvPr id="230" name="Plant 4 Plant 4" descr="Plant 4 Plant 4"/>
              <p:cNvPicPr>
                <a:picLocks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0" y="0"/>
                <a:ext cx="1755775" cy="1138555"/>
              </a:xfrm>
              <a:prstGeom prst="rect">
                <a:avLst/>
              </a:prstGeom>
              <a:effectLst/>
            </p:spPr>
          </p:pic>
        </p:grpSp>
        <p:grpSp>
          <p:nvGrpSpPr>
            <p:cNvPr id="235" name="Plant 5"/>
            <p:cNvGrpSpPr/>
            <p:nvPr/>
          </p:nvGrpSpPr>
          <p:grpSpPr>
            <a:xfrm>
              <a:off x="8764381" y="1330917"/>
              <a:ext cx="1538606" cy="1037591"/>
              <a:chOff x="0" y="0"/>
              <a:chExt cx="1538605" cy="1037589"/>
            </a:xfrm>
          </p:grpSpPr>
          <p:sp>
            <p:nvSpPr>
              <p:cNvPr id="234" name="Plant 5"/>
              <p:cNvSpPr txBox="1"/>
              <p:nvPr/>
            </p:nvSpPr>
            <p:spPr>
              <a:xfrm>
                <a:off x="101599" y="101599"/>
                <a:ext cx="1322707" cy="694692"/>
              </a:xfrm>
              <a:prstGeom prst="rect">
                <a:avLst/>
              </a:prstGeom>
              <a:solidFill>
                <a:schemeClr val="accent3">
                  <a:hueOff val="571091"/>
                  <a:satOff val="15926"/>
                  <a:lumOff val="22314"/>
                </a:schemeClr>
              </a:solidFill>
              <a:ln>
                <a:noFill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000"/>
                </a:lvl1pPr>
              </a:lstStyle>
              <a:p>
                <a:r>
                  <a:t>Plant 5</a:t>
                </a:r>
              </a:p>
            </p:txBody>
          </p:sp>
          <p:pic>
            <p:nvPicPr>
              <p:cNvPr id="233" name="Plant 5 Plant 5" descr="Plant 5 Plant 5"/>
              <p:cNvPicPr>
                <a:picLocks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0" y="0"/>
                <a:ext cx="1538606" cy="1037590"/>
              </a:xfrm>
              <a:prstGeom prst="rect">
                <a:avLst/>
              </a:prstGeom>
              <a:effectLst/>
            </p:spPr>
          </p:pic>
        </p:grpSp>
      </p:grpSp>
      <p:sp>
        <p:nvSpPr>
          <p:cNvPr id="237" name="(Plant Code: Each of above companies comprises of various plants, code of which starts with number non-zero number in company code, and is unique  e.g., 2001, 2002, 2101, 2125 are plant codes in BCCL having co. code 2000)"/>
          <p:cNvSpPr txBox="1"/>
          <p:nvPr/>
        </p:nvSpPr>
        <p:spPr>
          <a:xfrm>
            <a:off x="19616925" y="6527702"/>
            <a:ext cx="4369391" cy="36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2500"/>
            </a:pPr>
            <a:r>
              <a:t>(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Plant Code</a:t>
            </a:r>
            <a:r>
              <a:t>: Each of above companies comprises of various plants, code of which starts with number non-zero number in company code, and is unique  e.g., 2001, 2002, 2101, 2125 are plant codes in BCCL having co. code 2000)</a:t>
            </a:r>
          </a:p>
        </p:txBody>
      </p:sp>
      <p:grpSp>
        <p:nvGrpSpPr>
          <p:cNvPr id="240" name="Storage Locations (SL)"/>
          <p:cNvGrpSpPr/>
          <p:nvPr/>
        </p:nvGrpSpPr>
        <p:grpSpPr>
          <a:xfrm>
            <a:off x="9835935" y="10502117"/>
            <a:ext cx="4973511" cy="1138556"/>
            <a:chOff x="0" y="0"/>
            <a:chExt cx="4973510" cy="1138554"/>
          </a:xfrm>
        </p:grpSpPr>
        <p:sp>
          <p:nvSpPr>
            <p:cNvPr id="239" name="Storage Locations (SL)"/>
            <p:cNvSpPr txBox="1"/>
            <p:nvPr/>
          </p:nvSpPr>
          <p:spPr>
            <a:xfrm>
              <a:off x="101600" y="101600"/>
              <a:ext cx="4757611" cy="795655"/>
            </a:xfrm>
            <a:prstGeom prst="rect">
              <a:avLst/>
            </a:prstGeom>
            <a:solidFill>
              <a:schemeClr val="accent3">
                <a:hueOff val="263036"/>
                <a:satOff val="49643"/>
                <a:lumOff val="-25950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500">
                  <a:solidFill>
                    <a:srgbClr val="FFFFFF"/>
                  </a:solidFill>
                </a:defRPr>
              </a:lvl1pPr>
            </a:lstStyle>
            <a:p>
              <a:r>
                <a:t>Storage Locations (SL)</a:t>
              </a:r>
            </a:p>
          </p:txBody>
        </p:sp>
        <p:pic>
          <p:nvPicPr>
            <p:cNvPr id="238" name="Storage Locations (SL) Storage Locations (SL)" descr="Storage Locations (SL) Storage Locations (SL)"/>
            <p:cNvPicPr>
              <a:picLocks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0" y="0"/>
              <a:ext cx="4973511" cy="1138555"/>
            </a:xfrm>
            <a:prstGeom prst="rect">
              <a:avLst/>
            </a:prstGeom>
            <a:effectLst/>
          </p:spPr>
        </p:pic>
      </p:grpSp>
      <p:grpSp>
        <p:nvGrpSpPr>
          <p:cNvPr id="243" name="SL2"/>
          <p:cNvGrpSpPr/>
          <p:nvPr/>
        </p:nvGrpSpPr>
        <p:grpSpPr>
          <a:xfrm>
            <a:off x="9675036" y="11842312"/>
            <a:ext cx="1092582" cy="1138556"/>
            <a:chOff x="0" y="0"/>
            <a:chExt cx="1092580" cy="1138554"/>
          </a:xfrm>
        </p:grpSpPr>
        <p:sp>
          <p:nvSpPr>
            <p:cNvPr id="242" name="SL2"/>
            <p:cNvSpPr txBox="1"/>
            <p:nvPr/>
          </p:nvSpPr>
          <p:spPr>
            <a:xfrm>
              <a:off x="101600" y="101600"/>
              <a:ext cx="876681" cy="795655"/>
            </a:xfrm>
            <a:prstGeom prst="rect">
              <a:avLst/>
            </a:prstGeom>
            <a:solidFill>
              <a:schemeClr val="accent5">
                <a:hueOff val="187634"/>
                <a:satOff val="22839"/>
                <a:lumOff val="25028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500"/>
              </a:lvl1pPr>
            </a:lstStyle>
            <a:p>
              <a:r>
                <a:t>SL2</a:t>
              </a:r>
            </a:p>
          </p:txBody>
        </p:sp>
        <p:pic>
          <p:nvPicPr>
            <p:cNvPr id="241" name="SL2 SL2" descr="SL2 SL2"/>
            <p:cNvPicPr>
              <a:picLocks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0" y="0"/>
              <a:ext cx="1092581" cy="1138555"/>
            </a:xfrm>
            <a:prstGeom prst="rect">
              <a:avLst/>
            </a:prstGeom>
            <a:effectLst/>
          </p:spPr>
        </p:pic>
      </p:grpSp>
      <p:grpSp>
        <p:nvGrpSpPr>
          <p:cNvPr id="246" name="SL3"/>
          <p:cNvGrpSpPr/>
          <p:nvPr/>
        </p:nvGrpSpPr>
        <p:grpSpPr>
          <a:xfrm>
            <a:off x="11601184" y="11842312"/>
            <a:ext cx="1105917" cy="1138556"/>
            <a:chOff x="0" y="0"/>
            <a:chExt cx="1105916" cy="1138554"/>
          </a:xfrm>
        </p:grpSpPr>
        <p:sp>
          <p:nvSpPr>
            <p:cNvPr id="245" name="SL3"/>
            <p:cNvSpPr txBox="1"/>
            <p:nvPr/>
          </p:nvSpPr>
          <p:spPr>
            <a:xfrm>
              <a:off x="101599" y="101600"/>
              <a:ext cx="890018" cy="795655"/>
            </a:xfrm>
            <a:prstGeom prst="rect">
              <a:avLst/>
            </a:prstGeom>
            <a:solidFill>
              <a:schemeClr val="accent5">
                <a:hueOff val="187634"/>
                <a:satOff val="22839"/>
                <a:lumOff val="25028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500"/>
              </a:lvl1pPr>
            </a:lstStyle>
            <a:p>
              <a:r>
                <a:t>SL3</a:t>
              </a:r>
            </a:p>
          </p:txBody>
        </p:sp>
        <p:pic>
          <p:nvPicPr>
            <p:cNvPr id="244" name="SL3 SL3" descr="SL3 SL3"/>
            <p:cNvPicPr>
              <a:picLocks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0" y="0"/>
              <a:ext cx="1105917" cy="1138555"/>
            </a:xfrm>
            <a:prstGeom prst="rect">
              <a:avLst/>
            </a:prstGeom>
            <a:effectLst/>
          </p:spPr>
        </p:pic>
      </p:grpSp>
      <p:grpSp>
        <p:nvGrpSpPr>
          <p:cNvPr id="249" name="SL4"/>
          <p:cNvGrpSpPr/>
          <p:nvPr/>
        </p:nvGrpSpPr>
        <p:grpSpPr>
          <a:xfrm>
            <a:off x="13918689" y="11842312"/>
            <a:ext cx="1126364" cy="1138556"/>
            <a:chOff x="0" y="0"/>
            <a:chExt cx="1126363" cy="1138554"/>
          </a:xfrm>
        </p:grpSpPr>
        <p:sp>
          <p:nvSpPr>
            <p:cNvPr id="248" name="SL4"/>
            <p:cNvSpPr txBox="1"/>
            <p:nvPr/>
          </p:nvSpPr>
          <p:spPr>
            <a:xfrm>
              <a:off x="101599" y="101600"/>
              <a:ext cx="910465" cy="795655"/>
            </a:xfrm>
            <a:prstGeom prst="rect">
              <a:avLst/>
            </a:prstGeom>
            <a:solidFill>
              <a:schemeClr val="accent5">
                <a:hueOff val="187634"/>
                <a:satOff val="22839"/>
                <a:lumOff val="25028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500"/>
              </a:lvl1pPr>
            </a:lstStyle>
            <a:p>
              <a:r>
                <a:t>SL4</a:t>
              </a:r>
            </a:p>
          </p:txBody>
        </p:sp>
        <p:pic>
          <p:nvPicPr>
            <p:cNvPr id="247" name="SL4 SL4" descr="SL4 SL4"/>
            <p:cNvPicPr>
              <a:picLocks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0" y="0"/>
              <a:ext cx="1126364" cy="1138555"/>
            </a:xfrm>
            <a:prstGeom prst="rect">
              <a:avLst/>
            </a:prstGeom>
            <a:effectLst/>
          </p:spPr>
        </p:pic>
      </p:grpSp>
      <p:grpSp>
        <p:nvGrpSpPr>
          <p:cNvPr id="252" name="SL5"/>
          <p:cNvGrpSpPr/>
          <p:nvPr/>
        </p:nvGrpSpPr>
        <p:grpSpPr>
          <a:xfrm>
            <a:off x="16057613" y="11842312"/>
            <a:ext cx="1106362" cy="1138556"/>
            <a:chOff x="0" y="0"/>
            <a:chExt cx="1106360" cy="1138554"/>
          </a:xfrm>
        </p:grpSpPr>
        <p:sp>
          <p:nvSpPr>
            <p:cNvPr id="251" name="SL5"/>
            <p:cNvSpPr txBox="1"/>
            <p:nvPr/>
          </p:nvSpPr>
          <p:spPr>
            <a:xfrm>
              <a:off x="101600" y="101600"/>
              <a:ext cx="890461" cy="795655"/>
            </a:xfrm>
            <a:prstGeom prst="rect">
              <a:avLst/>
            </a:prstGeom>
            <a:solidFill>
              <a:schemeClr val="accent5">
                <a:hueOff val="187634"/>
                <a:satOff val="22839"/>
                <a:lumOff val="25028"/>
              </a:schemeClr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500"/>
              </a:lvl1pPr>
            </a:lstStyle>
            <a:p>
              <a:r>
                <a:t>SL5</a:t>
              </a:r>
            </a:p>
          </p:txBody>
        </p:sp>
        <p:pic>
          <p:nvPicPr>
            <p:cNvPr id="250" name="SL5 SL5" descr="SL5 SL5"/>
            <p:cNvPicPr>
              <a:picLocks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0" y="0"/>
              <a:ext cx="1106361" cy="1138555"/>
            </a:xfrm>
            <a:prstGeom prst="rect">
              <a:avLst/>
            </a:prstGeom>
            <a:effectLst/>
          </p:spPr>
        </p:pic>
      </p:grpSp>
      <p:sp>
        <p:nvSpPr>
          <p:cNvPr id="253" name="(SL Code: Each plant can have more than one storage locations, having unique storage location ID)"/>
          <p:cNvSpPr txBox="1"/>
          <p:nvPr/>
        </p:nvSpPr>
        <p:spPr>
          <a:xfrm>
            <a:off x="19604225" y="10633893"/>
            <a:ext cx="4369391" cy="1884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2500"/>
            </a:pPr>
            <a:r>
              <a:t>(</a:t>
            </a:r>
            <a:r>
              <a:rPr>
                <a:latin typeface="Canela Text Bold"/>
                <a:ea typeface="Canela Text Bold"/>
                <a:cs typeface="Canela Text Bold"/>
                <a:sym typeface="Canela Text Bold"/>
              </a:rPr>
              <a:t>SL Code</a:t>
            </a:r>
            <a:r>
              <a:t>: Each plant can have more than one storage locations, having unique storage location ID)</a:t>
            </a:r>
          </a:p>
        </p:txBody>
      </p:sp>
      <p:sp>
        <p:nvSpPr>
          <p:cNvPr id="254" name="Line"/>
          <p:cNvSpPr/>
          <p:nvPr/>
        </p:nvSpPr>
        <p:spPr>
          <a:xfrm>
            <a:off x="12465767" y="9548666"/>
            <a:ext cx="1" cy="939160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5" name="Rectangle"/>
          <p:cNvSpPr/>
          <p:nvPr/>
        </p:nvSpPr>
        <p:spPr>
          <a:xfrm>
            <a:off x="7162341" y="10456081"/>
            <a:ext cx="10606853" cy="2570823"/>
          </a:xfrm>
          <a:prstGeom prst="rect">
            <a:avLst/>
          </a:prstGeom>
          <a:ln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sp>
        <p:nvSpPr>
          <p:cNvPr id="256" name="Line"/>
          <p:cNvSpPr/>
          <p:nvPr/>
        </p:nvSpPr>
        <p:spPr>
          <a:xfrm>
            <a:off x="13303609" y="1136205"/>
            <a:ext cx="2090750" cy="327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3" extrusionOk="0">
                <a:moveTo>
                  <a:pt x="0" y="21313"/>
                </a:moveTo>
                <a:cubicBezTo>
                  <a:pt x="3284" y="7152"/>
                  <a:pt x="7180" y="-287"/>
                  <a:pt x="11160" y="9"/>
                </a:cubicBezTo>
                <a:cubicBezTo>
                  <a:pt x="14876" y="285"/>
                  <a:pt x="18502" y="7312"/>
                  <a:pt x="21600" y="20247"/>
                </a:cubicBezTo>
              </a:path>
            </a:pathLst>
          </a:custGeom>
          <a:ln w="127000">
            <a:solidFill>
              <a:schemeClr val="accent5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7" name="Line"/>
          <p:cNvSpPr/>
          <p:nvPr/>
        </p:nvSpPr>
        <p:spPr>
          <a:xfrm>
            <a:off x="17611901" y="6518577"/>
            <a:ext cx="2090750" cy="327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3" extrusionOk="0">
                <a:moveTo>
                  <a:pt x="0" y="21313"/>
                </a:moveTo>
                <a:cubicBezTo>
                  <a:pt x="3284" y="7152"/>
                  <a:pt x="7180" y="-287"/>
                  <a:pt x="11160" y="9"/>
                </a:cubicBezTo>
                <a:cubicBezTo>
                  <a:pt x="14876" y="285"/>
                  <a:pt x="18502" y="7312"/>
                  <a:pt x="21600" y="20247"/>
                </a:cubicBezTo>
              </a:path>
            </a:pathLst>
          </a:custGeom>
          <a:ln w="127000">
            <a:solidFill>
              <a:schemeClr val="accent5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8" name="Line"/>
          <p:cNvSpPr/>
          <p:nvPr/>
        </p:nvSpPr>
        <p:spPr>
          <a:xfrm>
            <a:off x="17813270" y="10545058"/>
            <a:ext cx="2090750" cy="3274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3" extrusionOk="0">
                <a:moveTo>
                  <a:pt x="0" y="21313"/>
                </a:moveTo>
                <a:cubicBezTo>
                  <a:pt x="3284" y="7152"/>
                  <a:pt x="7180" y="-287"/>
                  <a:pt x="11160" y="9"/>
                </a:cubicBezTo>
                <a:cubicBezTo>
                  <a:pt x="14876" y="285"/>
                  <a:pt x="18502" y="7312"/>
                  <a:pt x="21600" y="20247"/>
                </a:cubicBezTo>
              </a:path>
            </a:pathLst>
          </a:custGeom>
          <a:ln w="127000">
            <a:solidFill>
              <a:schemeClr val="accent5"/>
            </a:solidFill>
            <a:miter lim="400000"/>
            <a:tailEnd type="stealth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Inventory Management in MM Mod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Inventory Management in MM Module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MM Module"/>
          <p:cNvSpPr txBox="1"/>
          <p:nvPr/>
        </p:nvSpPr>
        <p:spPr>
          <a:xfrm>
            <a:off x="694700" y="5954595"/>
            <a:ext cx="3388869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lvl1pPr>
          </a:lstStyle>
          <a:p>
            <a:r>
              <a:t>MM Module</a:t>
            </a:r>
          </a:p>
        </p:txBody>
      </p:sp>
      <p:sp>
        <p:nvSpPr>
          <p:cNvPr id="263" name="Estimate/ Indent Preparation (Purchase Requisition in SAP)"/>
          <p:cNvSpPr txBox="1"/>
          <p:nvPr/>
        </p:nvSpPr>
        <p:spPr>
          <a:xfrm>
            <a:off x="7422312" y="1483684"/>
            <a:ext cx="15704821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Estimate/ Indent Preparation</a:t>
            </a:r>
            <a:r>
              <a:t> (Purchase Requisition in SAP)</a:t>
            </a:r>
          </a:p>
        </p:txBody>
      </p:sp>
      <p:sp>
        <p:nvSpPr>
          <p:cNvPr id="264" name="Placing order to vendor (Purchase Order in SAP)"/>
          <p:cNvSpPr txBox="1"/>
          <p:nvPr/>
        </p:nvSpPr>
        <p:spPr>
          <a:xfrm>
            <a:off x="7422312" y="2684648"/>
            <a:ext cx="12830353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Placing order to vendor</a:t>
            </a:r>
            <a:r>
              <a:t> (Purchase Order in SAP)</a:t>
            </a:r>
          </a:p>
        </p:txBody>
      </p:sp>
      <p:sp>
        <p:nvSpPr>
          <p:cNvPr id="265" name="Receiving goods at Store (Purchase Order (PO) in SAP)"/>
          <p:cNvSpPr txBox="1"/>
          <p:nvPr/>
        </p:nvSpPr>
        <p:spPr>
          <a:xfrm>
            <a:off x="7422312" y="3885613"/>
            <a:ext cx="14474343" cy="93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Receiving goods at Store </a:t>
            </a:r>
            <a:r>
              <a:t>(Purchase Order (PO) in SAP)</a:t>
            </a:r>
          </a:p>
        </p:txBody>
      </p:sp>
      <p:sp>
        <p:nvSpPr>
          <p:cNvPr id="266" name="Quality inspection before receiving (Quality Inspection Screen in SAP, Transaction Code: QA32)"/>
          <p:cNvSpPr txBox="1"/>
          <p:nvPr/>
        </p:nvSpPr>
        <p:spPr>
          <a:xfrm>
            <a:off x="8925329" y="4889512"/>
            <a:ext cx="11395476" cy="1328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Quality inspection before receiving </a:t>
            </a:r>
            <a:r>
              <a:t>(Quality Inspection Screen in SAP, </a:t>
            </a:r>
            <a:r>
              <a:rPr u="sng"/>
              <a:t>Transaction Code:</a:t>
            </a:r>
            <a:r>
              <a:t> </a:t>
            </a:r>
            <a:r>
              <a:rPr>
                <a:solidFill>
                  <a:schemeClr val="accent5"/>
                </a:solidFill>
              </a:rPr>
              <a:t>QA32</a:t>
            </a:r>
            <a:r>
              <a:t>)</a:t>
            </a:r>
          </a:p>
        </p:txBody>
      </p:sp>
      <p:sp>
        <p:nvSpPr>
          <p:cNvPr id="267" name="Rejecting goods not as per laid out quality standards in PO"/>
          <p:cNvSpPr txBox="1"/>
          <p:nvPr/>
        </p:nvSpPr>
        <p:spPr>
          <a:xfrm>
            <a:off x="10135354" y="6287543"/>
            <a:ext cx="12630813" cy="744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/>
            </a:lvl1pPr>
          </a:lstStyle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Rejecting goods not as per laid out quality standards in PO</a:t>
            </a:r>
          </a:p>
        </p:txBody>
      </p:sp>
      <p:sp>
        <p:nvSpPr>
          <p:cNvPr id="268" name="Accepting goods as per laid out quality standards in PO"/>
          <p:cNvSpPr txBox="1"/>
          <p:nvPr/>
        </p:nvSpPr>
        <p:spPr>
          <a:xfrm>
            <a:off x="10135354" y="7102212"/>
            <a:ext cx="11395476" cy="744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/>
            </a:lvl1pPr>
          </a:lstStyle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Accepting goods as per laid out quality standards in PO</a:t>
            </a:r>
          </a:p>
        </p:txBody>
      </p:sp>
      <p:sp>
        <p:nvSpPr>
          <p:cNvPr id="269" name="Accepted goods received at storage locations (Goods Movement Screen in SAP, Transaction Code: MIGO )"/>
          <p:cNvSpPr txBox="1"/>
          <p:nvPr/>
        </p:nvSpPr>
        <p:spPr>
          <a:xfrm>
            <a:off x="8925329" y="7916881"/>
            <a:ext cx="14474344" cy="1328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400"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Accepted goods received at storage locations </a:t>
            </a:r>
            <a:r>
              <a:t>(Goods Movement Screen in SAP, </a:t>
            </a:r>
            <a:r>
              <a:rPr u="sng"/>
              <a:t>Transaction Code</a:t>
            </a:r>
            <a:r>
              <a:t>: </a:t>
            </a:r>
            <a:r>
              <a:rPr>
                <a:solidFill>
                  <a:schemeClr val="accent5"/>
                </a:solidFill>
              </a:rPr>
              <a:t>MIGO</a:t>
            </a:r>
            <a:r>
              <a:t> )</a:t>
            </a:r>
          </a:p>
        </p:txBody>
      </p:sp>
      <p:sp>
        <p:nvSpPr>
          <p:cNvPr id="270" name="Issuing goods from Store for consumption against different activities at plant(Transaction Code: MIGO)"/>
          <p:cNvSpPr txBox="1"/>
          <p:nvPr/>
        </p:nvSpPr>
        <p:spPr>
          <a:xfrm>
            <a:off x="7361225" y="9574208"/>
            <a:ext cx="15826993" cy="1689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Issuing goods from Store for consumption against different activities at plant</a:t>
            </a:r>
            <a:r>
              <a:t>(Transaction Code: </a:t>
            </a:r>
            <a:r>
              <a:rPr>
                <a:solidFill>
                  <a:schemeClr val="accent5"/>
                </a:solidFill>
              </a:rPr>
              <a:t>MIGO</a:t>
            </a:r>
            <a:r>
              <a:t>)</a:t>
            </a:r>
          </a:p>
        </p:txBody>
      </p:sp>
      <p:sp>
        <p:nvSpPr>
          <p:cNvPr id="271" name="Line"/>
          <p:cNvSpPr/>
          <p:nvPr/>
        </p:nvSpPr>
        <p:spPr>
          <a:xfrm>
            <a:off x="4947312" y="2001341"/>
            <a:ext cx="2412635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arrow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2" name="Line"/>
          <p:cNvSpPr/>
          <p:nvPr/>
        </p:nvSpPr>
        <p:spPr>
          <a:xfrm>
            <a:off x="4128523" y="6459801"/>
            <a:ext cx="804978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3" name="Line"/>
          <p:cNvSpPr/>
          <p:nvPr/>
        </p:nvSpPr>
        <p:spPr>
          <a:xfrm flipV="1">
            <a:off x="4977820" y="1988917"/>
            <a:ext cx="1" cy="10374336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4" name="Line"/>
          <p:cNvSpPr/>
          <p:nvPr/>
        </p:nvSpPr>
        <p:spPr>
          <a:xfrm>
            <a:off x="4947312" y="3151754"/>
            <a:ext cx="2412634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arrow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5" name="Line"/>
          <p:cNvSpPr/>
          <p:nvPr/>
        </p:nvSpPr>
        <p:spPr>
          <a:xfrm>
            <a:off x="4947312" y="4352719"/>
            <a:ext cx="2412634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arrow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6" name="Line"/>
          <p:cNvSpPr/>
          <p:nvPr/>
        </p:nvSpPr>
        <p:spPr>
          <a:xfrm>
            <a:off x="4947312" y="10511556"/>
            <a:ext cx="2412634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arrow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7" name="Line"/>
          <p:cNvSpPr/>
          <p:nvPr/>
        </p:nvSpPr>
        <p:spPr>
          <a:xfrm flipV="1">
            <a:off x="7974032" y="4747034"/>
            <a:ext cx="1" cy="387680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8" name="Line"/>
          <p:cNvSpPr/>
          <p:nvPr/>
        </p:nvSpPr>
        <p:spPr>
          <a:xfrm>
            <a:off x="7992647" y="5360536"/>
            <a:ext cx="805613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arrow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9" name="Line"/>
          <p:cNvSpPr/>
          <p:nvPr/>
        </p:nvSpPr>
        <p:spPr>
          <a:xfrm>
            <a:off x="7954547" y="8593752"/>
            <a:ext cx="805613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arrow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80" name="Assessing Inventory status based on reports and dashboard data and processing for procurement accordingly"/>
          <p:cNvSpPr txBox="1"/>
          <p:nvPr/>
        </p:nvSpPr>
        <p:spPr>
          <a:xfrm>
            <a:off x="7361225" y="11406745"/>
            <a:ext cx="15826993" cy="1689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Assessing Inventory status based on reports and dashboard data and processing for procurement accordingly</a:t>
            </a:r>
          </a:p>
        </p:txBody>
      </p:sp>
      <p:sp>
        <p:nvSpPr>
          <p:cNvPr id="281" name="Line"/>
          <p:cNvSpPr/>
          <p:nvPr/>
        </p:nvSpPr>
        <p:spPr>
          <a:xfrm>
            <a:off x="4947312" y="12370497"/>
            <a:ext cx="2412634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arrow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roup"/>
          <p:cNvGrpSpPr/>
          <p:nvPr/>
        </p:nvGrpSpPr>
        <p:grpSpPr>
          <a:xfrm>
            <a:off x="314119" y="797083"/>
            <a:ext cx="23622365" cy="12259989"/>
            <a:chOff x="-54867" y="0"/>
            <a:chExt cx="23622364" cy="12259988"/>
          </a:xfrm>
        </p:grpSpPr>
        <p:grpSp>
          <p:nvGrpSpPr>
            <p:cNvPr id="287" name="Group"/>
            <p:cNvGrpSpPr/>
            <p:nvPr/>
          </p:nvGrpSpPr>
          <p:grpSpPr>
            <a:xfrm>
              <a:off x="747640" y="0"/>
              <a:ext cx="1632090" cy="1221239"/>
              <a:chOff x="0" y="0"/>
              <a:chExt cx="1632089" cy="1221238"/>
            </a:xfrm>
          </p:grpSpPr>
          <p:sp>
            <p:nvSpPr>
              <p:cNvPr id="285" name="Bulldozer"/>
              <p:cNvSpPr/>
              <p:nvPr/>
            </p:nvSpPr>
            <p:spPr>
              <a:xfrm>
                <a:off x="0" y="316194"/>
                <a:ext cx="1632090" cy="9050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814" y="0"/>
                    </a:moveTo>
                    <a:cubicBezTo>
                      <a:pt x="3754" y="0"/>
                      <a:pt x="3706" y="87"/>
                      <a:pt x="3706" y="195"/>
                    </a:cubicBezTo>
                    <a:lnTo>
                      <a:pt x="3706" y="1427"/>
                    </a:lnTo>
                    <a:cubicBezTo>
                      <a:pt x="3706" y="1535"/>
                      <a:pt x="3754" y="1622"/>
                      <a:pt x="3814" y="1622"/>
                    </a:cubicBezTo>
                    <a:lnTo>
                      <a:pt x="4013" y="1622"/>
                    </a:lnTo>
                    <a:cubicBezTo>
                      <a:pt x="4052" y="1622"/>
                      <a:pt x="4082" y="1690"/>
                      <a:pt x="4072" y="1759"/>
                    </a:cubicBezTo>
                    <a:lnTo>
                      <a:pt x="3422" y="6330"/>
                    </a:lnTo>
                    <a:cubicBezTo>
                      <a:pt x="3399" y="6493"/>
                      <a:pt x="3316" y="6607"/>
                      <a:pt x="3223" y="6607"/>
                    </a:cubicBezTo>
                    <a:lnTo>
                      <a:pt x="2720" y="6607"/>
                    </a:lnTo>
                    <a:cubicBezTo>
                      <a:pt x="2623" y="6607"/>
                      <a:pt x="2532" y="6684"/>
                      <a:pt x="2469" y="6817"/>
                    </a:cubicBezTo>
                    <a:lnTo>
                      <a:pt x="938" y="10051"/>
                    </a:lnTo>
                    <a:cubicBezTo>
                      <a:pt x="887" y="10159"/>
                      <a:pt x="859" y="10296"/>
                      <a:pt x="859" y="10438"/>
                    </a:cubicBezTo>
                    <a:lnTo>
                      <a:pt x="859" y="13064"/>
                    </a:lnTo>
                    <a:cubicBezTo>
                      <a:pt x="859" y="13171"/>
                      <a:pt x="810" y="13258"/>
                      <a:pt x="751" y="13259"/>
                    </a:cubicBezTo>
                    <a:lnTo>
                      <a:pt x="106" y="13265"/>
                    </a:lnTo>
                    <a:cubicBezTo>
                      <a:pt x="47" y="13266"/>
                      <a:pt x="0" y="13353"/>
                      <a:pt x="0" y="13460"/>
                    </a:cubicBezTo>
                    <a:lnTo>
                      <a:pt x="0" y="17470"/>
                    </a:lnTo>
                    <a:cubicBezTo>
                      <a:pt x="0" y="17528"/>
                      <a:pt x="14" y="17583"/>
                      <a:pt x="39" y="17620"/>
                    </a:cubicBezTo>
                    <a:lnTo>
                      <a:pt x="910" y="18922"/>
                    </a:lnTo>
                    <a:cubicBezTo>
                      <a:pt x="938" y="18965"/>
                      <a:pt x="980" y="18921"/>
                      <a:pt x="972" y="18855"/>
                    </a:cubicBezTo>
                    <a:cubicBezTo>
                      <a:pt x="932" y="18537"/>
                      <a:pt x="911" y="18205"/>
                      <a:pt x="910" y="17866"/>
                    </a:cubicBezTo>
                    <a:cubicBezTo>
                      <a:pt x="900" y="15309"/>
                      <a:pt x="2078" y="13250"/>
                      <a:pt x="3496" y="13250"/>
                    </a:cubicBezTo>
                    <a:lnTo>
                      <a:pt x="12769" y="13250"/>
                    </a:lnTo>
                    <a:cubicBezTo>
                      <a:pt x="13562" y="13250"/>
                      <a:pt x="14270" y="13910"/>
                      <a:pt x="14737" y="14939"/>
                    </a:cubicBezTo>
                    <a:cubicBezTo>
                      <a:pt x="14762" y="14995"/>
                      <a:pt x="14749" y="15080"/>
                      <a:pt x="14712" y="15106"/>
                    </a:cubicBezTo>
                    <a:lnTo>
                      <a:pt x="14421" y="15307"/>
                    </a:lnTo>
                    <a:cubicBezTo>
                      <a:pt x="14372" y="15341"/>
                      <a:pt x="14318" y="15318"/>
                      <a:pt x="14281" y="15249"/>
                    </a:cubicBezTo>
                    <a:cubicBezTo>
                      <a:pt x="13901" y="14526"/>
                      <a:pt x="13364" y="14074"/>
                      <a:pt x="12769" y="14074"/>
                    </a:cubicBezTo>
                    <a:lnTo>
                      <a:pt x="3491" y="14074"/>
                    </a:lnTo>
                    <a:cubicBezTo>
                      <a:pt x="2352" y="14074"/>
                      <a:pt x="1392" y="15690"/>
                      <a:pt x="1365" y="17744"/>
                    </a:cubicBezTo>
                    <a:cubicBezTo>
                      <a:pt x="1337" y="19861"/>
                      <a:pt x="2285" y="21600"/>
                      <a:pt x="3453" y="21600"/>
                    </a:cubicBezTo>
                    <a:lnTo>
                      <a:pt x="12769" y="21600"/>
                    </a:lnTo>
                    <a:cubicBezTo>
                      <a:pt x="13621" y="21600"/>
                      <a:pt x="14354" y="20676"/>
                      <a:pt x="14678" y="19354"/>
                    </a:cubicBezTo>
                    <a:cubicBezTo>
                      <a:pt x="14690" y="19307"/>
                      <a:pt x="14670" y="19251"/>
                      <a:pt x="14641" y="19251"/>
                    </a:cubicBezTo>
                    <a:lnTo>
                      <a:pt x="13999" y="19251"/>
                    </a:lnTo>
                    <a:cubicBezTo>
                      <a:pt x="13965" y="19251"/>
                      <a:pt x="13932" y="19283"/>
                      <a:pt x="13912" y="19333"/>
                    </a:cubicBezTo>
                    <a:cubicBezTo>
                      <a:pt x="13658" y="19949"/>
                      <a:pt x="13251" y="20349"/>
                      <a:pt x="12793" y="20349"/>
                    </a:cubicBezTo>
                    <a:cubicBezTo>
                      <a:pt x="12335" y="20349"/>
                      <a:pt x="11928" y="19949"/>
                      <a:pt x="11674" y="19333"/>
                    </a:cubicBezTo>
                    <a:cubicBezTo>
                      <a:pt x="11653" y="19283"/>
                      <a:pt x="11621" y="19251"/>
                      <a:pt x="11586" y="19251"/>
                    </a:cubicBezTo>
                    <a:lnTo>
                      <a:pt x="7329" y="19251"/>
                    </a:lnTo>
                    <a:cubicBezTo>
                      <a:pt x="6907" y="19251"/>
                      <a:pt x="6543" y="18669"/>
                      <a:pt x="6522" y="17909"/>
                    </a:cubicBezTo>
                    <a:cubicBezTo>
                      <a:pt x="6500" y="17096"/>
                      <a:pt x="6861" y="16421"/>
                      <a:pt x="7307" y="16421"/>
                    </a:cubicBezTo>
                    <a:lnTo>
                      <a:pt x="11591" y="16421"/>
                    </a:lnTo>
                    <a:cubicBezTo>
                      <a:pt x="11623" y="16421"/>
                      <a:pt x="11652" y="16393"/>
                      <a:pt x="11671" y="16348"/>
                    </a:cubicBezTo>
                    <a:cubicBezTo>
                      <a:pt x="11924" y="15727"/>
                      <a:pt x="12333" y="15325"/>
                      <a:pt x="12793" y="15325"/>
                    </a:cubicBezTo>
                    <a:cubicBezTo>
                      <a:pt x="13078" y="15325"/>
                      <a:pt x="13342" y="15478"/>
                      <a:pt x="13562" y="15742"/>
                    </a:cubicBezTo>
                    <a:cubicBezTo>
                      <a:pt x="13599" y="15785"/>
                      <a:pt x="13591" y="15884"/>
                      <a:pt x="13551" y="15912"/>
                    </a:cubicBezTo>
                    <a:lnTo>
                      <a:pt x="12214" y="16847"/>
                    </a:lnTo>
                    <a:cubicBezTo>
                      <a:pt x="12152" y="16890"/>
                      <a:pt x="12085" y="16911"/>
                      <a:pt x="12018" y="16911"/>
                    </a:cubicBezTo>
                    <a:lnTo>
                      <a:pt x="7324" y="16911"/>
                    </a:lnTo>
                    <a:cubicBezTo>
                      <a:pt x="7051" y="16911"/>
                      <a:pt x="6813" y="17283"/>
                      <a:pt x="6796" y="17775"/>
                    </a:cubicBezTo>
                    <a:cubicBezTo>
                      <a:pt x="6776" y="18314"/>
                      <a:pt x="7012" y="18761"/>
                      <a:pt x="7307" y="18761"/>
                    </a:cubicBezTo>
                    <a:lnTo>
                      <a:pt x="17850" y="18761"/>
                    </a:lnTo>
                    <a:cubicBezTo>
                      <a:pt x="17892" y="18761"/>
                      <a:pt x="17925" y="18823"/>
                      <a:pt x="17925" y="18898"/>
                    </a:cubicBezTo>
                    <a:lnTo>
                      <a:pt x="17925" y="20383"/>
                    </a:lnTo>
                    <a:cubicBezTo>
                      <a:pt x="17925" y="20479"/>
                      <a:pt x="17965" y="20560"/>
                      <a:pt x="18017" y="20574"/>
                    </a:cubicBezTo>
                    <a:lnTo>
                      <a:pt x="21529" y="21548"/>
                    </a:lnTo>
                    <a:cubicBezTo>
                      <a:pt x="21566" y="21559"/>
                      <a:pt x="21600" y="21507"/>
                      <a:pt x="21600" y="21439"/>
                    </a:cubicBezTo>
                    <a:lnTo>
                      <a:pt x="21600" y="20629"/>
                    </a:lnTo>
                    <a:cubicBezTo>
                      <a:pt x="21600" y="20545"/>
                      <a:pt x="21580" y="20465"/>
                      <a:pt x="21546" y="20407"/>
                    </a:cubicBezTo>
                    <a:lnTo>
                      <a:pt x="20392" y="18435"/>
                    </a:lnTo>
                    <a:cubicBezTo>
                      <a:pt x="20350" y="18364"/>
                      <a:pt x="20320" y="18271"/>
                      <a:pt x="20309" y="18170"/>
                    </a:cubicBezTo>
                    <a:lnTo>
                      <a:pt x="19354" y="9732"/>
                    </a:lnTo>
                    <a:cubicBezTo>
                      <a:pt x="19344" y="9641"/>
                      <a:pt x="19299" y="9577"/>
                      <a:pt x="19248" y="9577"/>
                    </a:cubicBezTo>
                    <a:lnTo>
                      <a:pt x="18908" y="9577"/>
                    </a:lnTo>
                    <a:cubicBezTo>
                      <a:pt x="18867" y="9577"/>
                      <a:pt x="18829" y="9620"/>
                      <a:pt x="18811" y="9686"/>
                    </a:cubicBezTo>
                    <a:lnTo>
                      <a:pt x="18254" y="11725"/>
                    </a:lnTo>
                    <a:cubicBezTo>
                      <a:pt x="18237" y="11784"/>
                      <a:pt x="18193" y="11799"/>
                      <a:pt x="18168" y="11752"/>
                    </a:cubicBezTo>
                    <a:lnTo>
                      <a:pt x="14124" y="4419"/>
                    </a:lnTo>
                    <a:cubicBezTo>
                      <a:pt x="14082" y="4342"/>
                      <a:pt x="14013" y="4343"/>
                      <a:pt x="13971" y="4419"/>
                    </a:cubicBezTo>
                    <a:lnTo>
                      <a:pt x="13640" y="5015"/>
                    </a:lnTo>
                    <a:cubicBezTo>
                      <a:pt x="13598" y="5091"/>
                      <a:pt x="13596" y="5213"/>
                      <a:pt x="13638" y="5289"/>
                    </a:cubicBezTo>
                    <a:lnTo>
                      <a:pt x="15100" y="7939"/>
                    </a:lnTo>
                    <a:cubicBezTo>
                      <a:pt x="15133" y="8000"/>
                      <a:pt x="15106" y="8104"/>
                      <a:pt x="15059" y="8092"/>
                    </a:cubicBezTo>
                    <a:lnTo>
                      <a:pt x="12153" y="7340"/>
                    </a:lnTo>
                    <a:cubicBezTo>
                      <a:pt x="12100" y="7326"/>
                      <a:pt x="12061" y="7242"/>
                      <a:pt x="12061" y="7145"/>
                    </a:cubicBezTo>
                    <a:lnTo>
                      <a:pt x="12061" y="1817"/>
                    </a:lnTo>
                    <a:cubicBezTo>
                      <a:pt x="12061" y="1709"/>
                      <a:pt x="12012" y="1622"/>
                      <a:pt x="11953" y="1622"/>
                    </a:cubicBezTo>
                    <a:lnTo>
                      <a:pt x="11507" y="1622"/>
                    </a:lnTo>
                    <a:cubicBezTo>
                      <a:pt x="11447" y="1622"/>
                      <a:pt x="11399" y="1709"/>
                      <a:pt x="11399" y="1817"/>
                    </a:cubicBezTo>
                    <a:lnTo>
                      <a:pt x="11399" y="6920"/>
                    </a:lnTo>
                    <a:cubicBezTo>
                      <a:pt x="11399" y="7039"/>
                      <a:pt x="11341" y="7129"/>
                      <a:pt x="11276" y="7112"/>
                    </a:cubicBezTo>
                    <a:lnTo>
                      <a:pt x="9438" y="6637"/>
                    </a:lnTo>
                    <a:cubicBezTo>
                      <a:pt x="9372" y="6620"/>
                      <a:pt x="9322" y="6517"/>
                      <a:pt x="9322" y="6397"/>
                    </a:cubicBezTo>
                    <a:lnTo>
                      <a:pt x="9322" y="1768"/>
                    </a:lnTo>
                    <a:cubicBezTo>
                      <a:pt x="9322" y="1687"/>
                      <a:pt x="9358" y="1622"/>
                      <a:pt x="9403" y="1622"/>
                    </a:cubicBezTo>
                    <a:lnTo>
                      <a:pt x="9634" y="1622"/>
                    </a:lnTo>
                    <a:cubicBezTo>
                      <a:pt x="9704" y="1622"/>
                      <a:pt x="9757" y="1504"/>
                      <a:pt x="9740" y="1382"/>
                    </a:cubicBezTo>
                    <a:lnTo>
                      <a:pt x="9573" y="149"/>
                    </a:lnTo>
                    <a:cubicBezTo>
                      <a:pt x="9561" y="62"/>
                      <a:pt x="9518" y="0"/>
                      <a:pt x="9469" y="0"/>
                    </a:cubicBezTo>
                    <a:lnTo>
                      <a:pt x="3814" y="0"/>
                    </a:lnTo>
                    <a:close/>
                    <a:moveTo>
                      <a:pt x="6792" y="1622"/>
                    </a:moveTo>
                    <a:lnTo>
                      <a:pt x="8483" y="1622"/>
                    </a:lnTo>
                    <a:cubicBezTo>
                      <a:pt x="8618" y="1622"/>
                      <a:pt x="8728" y="1820"/>
                      <a:pt x="8728" y="2063"/>
                    </a:cubicBezTo>
                    <a:lnTo>
                      <a:pt x="8728" y="6126"/>
                    </a:lnTo>
                    <a:cubicBezTo>
                      <a:pt x="8728" y="6444"/>
                      <a:pt x="8702" y="6761"/>
                      <a:pt x="8652" y="7066"/>
                    </a:cubicBezTo>
                    <a:lnTo>
                      <a:pt x="8233" y="9592"/>
                    </a:lnTo>
                    <a:cubicBezTo>
                      <a:pt x="8202" y="9780"/>
                      <a:pt x="8106" y="9907"/>
                      <a:pt x="7997" y="9905"/>
                    </a:cubicBezTo>
                    <a:lnTo>
                      <a:pt x="6789" y="9890"/>
                    </a:lnTo>
                    <a:cubicBezTo>
                      <a:pt x="6655" y="9888"/>
                      <a:pt x="6548" y="9691"/>
                      <a:pt x="6547" y="9449"/>
                    </a:cubicBezTo>
                    <a:lnTo>
                      <a:pt x="6547" y="2063"/>
                    </a:lnTo>
                    <a:cubicBezTo>
                      <a:pt x="6547" y="1820"/>
                      <a:pt x="6657" y="1622"/>
                      <a:pt x="6792" y="1622"/>
                    </a:cubicBezTo>
                    <a:close/>
                    <a:moveTo>
                      <a:pt x="4906" y="1631"/>
                    </a:moveTo>
                    <a:lnTo>
                      <a:pt x="5699" y="1640"/>
                    </a:lnTo>
                    <a:cubicBezTo>
                      <a:pt x="5833" y="1642"/>
                      <a:pt x="5940" y="1840"/>
                      <a:pt x="5940" y="2081"/>
                    </a:cubicBezTo>
                    <a:lnTo>
                      <a:pt x="5940" y="6165"/>
                    </a:lnTo>
                    <a:cubicBezTo>
                      <a:pt x="5940" y="6409"/>
                      <a:pt x="5830" y="6607"/>
                      <a:pt x="5695" y="6607"/>
                    </a:cubicBezTo>
                    <a:lnTo>
                      <a:pt x="4320" y="6607"/>
                    </a:lnTo>
                    <a:cubicBezTo>
                      <a:pt x="4160" y="6607"/>
                      <a:pt x="4044" y="6334"/>
                      <a:pt x="4084" y="6056"/>
                    </a:cubicBezTo>
                    <a:lnTo>
                      <a:pt x="4668" y="1960"/>
                    </a:lnTo>
                    <a:cubicBezTo>
                      <a:pt x="4696" y="1764"/>
                      <a:pt x="4793" y="1629"/>
                      <a:pt x="4906" y="1631"/>
                    </a:cubicBezTo>
                    <a:close/>
                    <a:moveTo>
                      <a:pt x="16305" y="10197"/>
                    </a:moveTo>
                    <a:cubicBezTo>
                      <a:pt x="16321" y="10185"/>
                      <a:pt x="16340" y="10189"/>
                      <a:pt x="16355" y="10216"/>
                    </a:cubicBezTo>
                    <a:lnTo>
                      <a:pt x="17783" y="12802"/>
                    </a:lnTo>
                    <a:cubicBezTo>
                      <a:pt x="17813" y="12857"/>
                      <a:pt x="17802" y="12951"/>
                      <a:pt x="17763" y="12979"/>
                    </a:cubicBezTo>
                    <a:lnTo>
                      <a:pt x="16355" y="13959"/>
                    </a:lnTo>
                    <a:cubicBezTo>
                      <a:pt x="16316" y="13986"/>
                      <a:pt x="16276" y="13933"/>
                      <a:pt x="16276" y="13858"/>
                    </a:cubicBezTo>
                    <a:lnTo>
                      <a:pt x="16276" y="10274"/>
                    </a:lnTo>
                    <a:cubicBezTo>
                      <a:pt x="16276" y="10236"/>
                      <a:pt x="16288" y="10210"/>
                      <a:pt x="16305" y="10197"/>
                    </a:cubicBezTo>
                    <a:close/>
                    <a:moveTo>
                      <a:pt x="17823" y="14257"/>
                    </a:moveTo>
                    <a:cubicBezTo>
                      <a:pt x="17873" y="14223"/>
                      <a:pt x="17925" y="14290"/>
                      <a:pt x="17925" y="14385"/>
                    </a:cubicBezTo>
                    <a:lnTo>
                      <a:pt x="17925" y="16777"/>
                    </a:lnTo>
                    <a:cubicBezTo>
                      <a:pt x="17925" y="16851"/>
                      <a:pt x="17892" y="16911"/>
                      <a:pt x="17850" y="16911"/>
                    </a:cubicBezTo>
                    <a:lnTo>
                      <a:pt x="14187" y="16911"/>
                    </a:lnTo>
                    <a:cubicBezTo>
                      <a:pt x="14152" y="16911"/>
                      <a:pt x="14142" y="16824"/>
                      <a:pt x="14175" y="16801"/>
                    </a:cubicBezTo>
                    <a:lnTo>
                      <a:pt x="15078" y="16171"/>
                    </a:lnTo>
                    <a:cubicBezTo>
                      <a:pt x="15107" y="16151"/>
                      <a:pt x="15140" y="16179"/>
                      <a:pt x="15150" y="16232"/>
                    </a:cubicBezTo>
                    <a:lnTo>
                      <a:pt x="15169" y="16323"/>
                    </a:lnTo>
                    <a:cubicBezTo>
                      <a:pt x="15181" y="16382"/>
                      <a:pt x="15210" y="16421"/>
                      <a:pt x="15245" y="16421"/>
                    </a:cubicBezTo>
                    <a:lnTo>
                      <a:pt x="16185" y="16421"/>
                    </a:lnTo>
                    <a:cubicBezTo>
                      <a:pt x="16235" y="16421"/>
                      <a:pt x="16276" y="16347"/>
                      <a:pt x="16276" y="16256"/>
                    </a:cubicBezTo>
                    <a:lnTo>
                      <a:pt x="16276" y="15450"/>
                    </a:lnTo>
                    <a:cubicBezTo>
                      <a:pt x="16276" y="15382"/>
                      <a:pt x="16298" y="15322"/>
                      <a:pt x="16333" y="15298"/>
                    </a:cubicBezTo>
                    <a:lnTo>
                      <a:pt x="17823" y="14257"/>
                    </a:lnTo>
                    <a:close/>
                    <a:moveTo>
                      <a:pt x="3453" y="15325"/>
                    </a:moveTo>
                    <a:cubicBezTo>
                      <a:pt x="4222" y="15325"/>
                      <a:pt x="4845" y="16448"/>
                      <a:pt x="4845" y="17836"/>
                    </a:cubicBezTo>
                    <a:cubicBezTo>
                      <a:pt x="4845" y="19223"/>
                      <a:pt x="4222" y="20349"/>
                      <a:pt x="3453" y="20349"/>
                    </a:cubicBezTo>
                    <a:cubicBezTo>
                      <a:pt x="2683" y="20349"/>
                      <a:pt x="2059" y="19223"/>
                      <a:pt x="2059" y="17836"/>
                    </a:cubicBezTo>
                    <a:cubicBezTo>
                      <a:pt x="2059" y="16448"/>
                      <a:pt x="2683" y="15325"/>
                      <a:pt x="3453" y="153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11303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Graphik"/>
                    <a:ea typeface="Graphik"/>
                    <a:cs typeface="Graphik"/>
                    <a:sym typeface="Graphik"/>
                  </a:defRPr>
                </a:pPr>
                <a:endParaRPr/>
              </a:p>
            </p:txBody>
          </p:sp>
          <p:sp>
            <p:nvSpPr>
              <p:cNvPr id="286" name="Multiplication Sign"/>
              <p:cNvSpPr/>
              <p:nvPr/>
            </p:nvSpPr>
            <p:spPr>
              <a:xfrm>
                <a:off x="913472" y="0"/>
                <a:ext cx="489923" cy="4899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7" h="21577" extrusionOk="0">
                    <a:moveTo>
                      <a:pt x="3398" y="1"/>
                    </a:moveTo>
                    <a:cubicBezTo>
                      <a:pt x="3368" y="1"/>
                      <a:pt x="3338" y="12"/>
                      <a:pt x="3315" y="35"/>
                    </a:cubicBezTo>
                    <a:lnTo>
                      <a:pt x="35" y="3315"/>
                    </a:lnTo>
                    <a:cubicBezTo>
                      <a:pt x="-11" y="3361"/>
                      <a:pt x="-11" y="3434"/>
                      <a:pt x="35" y="3480"/>
                    </a:cubicBezTo>
                    <a:lnTo>
                      <a:pt x="7290" y="10733"/>
                    </a:lnTo>
                    <a:cubicBezTo>
                      <a:pt x="7320" y="10764"/>
                      <a:pt x="7320" y="10813"/>
                      <a:pt x="7290" y="10843"/>
                    </a:cubicBezTo>
                    <a:lnTo>
                      <a:pt x="35" y="18098"/>
                    </a:lnTo>
                    <a:cubicBezTo>
                      <a:pt x="-11" y="18144"/>
                      <a:pt x="-11" y="18217"/>
                      <a:pt x="35" y="18263"/>
                    </a:cubicBezTo>
                    <a:lnTo>
                      <a:pt x="3315" y="21543"/>
                    </a:lnTo>
                    <a:cubicBezTo>
                      <a:pt x="3361" y="21589"/>
                      <a:pt x="3434" y="21589"/>
                      <a:pt x="3480" y="21543"/>
                    </a:cubicBezTo>
                    <a:lnTo>
                      <a:pt x="10733" y="14288"/>
                    </a:lnTo>
                    <a:cubicBezTo>
                      <a:pt x="10764" y="14258"/>
                      <a:pt x="10814" y="14258"/>
                      <a:pt x="10845" y="14288"/>
                    </a:cubicBezTo>
                    <a:lnTo>
                      <a:pt x="18098" y="21543"/>
                    </a:lnTo>
                    <a:cubicBezTo>
                      <a:pt x="18144" y="21589"/>
                      <a:pt x="18217" y="21589"/>
                      <a:pt x="18263" y="21543"/>
                    </a:cubicBezTo>
                    <a:lnTo>
                      <a:pt x="21543" y="18263"/>
                    </a:lnTo>
                    <a:cubicBezTo>
                      <a:pt x="21589" y="18217"/>
                      <a:pt x="21589" y="18144"/>
                      <a:pt x="21543" y="18098"/>
                    </a:cubicBezTo>
                    <a:lnTo>
                      <a:pt x="14288" y="10845"/>
                    </a:lnTo>
                    <a:cubicBezTo>
                      <a:pt x="14258" y="10814"/>
                      <a:pt x="14258" y="10764"/>
                      <a:pt x="14288" y="10733"/>
                    </a:cubicBezTo>
                    <a:lnTo>
                      <a:pt x="21543" y="3480"/>
                    </a:lnTo>
                    <a:cubicBezTo>
                      <a:pt x="21588" y="3434"/>
                      <a:pt x="21588" y="3360"/>
                      <a:pt x="21543" y="3315"/>
                    </a:cubicBezTo>
                    <a:lnTo>
                      <a:pt x="18263" y="35"/>
                    </a:lnTo>
                    <a:cubicBezTo>
                      <a:pt x="18217" y="-11"/>
                      <a:pt x="18144" y="-11"/>
                      <a:pt x="18098" y="35"/>
                    </a:cubicBezTo>
                    <a:lnTo>
                      <a:pt x="10845" y="7290"/>
                    </a:lnTo>
                    <a:cubicBezTo>
                      <a:pt x="10814" y="7320"/>
                      <a:pt x="10765" y="7320"/>
                      <a:pt x="10735" y="7290"/>
                    </a:cubicBezTo>
                    <a:lnTo>
                      <a:pt x="3480" y="35"/>
                    </a:lnTo>
                    <a:cubicBezTo>
                      <a:pt x="3457" y="12"/>
                      <a:pt x="3428" y="1"/>
                      <a:pt x="339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11303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Graphik"/>
                    <a:ea typeface="Graphik"/>
                    <a:cs typeface="Graphik"/>
                    <a:sym typeface="Graphik"/>
                  </a:defRPr>
                </a:pPr>
                <a:endParaRPr/>
              </a:p>
            </p:txBody>
          </p:sp>
        </p:grpSp>
        <p:sp>
          <p:nvSpPr>
            <p:cNvPr id="288" name="Dozer breakdown at a plant"/>
            <p:cNvSpPr txBox="1"/>
            <p:nvPr/>
          </p:nvSpPr>
          <p:spPr>
            <a:xfrm>
              <a:off x="179059" y="1453039"/>
              <a:ext cx="2219373" cy="1592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Dozer breakdown at a plant</a:t>
              </a:r>
            </a:p>
          </p:txBody>
        </p:sp>
        <p:sp>
          <p:nvSpPr>
            <p:cNvPr id="289" name="Hard Hat"/>
            <p:cNvSpPr/>
            <p:nvPr/>
          </p:nvSpPr>
          <p:spPr>
            <a:xfrm>
              <a:off x="6876891" y="534145"/>
              <a:ext cx="648068" cy="779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0" h="21518" extrusionOk="0">
                  <a:moveTo>
                    <a:pt x="9244" y="4"/>
                  </a:moveTo>
                  <a:cubicBezTo>
                    <a:pt x="5439" y="89"/>
                    <a:pt x="689" y="3406"/>
                    <a:pt x="842" y="8320"/>
                  </a:cubicBezTo>
                  <a:cubicBezTo>
                    <a:pt x="61" y="9004"/>
                    <a:pt x="-415" y="9826"/>
                    <a:pt x="501" y="9829"/>
                  </a:cubicBezTo>
                  <a:cubicBezTo>
                    <a:pt x="1190" y="9832"/>
                    <a:pt x="19460" y="9829"/>
                    <a:pt x="20659" y="9829"/>
                  </a:cubicBezTo>
                  <a:cubicBezTo>
                    <a:pt x="21078" y="9829"/>
                    <a:pt x="21185" y="9479"/>
                    <a:pt x="20752" y="9159"/>
                  </a:cubicBezTo>
                  <a:cubicBezTo>
                    <a:pt x="20319" y="8839"/>
                    <a:pt x="18764" y="7947"/>
                    <a:pt x="18118" y="7601"/>
                  </a:cubicBezTo>
                  <a:cubicBezTo>
                    <a:pt x="18064" y="5863"/>
                    <a:pt x="16627" y="3075"/>
                    <a:pt x="16219" y="2702"/>
                  </a:cubicBezTo>
                  <a:cubicBezTo>
                    <a:pt x="15788" y="2442"/>
                    <a:pt x="15205" y="2330"/>
                    <a:pt x="15205" y="2330"/>
                  </a:cubicBezTo>
                  <a:lnTo>
                    <a:pt x="14948" y="1292"/>
                  </a:lnTo>
                  <a:cubicBezTo>
                    <a:pt x="14948" y="1292"/>
                    <a:pt x="13050" y="-82"/>
                    <a:pt x="9244" y="4"/>
                  </a:cubicBezTo>
                  <a:close/>
                  <a:moveTo>
                    <a:pt x="1996" y="10240"/>
                  </a:moveTo>
                  <a:cubicBezTo>
                    <a:pt x="2002" y="10434"/>
                    <a:pt x="2014" y="10625"/>
                    <a:pt x="2034" y="10813"/>
                  </a:cubicBezTo>
                  <a:cubicBezTo>
                    <a:pt x="2471" y="10713"/>
                    <a:pt x="2959" y="10599"/>
                    <a:pt x="3311" y="10513"/>
                  </a:cubicBezTo>
                  <a:cubicBezTo>
                    <a:pt x="3518" y="10463"/>
                    <a:pt x="3634" y="10387"/>
                    <a:pt x="3632" y="10301"/>
                  </a:cubicBezTo>
                  <a:lnTo>
                    <a:pt x="3608" y="10240"/>
                  </a:lnTo>
                  <a:lnTo>
                    <a:pt x="1996" y="10240"/>
                  </a:lnTo>
                  <a:close/>
                  <a:moveTo>
                    <a:pt x="4139" y="10240"/>
                  </a:moveTo>
                  <a:cubicBezTo>
                    <a:pt x="4153" y="10345"/>
                    <a:pt x="4162" y="10759"/>
                    <a:pt x="3452" y="10931"/>
                  </a:cubicBezTo>
                  <a:cubicBezTo>
                    <a:pt x="2635" y="11129"/>
                    <a:pt x="1123" y="11468"/>
                    <a:pt x="1123" y="11468"/>
                  </a:cubicBezTo>
                  <a:lnTo>
                    <a:pt x="1757" y="13228"/>
                  </a:lnTo>
                  <a:lnTo>
                    <a:pt x="13165" y="10240"/>
                  </a:lnTo>
                  <a:lnTo>
                    <a:pt x="4139" y="10240"/>
                  </a:lnTo>
                  <a:close/>
                  <a:moveTo>
                    <a:pt x="14900" y="10240"/>
                  </a:moveTo>
                  <a:lnTo>
                    <a:pt x="14266" y="10407"/>
                  </a:lnTo>
                  <a:lnTo>
                    <a:pt x="2737" y="13425"/>
                  </a:lnTo>
                  <a:cubicBezTo>
                    <a:pt x="3404" y="15068"/>
                    <a:pt x="4316" y="16511"/>
                    <a:pt x="4563" y="17863"/>
                  </a:cubicBezTo>
                  <a:cubicBezTo>
                    <a:pt x="4966" y="20067"/>
                    <a:pt x="3119" y="21518"/>
                    <a:pt x="3119" y="21518"/>
                  </a:cubicBezTo>
                  <a:lnTo>
                    <a:pt x="12443" y="21518"/>
                  </a:lnTo>
                  <a:cubicBezTo>
                    <a:pt x="13033" y="18812"/>
                    <a:pt x="14155" y="19308"/>
                    <a:pt x="15134" y="19283"/>
                  </a:cubicBezTo>
                  <a:cubicBezTo>
                    <a:pt x="16113" y="19259"/>
                    <a:pt x="17322" y="19014"/>
                    <a:pt x="17120" y="17900"/>
                  </a:cubicBezTo>
                  <a:cubicBezTo>
                    <a:pt x="16985" y="17155"/>
                    <a:pt x="17153" y="16918"/>
                    <a:pt x="17484" y="16523"/>
                  </a:cubicBezTo>
                  <a:cubicBezTo>
                    <a:pt x="17816" y="16128"/>
                    <a:pt x="17156" y="15773"/>
                    <a:pt x="17156" y="15773"/>
                  </a:cubicBezTo>
                  <a:lnTo>
                    <a:pt x="17538" y="15588"/>
                  </a:lnTo>
                  <a:cubicBezTo>
                    <a:pt x="17720" y="15500"/>
                    <a:pt x="17812" y="15322"/>
                    <a:pt x="17766" y="15148"/>
                  </a:cubicBezTo>
                  <a:cubicBezTo>
                    <a:pt x="17747" y="15079"/>
                    <a:pt x="17727" y="14994"/>
                    <a:pt x="17702" y="14892"/>
                  </a:cubicBezTo>
                  <a:cubicBezTo>
                    <a:pt x="17620" y="14550"/>
                    <a:pt x="17798" y="14255"/>
                    <a:pt x="18132" y="14149"/>
                  </a:cubicBezTo>
                  <a:cubicBezTo>
                    <a:pt x="18431" y="14055"/>
                    <a:pt x="18645" y="13927"/>
                    <a:pt x="18795" y="13804"/>
                  </a:cubicBezTo>
                  <a:cubicBezTo>
                    <a:pt x="18999" y="13637"/>
                    <a:pt x="18997" y="13350"/>
                    <a:pt x="18845" y="13147"/>
                  </a:cubicBezTo>
                  <a:cubicBezTo>
                    <a:pt x="18291" y="12406"/>
                    <a:pt x="17726" y="11593"/>
                    <a:pt x="17336" y="11069"/>
                  </a:cubicBezTo>
                  <a:cubicBezTo>
                    <a:pt x="17098" y="10750"/>
                    <a:pt x="17117" y="10492"/>
                    <a:pt x="17201" y="10240"/>
                  </a:cubicBezTo>
                  <a:lnTo>
                    <a:pt x="14900" y="10240"/>
                  </a:lnTo>
                  <a:close/>
                  <a:moveTo>
                    <a:pt x="5775" y="11030"/>
                  </a:moveTo>
                  <a:cubicBezTo>
                    <a:pt x="5870" y="11039"/>
                    <a:pt x="5955" y="11094"/>
                    <a:pt x="5985" y="11177"/>
                  </a:cubicBezTo>
                  <a:cubicBezTo>
                    <a:pt x="6024" y="11287"/>
                    <a:pt x="5950" y="11404"/>
                    <a:pt x="5820" y="11438"/>
                  </a:cubicBezTo>
                  <a:cubicBezTo>
                    <a:pt x="5691" y="11472"/>
                    <a:pt x="5553" y="11409"/>
                    <a:pt x="5514" y="11298"/>
                  </a:cubicBezTo>
                  <a:cubicBezTo>
                    <a:pt x="5474" y="11188"/>
                    <a:pt x="5548" y="11071"/>
                    <a:pt x="5678" y="11037"/>
                  </a:cubicBezTo>
                  <a:cubicBezTo>
                    <a:pt x="5710" y="11029"/>
                    <a:pt x="5743" y="11027"/>
                    <a:pt x="5775" y="11030"/>
                  </a:cubicBezTo>
                  <a:close/>
                  <a:moveTo>
                    <a:pt x="4911" y="11253"/>
                  </a:moveTo>
                  <a:cubicBezTo>
                    <a:pt x="5007" y="11261"/>
                    <a:pt x="5092" y="11318"/>
                    <a:pt x="5121" y="11401"/>
                  </a:cubicBezTo>
                  <a:cubicBezTo>
                    <a:pt x="5161" y="11511"/>
                    <a:pt x="5089" y="11627"/>
                    <a:pt x="4959" y="11660"/>
                  </a:cubicBezTo>
                  <a:cubicBezTo>
                    <a:pt x="4829" y="11694"/>
                    <a:pt x="4692" y="11633"/>
                    <a:pt x="4652" y="11522"/>
                  </a:cubicBezTo>
                  <a:cubicBezTo>
                    <a:pt x="4613" y="11412"/>
                    <a:pt x="4685" y="11295"/>
                    <a:pt x="4814" y="11261"/>
                  </a:cubicBezTo>
                  <a:cubicBezTo>
                    <a:pt x="4847" y="11253"/>
                    <a:pt x="4880" y="11250"/>
                    <a:pt x="4911" y="11253"/>
                  </a:cubicBezTo>
                  <a:close/>
                  <a:moveTo>
                    <a:pt x="4050" y="11477"/>
                  </a:moveTo>
                  <a:cubicBezTo>
                    <a:pt x="4145" y="11485"/>
                    <a:pt x="4230" y="11540"/>
                    <a:pt x="4260" y="11623"/>
                  </a:cubicBezTo>
                  <a:cubicBezTo>
                    <a:pt x="4300" y="11734"/>
                    <a:pt x="4225" y="11851"/>
                    <a:pt x="4096" y="11884"/>
                  </a:cubicBezTo>
                  <a:cubicBezTo>
                    <a:pt x="3966" y="11918"/>
                    <a:pt x="3828" y="11857"/>
                    <a:pt x="3789" y="11746"/>
                  </a:cubicBezTo>
                  <a:cubicBezTo>
                    <a:pt x="3749" y="11636"/>
                    <a:pt x="3823" y="11519"/>
                    <a:pt x="3953" y="11485"/>
                  </a:cubicBezTo>
                  <a:cubicBezTo>
                    <a:pt x="3985" y="11477"/>
                    <a:pt x="4018" y="11474"/>
                    <a:pt x="4050" y="11477"/>
                  </a:cubicBezTo>
                  <a:close/>
                  <a:moveTo>
                    <a:pt x="3189" y="11701"/>
                  </a:moveTo>
                  <a:cubicBezTo>
                    <a:pt x="3284" y="11709"/>
                    <a:pt x="3367" y="11764"/>
                    <a:pt x="3397" y="11847"/>
                  </a:cubicBezTo>
                  <a:cubicBezTo>
                    <a:pt x="3436" y="11958"/>
                    <a:pt x="3364" y="12075"/>
                    <a:pt x="3234" y="12108"/>
                  </a:cubicBezTo>
                  <a:cubicBezTo>
                    <a:pt x="3104" y="12142"/>
                    <a:pt x="2967" y="12079"/>
                    <a:pt x="2927" y="11968"/>
                  </a:cubicBezTo>
                  <a:cubicBezTo>
                    <a:pt x="2888" y="11858"/>
                    <a:pt x="2962" y="11741"/>
                    <a:pt x="3092" y="11707"/>
                  </a:cubicBezTo>
                  <a:cubicBezTo>
                    <a:pt x="3124" y="11699"/>
                    <a:pt x="3157" y="11698"/>
                    <a:pt x="3189" y="11701"/>
                  </a:cubicBezTo>
                  <a:close/>
                  <a:moveTo>
                    <a:pt x="2325" y="11923"/>
                  </a:moveTo>
                  <a:cubicBezTo>
                    <a:pt x="2420" y="11931"/>
                    <a:pt x="2505" y="11987"/>
                    <a:pt x="2535" y="12069"/>
                  </a:cubicBezTo>
                  <a:cubicBezTo>
                    <a:pt x="2575" y="12180"/>
                    <a:pt x="2503" y="12297"/>
                    <a:pt x="2373" y="12331"/>
                  </a:cubicBezTo>
                  <a:cubicBezTo>
                    <a:pt x="2243" y="12364"/>
                    <a:pt x="2105" y="12303"/>
                    <a:pt x="2066" y="12192"/>
                  </a:cubicBezTo>
                  <a:cubicBezTo>
                    <a:pt x="2026" y="12082"/>
                    <a:pt x="2098" y="11965"/>
                    <a:pt x="2228" y="11931"/>
                  </a:cubicBezTo>
                  <a:cubicBezTo>
                    <a:pt x="2261" y="11923"/>
                    <a:pt x="2293" y="11920"/>
                    <a:pt x="2325" y="11923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290" name="Notification Generated (through PM Module of SAP)"/>
            <p:cNvSpPr txBox="1"/>
            <p:nvPr/>
          </p:nvSpPr>
          <p:spPr>
            <a:xfrm>
              <a:off x="2760593" y="1614780"/>
              <a:ext cx="2743118" cy="20726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Notification Generated (through PM Module of SAP)</a:t>
              </a:r>
            </a:p>
          </p:txBody>
        </p:sp>
        <p:sp>
          <p:nvSpPr>
            <p:cNvPr id="291" name="Text Document"/>
            <p:cNvSpPr/>
            <p:nvPr/>
          </p:nvSpPr>
          <p:spPr>
            <a:xfrm>
              <a:off x="3992258" y="504376"/>
              <a:ext cx="648069" cy="83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292" name="Line"/>
            <p:cNvSpPr/>
            <p:nvPr/>
          </p:nvSpPr>
          <p:spPr>
            <a:xfrm>
              <a:off x="2580868" y="923996"/>
              <a:ext cx="1280730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293" name="Line"/>
            <p:cNvSpPr/>
            <p:nvPr/>
          </p:nvSpPr>
          <p:spPr>
            <a:xfrm>
              <a:off x="4837550" y="923996"/>
              <a:ext cx="1280730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294" name="Visit of authorised personnel (based on breakdown notification generated)"/>
            <p:cNvSpPr txBox="1"/>
            <p:nvPr/>
          </p:nvSpPr>
          <p:spPr>
            <a:xfrm>
              <a:off x="5637272" y="1579644"/>
              <a:ext cx="3127307" cy="2553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Visit of authorised personnel (based on breakdown notification generated)</a:t>
              </a:r>
            </a:p>
          </p:txBody>
        </p:sp>
        <p:sp>
          <p:nvSpPr>
            <p:cNvPr id="295" name="Line"/>
            <p:cNvSpPr/>
            <p:nvPr/>
          </p:nvSpPr>
          <p:spPr>
            <a:xfrm>
              <a:off x="8050810" y="923996"/>
              <a:ext cx="1280729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pic>
          <p:nvPicPr>
            <p:cNvPr id="296" name="pasted-movie.png" descr="pasted-movie.png"/>
            <p:cNvPicPr>
              <a:picLocks noChangeAspect="1"/>
            </p:cNvPicPr>
            <p:nvPr/>
          </p:nvPicPr>
          <p:blipFill>
            <a:blip r:embed="rId2"/>
            <a:srcRect l="12463" r="6391"/>
            <a:stretch>
              <a:fillRect/>
            </a:stretch>
          </p:blipFill>
          <p:spPr>
            <a:xfrm>
              <a:off x="9570649" y="414607"/>
              <a:ext cx="979283" cy="10186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7" name="Identification of problems and requirement of spare parts (say three new bottom rollers required)"/>
            <p:cNvSpPr txBox="1"/>
            <p:nvPr/>
          </p:nvSpPr>
          <p:spPr>
            <a:xfrm>
              <a:off x="8898140" y="1579644"/>
              <a:ext cx="2933226" cy="30335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>
                <a:defRPr sz="2800"/>
              </a:pPr>
              <a:r>
                <a:t>Identification of problems and requirement of spare parts (</a:t>
              </a:r>
              <a:r>
                <a:rPr i="1">
                  <a:latin typeface="Canela Text Bold"/>
                  <a:ea typeface="Canela Text Bold"/>
                  <a:cs typeface="Canela Text Bold"/>
                  <a:sym typeface="Canela Text Bold"/>
                </a:rPr>
                <a:t>say three new bottom rollers required</a:t>
              </a:r>
              <a:r>
                <a:t>)</a:t>
              </a:r>
            </a:p>
          </p:txBody>
        </p:sp>
        <p:sp>
          <p:nvSpPr>
            <p:cNvPr id="298" name="Line"/>
            <p:cNvSpPr/>
            <p:nvPr/>
          </p:nvSpPr>
          <p:spPr>
            <a:xfrm>
              <a:off x="11182648" y="923996"/>
              <a:ext cx="1280730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299" name="Checked inventory status (in MM Module of SAP)"/>
            <p:cNvSpPr txBox="1"/>
            <p:nvPr/>
          </p:nvSpPr>
          <p:spPr>
            <a:xfrm>
              <a:off x="12003418" y="1769052"/>
              <a:ext cx="2575622" cy="2553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Checked inventory status (in MM Module of SAP)</a:t>
              </a:r>
            </a:p>
          </p:txBody>
        </p:sp>
        <p:sp>
          <p:nvSpPr>
            <p:cNvPr id="300" name="Line"/>
            <p:cNvSpPr/>
            <p:nvPr/>
          </p:nvSpPr>
          <p:spPr>
            <a:xfrm flipH="1">
              <a:off x="20948226" y="1820082"/>
              <a:ext cx="979092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01" name="Approved"/>
            <p:cNvSpPr/>
            <p:nvPr/>
          </p:nvSpPr>
          <p:spPr>
            <a:xfrm>
              <a:off x="20118020" y="1430231"/>
              <a:ext cx="779702" cy="779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9" y="0"/>
                  </a:moveTo>
                  <a:cubicBezTo>
                    <a:pt x="4834" y="0"/>
                    <a:pt x="0" y="4836"/>
                    <a:pt x="0" y="10801"/>
                  </a:cubicBezTo>
                  <a:cubicBezTo>
                    <a:pt x="0" y="16765"/>
                    <a:pt x="4835" y="21600"/>
                    <a:pt x="10799" y="21600"/>
                  </a:cubicBezTo>
                  <a:cubicBezTo>
                    <a:pt x="16764" y="21600"/>
                    <a:pt x="21600" y="16765"/>
                    <a:pt x="21600" y="10801"/>
                  </a:cubicBezTo>
                  <a:cubicBezTo>
                    <a:pt x="21600" y="4836"/>
                    <a:pt x="16764" y="0"/>
                    <a:pt x="10799" y="0"/>
                  </a:cubicBezTo>
                  <a:close/>
                  <a:moveTo>
                    <a:pt x="16449" y="5521"/>
                  </a:moveTo>
                  <a:cubicBezTo>
                    <a:pt x="16477" y="5521"/>
                    <a:pt x="16505" y="5532"/>
                    <a:pt x="16527" y="5553"/>
                  </a:cubicBezTo>
                  <a:lnTo>
                    <a:pt x="18129" y="7155"/>
                  </a:lnTo>
                  <a:cubicBezTo>
                    <a:pt x="18171" y="7198"/>
                    <a:pt x="18171" y="7268"/>
                    <a:pt x="18129" y="7311"/>
                  </a:cubicBezTo>
                  <a:lnTo>
                    <a:pt x="8340" y="17100"/>
                  </a:lnTo>
                  <a:cubicBezTo>
                    <a:pt x="8297" y="17142"/>
                    <a:pt x="8227" y="17142"/>
                    <a:pt x="8185" y="17100"/>
                  </a:cubicBezTo>
                  <a:lnTo>
                    <a:pt x="7693" y="16608"/>
                  </a:lnTo>
                  <a:lnTo>
                    <a:pt x="6505" y="15420"/>
                  </a:lnTo>
                  <a:lnTo>
                    <a:pt x="3062" y="11977"/>
                  </a:lnTo>
                  <a:cubicBezTo>
                    <a:pt x="3020" y="11934"/>
                    <a:pt x="3020" y="11866"/>
                    <a:pt x="3062" y="11823"/>
                  </a:cubicBezTo>
                  <a:lnTo>
                    <a:pt x="4664" y="10221"/>
                  </a:lnTo>
                  <a:cubicBezTo>
                    <a:pt x="4707" y="10178"/>
                    <a:pt x="4777" y="10178"/>
                    <a:pt x="4820" y="10221"/>
                  </a:cubicBezTo>
                  <a:lnTo>
                    <a:pt x="8185" y="13586"/>
                  </a:lnTo>
                  <a:cubicBezTo>
                    <a:pt x="8227" y="13629"/>
                    <a:pt x="8297" y="13629"/>
                    <a:pt x="8340" y="13586"/>
                  </a:cubicBezTo>
                  <a:lnTo>
                    <a:pt x="16373" y="5553"/>
                  </a:lnTo>
                  <a:cubicBezTo>
                    <a:pt x="16394" y="5532"/>
                    <a:pt x="16421" y="5521"/>
                    <a:pt x="16449" y="5521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02" name="All 3 rollers available"/>
            <p:cNvSpPr txBox="1"/>
            <p:nvPr/>
          </p:nvSpPr>
          <p:spPr>
            <a:xfrm>
              <a:off x="17663190" y="1264152"/>
              <a:ext cx="2575621" cy="11118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All 3 rollers available</a:t>
              </a:r>
            </a:p>
          </p:txBody>
        </p:sp>
        <p:sp>
          <p:nvSpPr>
            <p:cNvPr id="303" name="Cancel"/>
            <p:cNvSpPr/>
            <p:nvPr/>
          </p:nvSpPr>
          <p:spPr>
            <a:xfrm>
              <a:off x="20118027" y="3518691"/>
              <a:ext cx="779688" cy="779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595" extrusionOk="0">
                  <a:moveTo>
                    <a:pt x="9839" y="0"/>
                  </a:moveTo>
                  <a:cubicBezTo>
                    <a:pt x="7321" y="0"/>
                    <a:pt x="4803" y="1006"/>
                    <a:pt x="2881" y="3016"/>
                  </a:cubicBezTo>
                  <a:cubicBezTo>
                    <a:pt x="-961" y="7037"/>
                    <a:pt x="-961" y="13558"/>
                    <a:pt x="2881" y="17579"/>
                  </a:cubicBezTo>
                  <a:cubicBezTo>
                    <a:pt x="6724" y="21600"/>
                    <a:pt x="12954" y="21600"/>
                    <a:pt x="16797" y="17579"/>
                  </a:cubicBezTo>
                  <a:cubicBezTo>
                    <a:pt x="20639" y="13558"/>
                    <a:pt x="20639" y="7037"/>
                    <a:pt x="16797" y="3016"/>
                  </a:cubicBezTo>
                  <a:cubicBezTo>
                    <a:pt x="14875" y="1006"/>
                    <a:pt x="12357" y="0"/>
                    <a:pt x="9839" y="0"/>
                  </a:cubicBezTo>
                  <a:close/>
                  <a:moveTo>
                    <a:pt x="6165" y="4684"/>
                  </a:moveTo>
                  <a:cubicBezTo>
                    <a:pt x="6180" y="4684"/>
                    <a:pt x="6194" y="4690"/>
                    <a:pt x="6205" y="4702"/>
                  </a:cubicBezTo>
                  <a:lnTo>
                    <a:pt x="9799" y="8462"/>
                  </a:lnTo>
                  <a:cubicBezTo>
                    <a:pt x="9822" y="8486"/>
                    <a:pt x="9858" y="8486"/>
                    <a:pt x="9881" y="8462"/>
                  </a:cubicBezTo>
                  <a:lnTo>
                    <a:pt x="13474" y="4702"/>
                  </a:lnTo>
                  <a:cubicBezTo>
                    <a:pt x="13497" y="4678"/>
                    <a:pt x="13533" y="4678"/>
                    <a:pt x="13556" y="4702"/>
                  </a:cubicBezTo>
                  <a:lnTo>
                    <a:pt x="15186" y="6408"/>
                  </a:lnTo>
                  <a:cubicBezTo>
                    <a:pt x="15209" y="6432"/>
                    <a:pt x="15209" y="6471"/>
                    <a:pt x="15186" y="6495"/>
                  </a:cubicBezTo>
                  <a:lnTo>
                    <a:pt x="11593" y="10254"/>
                  </a:lnTo>
                  <a:cubicBezTo>
                    <a:pt x="11570" y="10278"/>
                    <a:pt x="11570" y="10317"/>
                    <a:pt x="11593" y="10341"/>
                  </a:cubicBezTo>
                  <a:lnTo>
                    <a:pt x="15186" y="14100"/>
                  </a:lnTo>
                  <a:cubicBezTo>
                    <a:pt x="15209" y="14124"/>
                    <a:pt x="15209" y="14162"/>
                    <a:pt x="15186" y="14186"/>
                  </a:cubicBezTo>
                  <a:lnTo>
                    <a:pt x="13556" y="15892"/>
                  </a:lnTo>
                  <a:cubicBezTo>
                    <a:pt x="13533" y="15916"/>
                    <a:pt x="13497" y="15916"/>
                    <a:pt x="13474" y="15892"/>
                  </a:cubicBezTo>
                  <a:lnTo>
                    <a:pt x="9881" y="12133"/>
                  </a:lnTo>
                  <a:cubicBezTo>
                    <a:pt x="9858" y="12109"/>
                    <a:pt x="9822" y="12109"/>
                    <a:pt x="9799" y="12133"/>
                  </a:cubicBezTo>
                  <a:lnTo>
                    <a:pt x="6205" y="15892"/>
                  </a:lnTo>
                  <a:cubicBezTo>
                    <a:pt x="6183" y="15916"/>
                    <a:pt x="6147" y="15916"/>
                    <a:pt x="6124" y="15892"/>
                  </a:cubicBezTo>
                  <a:lnTo>
                    <a:pt x="4493" y="14186"/>
                  </a:lnTo>
                  <a:cubicBezTo>
                    <a:pt x="4471" y="14162"/>
                    <a:pt x="4471" y="14124"/>
                    <a:pt x="4493" y="14100"/>
                  </a:cubicBezTo>
                  <a:lnTo>
                    <a:pt x="8085" y="10341"/>
                  </a:lnTo>
                  <a:cubicBezTo>
                    <a:pt x="8108" y="10317"/>
                    <a:pt x="8108" y="10278"/>
                    <a:pt x="8085" y="10254"/>
                  </a:cubicBezTo>
                  <a:lnTo>
                    <a:pt x="4493" y="6495"/>
                  </a:lnTo>
                  <a:cubicBezTo>
                    <a:pt x="4471" y="6471"/>
                    <a:pt x="4471" y="6432"/>
                    <a:pt x="4493" y="6408"/>
                  </a:cubicBezTo>
                  <a:lnTo>
                    <a:pt x="6124" y="4702"/>
                  </a:lnTo>
                  <a:cubicBezTo>
                    <a:pt x="6135" y="4690"/>
                    <a:pt x="6151" y="4684"/>
                    <a:pt x="6165" y="4684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04" name="Purchase Req. in MM Module (Quantity may be more than that required in repairing)"/>
            <p:cNvSpPr txBox="1"/>
            <p:nvPr/>
          </p:nvSpPr>
          <p:spPr>
            <a:xfrm>
              <a:off x="19834916" y="9815286"/>
              <a:ext cx="3732581" cy="20726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Purchase Req. in MM Module (Quantity may be more than that required in repairing)</a:t>
              </a:r>
            </a:p>
          </p:txBody>
        </p:sp>
        <p:sp>
          <p:nvSpPr>
            <p:cNvPr id="305" name="Layout Document"/>
            <p:cNvSpPr/>
            <p:nvPr/>
          </p:nvSpPr>
          <p:spPr>
            <a:xfrm>
              <a:off x="21113737" y="9006969"/>
              <a:ext cx="566492" cy="733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4"/>
                    <a:pt x="0" y="164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7"/>
                  </a:lnTo>
                  <a:cubicBezTo>
                    <a:pt x="21600" y="5865"/>
                    <a:pt x="21567" y="5839"/>
                    <a:pt x="21525" y="5839"/>
                  </a:cubicBezTo>
                  <a:lnTo>
                    <a:pt x="14257" y="5839"/>
                  </a:lnTo>
                  <a:cubicBezTo>
                    <a:pt x="14140" y="5839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2"/>
                    <a:pt x="15185" y="5122"/>
                  </a:cubicBezTo>
                  <a:lnTo>
                    <a:pt x="21419" y="5122"/>
                  </a:lnTo>
                  <a:cubicBezTo>
                    <a:pt x="21486" y="5122"/>
                    <a:pt x="21519" y="5059"/>
                    <a:pt x="21472" y="5023"/>
                  </a:cubicBezTo>
                  <a:lnTo>
                    <a:pt x="15100" y="99"/>
                  </a:lnTo>
                  <a:cubicBezTo>
                    <a:pt x="15077" y="81"/>
                    <a:pt x="15044" y="77"/>
                    <a:pt x="15018" y="86"/>
                  </a:cubicBezTo>
                  <a:close/>
                  <a:moveTo>
                    <a:pt x="4056" y="7813"/>
                  </a:moveTo>
                  <a:lnTo>
                    <a:pt x="9151" y="7813"/>
                  </a:lnTo>
                  <a:cubicBezTo>
                    <a:pt x="9263" y="7813"/>
                    <a:pt x="9352" y="7882"/>
                    <a:pt x="9352" y="7968"/>
                  </a:cubicBezTo>
                  <a:lnTo>
                    <a:pt x="9352" y="11418"/>
                  </a:lnTo>
                  <a:cubicBezTo>
                    <a:pt x="9352" y="11504"/>
                    <a:pt x="9263" y="11573"/>
                    <a:pt x="9151" y="11573"/>
                  </a:cubicBezTo>
                  <a:lnTo>
                    <a:pt x="4056" y="11573"/>
                  </a:lnTo>
                  <a:cubicBezTo>
                    <a:pt x="3945" y="11573"/>
                    <a:pt x="3853" y="11504"/>
                    <a:pt x="3853" y="11418"/>
                  </a:cubicBezTo>
                  <a:lnTo>
                    <a:pt x="3853" y="7968"/>
                  </a:lnTo>
                  <a:cubicBezTo>
                    <a:pt x="3853" y="7882"/>
                    <a:pt x="3945" y="7813"/>
                    <a:pt x="4056" y="7813"/>
                  </a:cubicBezTo>
                  <a:close/>
                  <a:moveTo>
                    <a:pt x="11327" y="7813"/>
                  </a:moveTo>
                  <a:lnTo>
                    <a:pt x="17677" y="7813"/>
                  </a:lnTo>
                  <a:cubicBezTo>
                    <a:pt x="17715" y="7813"/>
                    <a:pt x="17747" y="7838"/>
                    <a:pt x="17747" y="7868"/>
                  </a:cubicBezTo>
                  <a:lnTo>
                    <a:pt x="17747" y="8836"/>
                  </a:lnTo>
                  <a:cubicBezTo>
                    <a:pt x="17747" y="8866"/>
                    <a:pt x="17715" y="8889"/>
                    <a:pt x="17677" y="8889"/>
                  </a:cubicBezTo>
                  <a:lnTo>
                    <a:pt x="11329" y="8889"/>
                  </a:lnTo>
                  <a:cubicBezTo>
                    <a:pt x="11291" y="8889"/>
                    <a:pt x="11259" y="8866"/>
                    <a:pt x="11259" y="8836"/>
                  </a:cubicBezTo>
                  <a:lnTo>
                    <a:pt x="11259" y="7866"/>
                  </a:lnTo>
                  <a:cubicBezTo>
                    <a:pt x="11259" y="7837"/>
                    <a:pt x="11291" y="7813"/>
                    <a:pt x="11327" y="7813"/>
                  </a:cubicBezTo>
                  <a:close/>
                  <a:moveTo>
                    <a:pt x="4859" y="8530"/>
                  </a:moveTo>
                  <a:cubicBezTo>
                    <a:pt x="4817" y="8530"/>
                    <a:pt x="4781" y="8558"/>
                    <a:pt x="4781" y="8590"/>
                  </a:cubicBezTo>
                  <a:lnTo>
                    <a:pt x="4781" y="10798"/>
                  </a:lnTo>
                  <a:cubicBezTo>
                    <a:pt x="4781" y="10830"/>
                    <a:pt x="4816" y="10855"/>
                    <a:pt x="4859" y="10856"/>
                  </a:cubicBezTo>
                  <a:lnTo>
                    <a:pt x="8349" y="10856"/>
                  </a:lnTo>
                  <a:cubicBezTo>
                    <a:pt x="8391" y="10856"/>
                    <a:pt x="8424" y="10830"/>
                    <a:pt x="8424" y="10798"/>
                  </a:cubicBezTo>
                  <a:lnTo>
                    <a:pt x="8424" y="8590"/>
                  </a:lnTo>
                  <a:cubicBezTo>
                    <a:pt x="8424" y="8558"/>
                    <a:pt x="8391" y="8530"/>
                    <a:pt x="8349" y="8530"/>
                  </a:cubicBezTo>
                  <a:lnTo>
                    <a:pt x="4859" y="8530"/>
                  </a:lnTo>
                  <a:close/>
                  <a:moveTo>
                    <a:pt x="11329" y="10498"/>
                  </a:moveTo>
                  <a:lnTo>
                    <a:pt x="17677" y="10498"/>
                  </a:lnTo>
                  <a:cubicBezTo>
                    <a:pt x="17715" y="10498"/>
                    <a:pt x="17747" y="10522"/>
                    <a:pt x="17747" y="10552"/>
                  </a:cubicBezTo>
                  <a:lnTo>
                    <a:pt x="17747" y="11519"/>
                  </a:lnTo>
                  <a:cubicBezTo>
                    <a:pt x="17747" y="11548"/>
                    <a:pt x="17715" y="11573"/>
                    <a:pt x="17677" y="11573"/>
                  </a:cubicBezTo>
                  <a:lnTo>
                    <a:pt x="11329" y="11573"/>
                  </a:lnTo>
                  <a:cubicBezTo>
                    <a:pt x="11291" y="11573"/>
                    <a:pt x="11259" y="11548"/>
                    <a:pt x="11259" y="11519"/>
                  </a:cubicBezTo>
                  <a:lnTo>
                    <a:pt x="11259" y="10552"/>
                  </a:lnTo>
                  <a:cubicBezTo>
                    <a:pt x="11259" y="10522"/>
                    <a:pt x="11291" y="10498"/>
                    <a:pt x="11329" y="10498"/>
                  </a:cubicBezTo>
                  <a:close/>
                  <a:moveTo>
                    <a:pt x="3923" y="13182"/>
                  </a:moveTo>
                  <a:lnTo>
                    <a:pt x="17677" y="13182"/>
                  </a:lnTo>
                  <a:cubicBezTo>
                    <a:pt x="17715" y="13182"/>
                    <a:pt x="17747" y="13207"/>
                    <a:pt x="17747" y="13236"/>
                  </a:cubicBezTo>
                  <a:lnTo>
                    <a:pt x="17747" y="14205"/>
                  </a:lnTo>
                  <a:cubicBezTo>
                    <a:pt x="17747" y="14234"/>
                    <a:pt x="17715" y="14257"/>
                    <a:pt x="17677" y="14257"/>
                  </a:cubicBezTo>
                  <a:lnTo>
                    <a:pt x="3923" y="14257"/>
                  </a:lnTo>
                  <a:cubicBezTo>
                    <a:pt x="3885" y="14257"/>
                    <a:pt x="3853" y="14234"/>
                    <a:pt x="3853" y="14205"/>
                  </a:cubicBezTo>
                  <a:lnTo>
                    <a:pt x="3853" y="13236"/>
                  </a:lnTo>
                  <a:cubicBezTo>
                    <a:pt x="3853" y="13207"/>
                    <a:pt x="3885" y="13182"/>
                    <a:pt x="3923" y="13182"/>
                  </a:cubicBezTo>
                  <a:close/>
                  <a:moveTo>
                    <a:pt x="3923" y="15866"/>
                  </a:moveTo>
                  <a:lnTo>
                    <a:pt x="17677" y="15866"/>
                  </a:lnTo>
                  <a:cubicBezTo>
                    <a:pt x="17715" y="15866"/>
                    <a:pt x="17747" y="15891"/>
                    <a:pt x="17747" y="15920"/>
                  </a:cubicBezTo>
                  <a:lnTo>
                    <a:pt x="17747" y="16889"/>
                  </a:lnTo>
                  <a:cubicBezTo>
                    <a:pt x="17747" y="16918"/>
                    <a:pt x="17715" y="16941"/>
                    <a:pt x="17677" y="16941"/>
                  </a:cubicBezTo>
                  <a:lnTo>
                    <a:pt x="3923" y="16941"/>
                  </a:lnTo>
                  <a:cubicBezTo>
                    <a:pt x="3885" y="16941"/>
                    <a:pt x="3853" y="16918"/>
                    <a:pt x="3853" y="16889"/>
                  </a:cubicBezTo>
                  <a:lnTo>
                    <a:pt x="3853" y="15920"/>
                  </a:lnTo>
                  <a:cubicBezTo>
                    <a:pt x="3853" y="15891"/>
                    <a:pt x="3885" y="15866"/>
                    <a:pt x="3923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06" name="Chart Document"/>
            <p:cNvSpPr/>
            <p:nvPr/>
          </p:nvSpPr>
          <p:spPr>
            <a:xfrm>
              <a:off x="12749621" y="504376"/>
              <a:ext cx="648068" cy="83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3" y="21600"/>
                    <a:pt x="21599" y="21528"/>
                    <a:pt x="21599" y="21438"/>
                  </a:cubicBezTo>
                  <a:lnTo>
                    <a:pt x="21599" y="5895"/>
                  </a:lnTo>
                  <a:cubicBezTo>
                    <a:pt x="21600" y="5863"/>
                    <a:pt x="21565" y="5837"/>
                    <a:pt x="21524" y="5837"/>
                  </a:cubicBezTo>
                  <a:lnTo>
                    <a:pt x="14256" y="5837"/>
                  </a:lnTo>
                  <a:cubicBezTo>
                    <a:pt x="14139" y="5837"/>
                    <a:pt x="14043" y="5765"/>
                    <a:pt x="14043" y="5674"/>
                  </a:cubicBezTo>
                  <a:lnTo>
                    <a:pt x="14043" y="58"/>
                  </a:lnTo>
                  <a:cubicBezTo>
                    <a:pt x="14043" y="26"/>
                    <a:pt x="14009" y="0"/>
                    <a:pt x="13968" y="0"/>
                  </a:cubicBezTo>
                  <a:lnTo>
                    <a:pt x="213" y="0"/>
                  </a:lnTo>
                  <a:close/>
                  <a:moveTo>
                    <a:pt x="15017" y="86"/>
                  </a:moveTo>
                  <a:cubicBezTo>
                    <a:pt x="14991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7" y="5120"/>
                    <a:pt x="15184" y="5120"/>
                  </a:cubicBezTo>
                  <a:lnTo>
                    <a:pt x="21418" y="5120"/>
                  </a:lnTo>
                  <a:cubicBezTo>
                    <a:pt x="21485" y="5120"/>
                    <a:pt x="21518" y="5058"/>
                    <a:pt x="21471" y="5021"/>
                  </a:cubicBezTo>
                  <a:lnTo>
                    <a:pt x="15100" y="99"/>
                  </a:lnTo>
                  <a:cubicBezTo>
                    <a:pt x="15076" y="81"/>
                    <a:pt x="15044" y="78"/>
                    <a:pt x="15017" y="86"/>
                  </a:cubicBezTo>
                  <a:close/>
                  <a:moveTo>
                    <a:pt x="9656" y="7345"/>
                  </a:moveTo>
                  <a:lnTo>
                    <a:pt x="11938" y="7345"/>
                  </a:lnTo>
                  <a:cubicBezTo>
                    <a:pt x="11983" y="7345"/>
                    <a:pt x="12018" y="7374"/>
                    <a:pt x="12018" y="7408"/>
                  </a:cubicBezTo>
                  <a:lnTo>
                    <a:pt x="12018" y="15086"/>
                  </a:lnTo>
                  <a:cubicBezTo>
                    <a:pt x="12018" y="15120"/>
                    <a:pt x="11983" y="15149"/>
                    <a:pt x="11938" y="15149"/>
                  </a:cubicBezTo>
                  <a:lnTo>
                    <a:pt x="9656" y="15149"/>
                  </a:lnTo>
                  <a:cubicBezTo>
                    <a:pt x="9611" y="15149"/>
                    <a:pt x="9574" y="15120"/>
                    <a:pt x="9574" y="15086"/>
                  </a:cubicBezTo>
                  <a:lnTo>
                    <a:pt x="9574" y="7408"/>
                  </a:lnTo>
                  <a:cubicBezTo>
                    <a:pt x="9574" y="7374"/>
                    <a:pt x="9611" y="7345"/>
                    <a:pt x="9656" y="7345"/>
                  </a:cubicBezTo>
                  <a:close/>
                  <a:moveTo>
                    <a:pt x="13164" y="9590"/>
                  </a:moveTo>
                  <a:lnTo>
                    <a:pt x="15445" y="9590"/>
                  </a:lnTo>
                  <a:cubicBezTo>
                    <a:pt x="15490" y="9590"/>
                    <a:pt x="15527" y="9617"/>
                    <a:pt x="15527" y="9652"/>
                  </a:cubicBezTo>
                  <a:lnTo>
                    <a:pt x="15527" y="15088"/>
                  </a:lnTo>
                  <a:cubicBezTo>
                    <a:pt x="15527" y="15122"/>
                    <a:pt x="15490" y="15149"/>
                    <a:pt x="15445" y="15149"/>
                  </a:cubicBezTo>
                  <a:lnTo>
                    <a:pt x="13164" y="15149"/>
                  </a:lnTo>
                  <a:cubicBezTo>
                    <a:pt x="13119" y="15149"/>
                    <a:pt x="13084" y="15122"/>
                    <a:pt x="13084" y="15088"/>
                  </a:cubicBezTo>
                  <a:lnTo>
                    <a:pt x="13084" y="9652"/>
                  </a:lnTo>
                  <a:cubicBezTo>
                    <a:pt x="13084" y="9617"/>
                    <a:pt x="13119" y="9590"/>
                    <a:pt x="13164" y="9590"/>
                  </a:cubicBezTo>
                  <a:close/>
                  <a:moveTo>
                    <a:pt x="6147" y="11440"/>
                  </a:moveTo>
                  <a:lnTo>
                    <a:pt x="8428" y="11440"/>
                  </a:lnTo>
                  <a:cubicBezTo>
                    <a:pt x="8473" y="11440"/>
                    <a:pt x="8511" y="11467"/>
                    <a:pt x="8511" y="11502"/>
                  </a:cubicBezTo>
                  <a:lnTo>
                    <a:pt x="8511" y="15086"/>
                  </a:lnTo>
                  <a:cubicBezTo>
                    <a:pt x="8511" y="15120"/>
                    <a:pt x="8473" y="15149"/>
                    <a:pt x="8428" y="15149"/>
                  </a:cubicBezTo>
                  <a:lnTo>
                    <a:pt x="6147" y="15149"/>
                  </a:lnTo>
                  <a:cubicBezTo>
                    <a:pt x="6102" y="15149"/>
                    <a:pt x="6067" y="15120"/>
                    <a:pt x="6067" y="15086"/>
                  </a:cubicBezTo>
                  <a:lnTo>
                    <a:pt x="6067" y="11502"/>
                  </a:lnTo>
                  <a:cubicBezTo>
                    <a:pt x="6067" y="11467"/>
                    <a:pt x="6102" y="11440"/>
                    <a:pt x="6147" y="11440"/>
                  </a:cubicBezTo>
                  <a:close/>
                  <a:moveTo>
                    <a:pt x="3933" y="15866"/>
                  </a:moveTo>
                  <a:lnTo>
                    <a:pt x="17662" y="15866"/>
                  </a:lnTo>
                  <a:cubicBezTo>
                    <a:pt x="17707" y="15866"/>
                    <a:pt x="17742" y="15895"/>
                    <a:pt x="17742" y="15929"/>
                  </a:cubicBezTo>
                  <a:lnTo>
                    <a:pt x="17746" y="16878"/>
                  </a:lnTo>
                  <a:cubicBezTo>
                    <a:pt x="17746" y="16913"/>
                    <a:pt x="17709" y="16941"/>
                    <a:pt x="17664" y="16941"/>
                  </a:cubicBezTo>
                  <a:lnTo>
                    <a:pt x="3935" y="16941"/>
                  </a:lnTo>
                  <a:cubicBezTo>
                    <a:pt x="3890" y="16941"/>
                    <a:pt x="3853" y="16912"/>
                    <a:pt x="3853" y="16878"/>
                  </a:cubicBezTo>
                  <a:lnTo>
                    <a:pt x="3850" y="15929"/>
                  </a:lnTo>
                  <a:cubicBezTo>
                    <a:pt x="3850" y="15895"/>
                    <a:pt x="3888" y="15866"/>
                    <a:pt x="3933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07" name="Line"/>
            <p:cNvSpPr/>
            <p:nvPr/>
          </p:nvSpPr>
          <p:spPr>
            <a:xfrm>
              <a:off x="13706141" y="798571"/>
              <a:ext cx="8229471" cy="1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08" name="No rollers available"/>
            <p:cNvSpPr txBox="1"/>
            <p:nvPr/>
          </p:nvSpPr>
          <p:spPr>
            <a:xfrm>
              <a:off x="17817878" y="3352612"/>
              <a:ext cx="2575622" cy="11118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No rollers available</a:t>
              </a:r>
            </a:p>
          </p:txBody>
        </p:sp>
        <p:sp>
          <p:nvSpPr>
            <p:cNvPr id="309" name="Approved"/>
            <p:cNvSpPr/>
            <p:nvPr/>
          </p:nvSpPr>
          <p:spPr>
            <a:xfrm>
              <a:off x="19254753" y="5441071"/>
              <a:ext cx="779702" cy="779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9" y="0"/>
                  </a:moveTo>
                  <a:cubicBezTo>
                    <a:pt x="4834" y="0"/>
                    <a:pt x="0" y="4836"/>
                    <a:pt x="0" y="10801"/>
                  </a:cubicBezTo>
                  <a:cubicBezTo>
                    <a:pt x="0" y="16765"/>
                    <a:pt x="4835" y="21600"/>
                    <a:pt x="10799" y="21600"/>
                  </a:cubicBezTo>
                  <a:cubicBezTo>
                    <a:pt x="16764" y="21600"/>
                    <a:pt x="21600" y="16765"/>
                    <a:pt x="21600" y="10801"/>
                  </a:cubicBezTo>
                  <a:cubicBezTo>
                    <a:pt x="21600" y="4836"/>
                    <a:pt x="16764" y="0"/>
                    <a:pt x="10799" y="0"/>
                  </a:cubicBezTo>
                  <a:close/>
                  <a:moveTo>
                    <a:pt x="16449" y="5521"/>
                  </a:moveTo>
                  <a:cubicBezTo>
                    <a:pt x="16477" y="5521"/>
                    <a:pt x="16505" y="5532"/>
                    <a:pt x="16527" y="5553"/>
                  </a:cubicBezTo>
                  <a:lnTo>
                    <a:pt x="18129" y="7155"/>
                  </a:lnTo>
                  <a:cubicBezTo>
                    <a:pt x="18171" y="7198"/>
                    <a:pt x="18171" y="7268"/>
                    <a:pt x="18129" y="7311"/>
                  </a:cubicBezTo>
                  <a:lnTo>
                    <a:pt x="8340" y="17100"/>
                  </a:lnTo>
                  <a:cubicBezTo>
                    <a:pt x="8297" y="17142"/>
                    <a:pt x="8227" y="17142"/>
                    <a:pt x="8185" y="17100"/>
                  </a:cubicBezTo>
                  <a:lnTo>
                    <a:pt x="7693" y="16608"/>
                  </a:lnTo>
                  <a:lnTo>
                    <a:pt x="6505" y="15420"/>
                  </a:lnTo>
                  <a:lnTo>
                    <a:pt x="3062" y="11977"/>
                  </a:lnTo>
                  <a:cubicBezTo>
                    <a:pt x="3020" y="11934"/>
                    <a:pt x="3020" y="11866"/>
                    <a:pt x="3062" y="11823"/>
                  </a:cubicBezTo>
                  <a:lnTo>
                    <a:pt x="4664" y="10221"/>
                  </a:lnTo>
                  <a:cubicBezTo>
                    <a:pt x="4707" y="10178"/>
                    <a:pt x="4777" y="10178"/>
                    <a:pt x="4820" y="10221"/>
                  </a:cubicBezTo>
                  <a:lnTo>
                    <a:pt x="8185" y="13586"/>
                  </a:lnTo>
                  <a:cubicBezTo>
                    <a:pt x="8227" y="13629"/>
                    <a:pt x="8297" y="13629"/>
                    <a:pt x="8340" y="13586"/>
                  </a:cubicBezTo>
                  <a:lnTo>
                    <a:pt x="16373" y="5553"/>
                  </a:lnTo>
                  <a:cubicBezTo>
                    <a:pt x="16394" y="5532"/>
                    <a:pt x="16421" y="5521"/>
                    <a:pt x="16449" y="5521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10" name="Cancel"/>
            <p:cNvSpPr/>
            <p:nvPr/>
          </p:nvSpPr>
          <p:spPr>
            <a:xfrm>
              <a:off x="20194136" y="5441695"/>
              <a:ext cx="779687" cy="779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0595" extrusionOk="0">
                  <a:moveTo>
                    <a:pt x="9839" y="0"/>
                  </a:moveTo>
                  <a:cubicBezTo>
                    <a:pt x="7321" y="0"/>
                    <a:pt x="4803" y="1006"/>
                    <a:pt x="2881" y="3016"/>
                  </a:cubicBezTo>
                  <a:cubicBezTo>
                    <a:pt x="-961" y="7037"/>
                    <a:pt x="-961" y="13558"/>
                    <a:pt x="2881" y="17579"/>
                  </a:cubicBezTo>
                  <a:cubicBezTo>
                    <a:pt x="6724" y="21600"/>
                    <a:pt x="12954" y="21600"/>
                    <a:pt x="16797" y="17579"/>
                  </a:cubicBezTo>
                  <a:cubicBezTo>
                    <a:pt x="20639" y="13558"/>
                    <a:pt x="20639" y="7037"/>
                    <a:pt x="16797" y="3016"/>
                  </a:cubicBezTo>
                  <a:cubicBezTo>
                    <a:pt x="14875" y="1006"/>
                    <a:pt x="12357" y="0"/>
                    <a:pt x="9839" y="0"/>
                  </a:cubicBezTo>
                  <a:close/>
                  <a:moveTo>
                    <a:pt x="6165" y="4684"/>
                  </a:moveTo>
                  <a:cubicBezTo>
                    <a:pt x="6180" y="4684"/>
                    <a:pt x="6194" y="4690"/>
                    <a:pt x="6205" y="4702"/>
                  </a:cubicBezTo>
                  <a:lnTo>
                    <a:pt x="9799" y="8462"/>
                  </a:lnTo>
                  <a:cubicBezTo>
                    <a:pt x="9822" y="8486"/>
                    <a:pt x="9858" y="8486"/>
                    <a:pt x="9881" y="8462"/>
                  </a:cubicBezTo>
                  <a:lnTo>
                    <a:pt x="13474" y="4702"/>
                  </a:lnTo>
                  <a:cubicBezTo>
                    <a:pt x="13497" y="4678"/>
                    <a:pt x="13533" y="4678"/>
                    <a:pt x="13556" y="4702"/>
                  </a:cubicBezTo>
                  <a:lnTo>
                    <a:pt x="15186" y="6408"/>
                  </a:lnTo>
                  <a:cubicBezTo>
                    <a:pt x="15209" y="6432"/>
                    <a:pt x="15209" y="6471"/>
                    <a:pt x="15186" y="6495"/>
                  </a:cubicBezTo>
                  <a:lnTo>
                    <a:pt x="11593" y="10254"/>
                  </a:lnTo>
                  <a:cubicBezTo>
                    <a:pt x="11570" y="10278"/>
                    <a:pt x="11570" y="10317"/>
                    <a:pt x="11593" y="10341"/>
                  </a:cubicBezTo>
                  <a:lnTo>
                    <a:pt x="15186" y="14100"/>
                  </a:lnTo>
                  <a:cubicBezTo>
                    <a:pt x="15209" y="14124"/>
                    <a:pt x="15209" y="14162"/>
                    <a:pt x="15186" y="14186"/>
                  </a:cubicBezTo>
                  <a:lnTo>
                    <a:pt x="13556" y="15892"/>
                  </a:lnTo>
                  <a:cubicBezTo>
                    <a:pt x="13533" y="15916"/>
                    <a:pt x="13497" y="15916"/>
                    <a:pt x="13474" y="15892"/>
                  </a:cubicBezTo>
                  <a:lnTo>
                    <a:pt x="9881" y="12133"/>
                  </a:lnTo>
                  <a:cubicBezTo>
                    <a:pt x="9858" y="12109"/>
                    <a:pt x="9822" y="12109"/>
                    <a:pt x="9799" y="12133"/>
                  </a:cubicBezTo>
                  <a:lnTo>
                    <a:pt x="6205" y="15892"/>
                  </a:lnTo>
                  <a:cubicBezTo>
                    <a:pt x="6183" y="15916"/>
                    <a:pt x="6147" y="15916"/>
                    <a:pt x="6124" y="15892"/>
                  </a:cubicBezTo>
                  <a:lnTo>
                    <a:pt x="4493" y="14186"/>
                  </a:lnTo>
                  <a:cubicBezTo>
                    <a:pt x="4471" y="14162"/>
                    <a:pt x="4471" y="14124"/>
                    <a:pt x="4493" y="14100"/>
                  </a:cubicBezTo>
                  <a:lnTo>
                    <a:pt x="8085" y="10341"/>
                  </a:lnTo>
                  <a:cubicBezTo>
                    <a:pt x="8108" y="10317"/>
                    <a:pt x="8108" y="10278"/>
                    <a:pt x="8085" y="10254"/>
                  </a:cubicBezTo>
                  <a:lnTo>
                    <a:pt x="4493" y="6495"/>
                  </a:lnTo>
                  <a:cubicBezTo>
                    <a:pt x="4471" y="6471"/>
                    <a:pt x="4471" y="6432"/>
                    <a:pt x="4493" y="6408"/>
                  </a:cubicBezTo>
                  <a:lnTo>
                    <a:pt x="6124" y="4702"/>
                  </a:lnTo>
                  <a:cubicBezTo>
                    <a:pt x="6135" y="4690"/>
                    <a:pt x="6151" y="4684"/>
                    <a:pt x="6165" y="4684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11" name="1 roller available, 2 rollers not available"/>
            <p:cNvSpPr txBox="1"/>
            <p:nvPr/>
          </p:nvSpPr>
          <p:spPr>
            <a:xfrm>
              <a:off x="17749941" y="6284755"/>
              <a:ext cx="3309067" cy="11118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1 roller available, 2 rollers not available</a:t>
              </a:r>
            </a:p>
          </p:txBody>
        </p:sp>
        <p:sp>
          <p:nvSpPr>
            <p:cNvPr id="312" name="Line"/>
            <p:cNvSpPr/>
            <p:nvPr/>
          </p:nvSpPr>
          <p:spPr>
            <a:xfrm flipV="1">
              <a:off x="21886034" y="736296"/>
              <a:ext cx="1" cy="5104678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13" name="Line"/>
            <p:cNvSpPr/>
            <p:nvPr/>
          </p:nvSpPr>
          <p:spPr>
            <a:xfrm flipH="1">
              <a:off x="20948226" y="3908542"/>
              <a:ext cx="979092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14" name="Line"/>
            <p:cNvSpPr/>
            <p:nvPr/>
          </p:nvSpPr>
          <p:spPr>
            <a:xfrm flipH="1">
              <a:off x="20960926" y="5805522"/>
              <a:ext cx="979092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15" name="Purchase Order to Vendor"/>
            <p:cNvSpPr txBox="1"/>
            <p:nvPr/>
          </p:nvSpPr>
          <p:spPr>
            <a:xfrm>
              <a:off x="15862541" y="9839378"/>
              <a:ext cx="1958335" cy="1592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Purchase Order to Vendor</a:t>
              </a:r>
            </a:p>
          </p:txBody>
        </p:sp>
        <p:sp>
          <p:nvSpPr>
            <p:cNvPr id="316" name="Layout Document"/>
            <p:cNvSpPr/>
            <p:nvPr/>
          </p:nvSpPr>
          <p:spPr>
            <a:xfrm>
              <a:off x="16626850" y="8939575"/>
              <a:ext cx="648069" cy="83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4"/>
                    <a:pt x="0" y="164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7"/>
                  </a:lnTo>
                  <a:cubicBezTo>
                    <a:pt x="21600" y="5865"/>
                    <a:pt x="21567" y="5839"/>
                    <a:pt x="21525" y="5839"/>
                  </a:cubicBezTo>
                  <a:lnTo>
                    <a:pt x="14257" y="5839"/>
                  </a:lnTo>
                  <a:cubicBezTo>
                    <a:pt x="14140" y="5839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2"/>
                    <a:pt x="15185" y="5122"/>
                  </a:cubicBezTo>
                  <a:lnTo>
                    <a:pt x="21419" y="5122"/>
                  </a:lnTo>
                  <a:cubicBezTo>
                    <a:pt x="21486" y="5122"/>
                    <a:pt x="21519" y="5059"/>
                    <a:pt x="21472" y="5023"/>
                  </a:cubicBezTo>
                  <a:lnTo>
                    <a:pt x="15100" y="99"/>
                  </a:lnTo>
                  <a:cubicBezTo>
                    <a:pt x="15077" y="81"/>
                    <a:pt x="15044" y="77"/>
                    <a:pt x="15018" y="86"/>
                  </a:cubicBezTo>
                  <a:close/>
                  <a:moveTo>
                    <a:pt x="4056" y="7813"/>
                  </a:moveTo>
                  <a:lnTo>
                    <a:pt x="9151" y="7813"/>
                  </a:lnTo>
                  <a:cubicBezTo>
                    <a:pt x="9263" y="7813"/>
                    <a:pt x="9352" y="7882"/>
                    <a:pt x="9352" y="7968"/>
                  </a:cubicBezTo>
                  <a:lnTo>
                    <a:pt x="9352" y="11418"/>
                  </a:lnTo>
                  <a:cubicBezTo>
                    <a:pt x="9352" y="11504"/>
                    <a:pt x="9263" y="11573"/>
                    <a:pt x="9151" y="11573"/>
                  </a:cubicBezTo>
                  <a:lnTo>
                    <a:pt x="4056" y="11573"/>
                  </a:lnTo>
                  <a:cubicBezTo>
                    <a:pt x="3945" y="11573"/>
                    <a:pt x="3853" y="11504"/>
                    <a:pt x="3853" y="11418"/>
                  </a:cubicBezTo>
                  <a:lnTo>
                    <a:pt x="3853" y="7968"/>
                  </a:lnTo>
                  <a:cubicBezTo>
                    <a:pt x="3853" y="7882"/>
                    <a:pt x="3945" y="7813"/>
                    <a:pt x="4056" y="7813"/>
                  </a:cubicBezTo>
                  <a:close/>
                  <a:moveTo>
                    <a:pt x="11327" y="7813"/>
                  </a:moveTo>
                  <a:lnTo>
                    <a:pt x="17677" y="7813"/>
                  </a:lnTo>
                  <a:cubicBezTo>
                    <a:pt x="17715" y="7813"/>
                    <a:pt x="17747" y="7838"/>
                    <a:pt x="17747" y="7868"/>
                  </a:cubicBezTo>
                  <a:lnTo>
                    <a:pt x="17747" y="8836"/>
                  </a:lnTo>
                  <a:cubicBezTo>
                    <a:pt x="17747" y="8866"/>
                    <a:pt x="17715" y="8889"/>
                    <a:pt x="17677" y="8889"/>
                  </a:cubicBezTo>
                  <a:lnTo>
                    <a:pt x="11329" y="8889"/>
                  </a:lnTo>
                  <a:cubicBezTo>
                    <a:pt x="11291" y="8889"/>
                    <a:pt x="11259" y="8866"/>
                    <a:pt x="11259" y="8836"/>
                  </a:cubicBezTo>
                  <a:lnTo>
                    <a:pt x="11259" y="7866"/>
                  </a:lnTo>
                  <a:cubicBezTo>
                    <a:pt x="11259" y="7837"/>
                    <a:pt x="11291" y="7813"/>
                    <a:pt x="11327" y="7813"/>
                  </a:cubicBezTo>
                  <a:close/>
                  <a:moveTo>
                    <a:pt x="4859" y="8530"/>
                  </a:moveTo>
                  <a:cubicBezTo>
                    <a:pt x="4817" y="8530"/>
                    <a:pt x="4781" y="8558"/>
                    <a:pt x="4781" y="8590"/>
                  </a:cubicBezTo>
                  <a:lnTo>
                    <a:pt x="4781" y="10798"/>
                  </a:lnTo>
                  <a:cubicBezTo>
                    <a:pt x="4781" y="10830"/>
                    <a:pt x="4816" y="10855"/>
                    <a:pt x="4859" y="10856"/>
                  </a:cubicBezTo>
                  <a:lnTo>
                    <a:pt x="8349" y="10856"/>
                  </a:lnTo>
                  <a:cubicBezTo>
                    <a:pt x="8391" y="10856"/>
                    <a:pt x="8424" y="10830"/>
                    <a:pt x="8424" y="10798"/>
                  </a:cubicBezTo>
                  <a:lnTo>
                    <a:pt x="8424" y="8590"/>
                  </a:lnTo>
                  <a:cubicBezTo>
                    <a:pt x="8424" y="8558"/>
                    <a:pt x="8391" y="8530"/>
                    <a:pt x="8349" y="8530"/>
                  </a:cubicBezTo>
                  <a:lnTo>
                    <a:pt x="4859" y="8530"/>
                  </a:lnTo>
                  <a:close/>
                  <a:moveTo>
                    <a:pt x="11329" y="10498"/>
                  </a:moveTo>
                  <a:lnTo>
                    <a:pt x="17677" y="10498"/>
                  </a:lnTo>
                  <a:cubicBezTo>
                    <a:pt x="17715" y="10498"/>
                    <a:pt x="17747" y="10522"/>
                    <a:pt x="17747" y="10552"/>
                  </a:cubicBezTo>
                  <a:lnTo>
                    <a:pt x="17747" y="11519"/>
                  </a:lnTo>
                  <a:cubicBezTo>
                    <a:pt x="17747" y="11548"/>
                    <a:pt x="17715" y="11573"/>
                    <a:pt x="17677" y="11573"/>
                  </a:cubicBezTo>
                  <a:lnTo>
                    <a:pt x="11329" y="11573"/>
                  </a:lnTo>
                  <a:cubicBezTo>
                    <a:pt x="11291" y="11573"/>
                    <a:pt x="11259" y="11548"/>
                    <a:pt x="11259" y="11519"/>
                  </a:cubicBezTo>
                  <a:lnTo>
                    <a:pt x="11259" y="10552"/>
                  </a:lnTo>
                  <a:cubicBezTo>
                    <a:pt x="11259" y="10522"/>
                    <a:pt x="11291" y="10498"/>
                    <a:pt x="11329" y="10498"/>
                  </a:cubicBezTo>
                  <a:close/>
                  <a:moveTo>
                    <a:pt x="3923" y="13182"/>
                  </a:moveTo>
                  <a:lnTo>
                    <a:pt x="17677" y="13182"/>
                  </a:lnTo>
                  <a:cubicBezTo>
                    <a:pt x="17715" y="13182"/>
                    <a:pt x="17747" y="13207"/>
                    <a:pt x="17747" y="13236"/>
                  </a:cubicBezTo>
                  <a:lnTo>
                    <a:pt x="17747" y="14205"/>
                  </a:lnTo>
                  <a:cubicBezTo>
                    <a:pt x="17747" y="14234"/>
                    <a:pt x="17715" y="14257"/>
                    <a:pt x="17677" y="14257"/>
                  </a:cubicBezTo>
                  <a:lnTo>
                    <a:pt x="3923" y="14257"/>
                  </a:lnTo>
                  <a:cubicBezTo>
                    <a:pt x="3885" y="14257"/>
                    <a:pt x="3853" y="14234"/>
                    <a:pt x="3853" y="14205"/>
                  </a:cubicBezTo>
                  <a:lnTo>
                    <a:pt x="3853" y="13236"/>
                  </a:lnTo>
                  <a:cubicBezTo>
                    <a:pt x="3853" y="13207"/>
                    <a:pt x="3885" y="13182"/>
                    <a:pt x="3923" y="13182"/>
                  </a:cubicBezTo>
                  <a:close/>
                  <a:moveTo>
                    <a:pt x="3923" y="15866"/>
                  </a:moveTo>
                  <a:lnTo>
                    <a:pt x="17677" y="15866"/>
                  </a:lnTo>
                  <a:cubicBezTo>
                    <a:pt x="17715" y="15866"/>
                    <a:pt x="17747" y="15891"/>
                    <a:pt x="17747" y="15920"/>
                  </a:cubicBezTo>
                  <a:lnTo>
                    <a:pt x="17747" y="16889"/>
                  </a:lnTo>
                  <a:cubicBezTo>
                    <a:pt x="17747" y="16918"/>
                    <a:pt x="17715" y="16941"/>
                    <a:pt x="17677" y="16941"/>
                  </a:cubicBezTo>
                  <a:lnTo>
                    <a:pt x="3923" y="16941"/>
                  </a:lnTo>
                  <a:cubicBezTo>
                    <a:pt x="3885" y="16941"/>
                    <a:pt x="3853" y="16918"/>
                    <a:pt x="3853" y="16889"/>
                  </a:cubicBezTo>
                  <a:lnTo>
                    <a:pt x="3853" y="15920"/>
                  </a:lnTo>
                  <a:cubicBezTo>
                    <a:pt x="3853" y="15891"/>
                    <a:pt x="3885" y="15866"/>
                    <a:pt x="3923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17" name="Vendor Selection"/>
            <p:cNvSpPr txBox="1"/>
            <p:nvPr/>
          </p:nvSpPr>
          <p:spPr>
            <a:xfrm>
              <a:off x="18134955" y="9850986"/>
              <a:ext cx="1632090" cy="11118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Vendor Selection</a:t>
              </a:r>
            </a:p>
          </p:txBody>
        </p:sp>
        <p:sp>
          <p:nvSpPr>
            <p:cNvPr id="318" name="Layout Document"/>
            <p:cNvSpPr/>
            <p:nvPr/>
          </p:nvSpPr>
          <p:spPr>
            <a:xfrm>
              <a:off x="18626965" y="8877949"/>
              <a:ext cx="648069" cy="83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4"/>
                    <a:pt x="0" y="164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7"/>
                  </a:lnTo>
                  <a:cubicBezTo>
                    <a:pt x="21600" y="5865"/>
                    <a:pt x="21567" y="5839"/>
                    <a:pt x="21525" y="5839"/>
                  </a:cubicBezTo>
                  <a:lnTo>
                    <a:pt x="14257" y="5839"/>
                  </a:lnTo>
                  <a:cubicBezTo>
                    <a:pt x="14140" y="5839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2"/>
                    <a:pt x="15185" y="5122"/>
                  </a:cubicBezTo>
                  <a:lnTo>
                    <a:pt x="21419" y="5122"/>
                  </a:lnTo>
                  <a:cubicBezTo>
                    <a:pt x="21486" y="5122"/>
                    <a:pt x="21519" y="5059"/>
                    <a:pt x="21472" y="5023"/>
                  </a:cubicBezTo>
                  <a:lnTo>
                    <a:pt x="15100" y="99"/>
                  </a:lnTo>
                  <a:cubicBezTo>
                    <a:pt x="15077" y="81"/>
                    <a:pt x="15044" y="77"/>
                    <a:pt x="15018" y="86"/>
                  </a:cubicBezTo>
                  <a:close/>
                  <a:moveTo>
                    <a:pt x="4056" y="7813"/>
                  </a:moveTo>
                  <a:lnTo>
                    <a:pt x="9151" y="7813"/>
                  </a:lnTo>
                  <a:cubicBezTo>
                    <a:pt x="9263" y="7813"/>
                    <a:pt x="9352" y="7882"/>
                    <a:pt x="9352" y="7968"/>
                  </a:cubicBezTo>
                  <a:lnTo>
                    <a:pt x="9352" y="11418"/>
                  </a:lnTo>
                  <a:cubicBezTo>
                    <a:pt x="9352" y="11504"/>
                    <a:pt x="9263" y="11573"/>
                    <a:pt x="9151" y="11573"/>
                  </a:cubicBezTo>
                  <a:lnTo>
                    <a:pt x="4056" y="11573"/>
                  </a:lnTo>
                  <a:cubicBezTo>
                    <a:pt x="3945" y="11573"/>
                    <a:pt x="3853" y="11504"/>
                    <a:pt x="3853" y="11418"/>
                  </a:cubicBezTo>
                  <a:lnTo>
                    <a:pt x="3853" y="7968"/>
                  </a:lnTo>
                  <a:cubicBezTo>
                    <a:pt x="3853" y="7882"/>
                    <a:pt x="3945" y="7813"/>
                    <a:pt x="4056" y="7813"/>
                  </a:cubicBezTo>
                  <a:close/>
                  <a:moveTo>
                    <a:pt x="11327" y="7813"/>
                  </a:moveTo>
                  <a:lnTo>
                    <a:pt x="17677" y="7813"/>
                  </a:lnTo>
                  <a:cubicBezTo>
                    <a:pt x="17715" y="7813"/>
                    <a:pt x="17747" y="7838"/>
                    <a:pt x="17747" y="7868"/>
                  </a:cubicBezTo>
                  <a:lnTo>
                    <a:pt x="17747" y="8836"/>
                  </a:lnTo>
                  <a:cubicBezTo>
                    <a:pt x="17747" y="8866"/>
                    <a:pt x="17715" y="8889"/>
                    <a:pt x="17677" y="8889"/>
                  </a:cubicBezTo>
                  <a:lnTo>
                    <a:pt x="11329" y="8889"/>
                  </a:lnTo>
                  <a:cubicBezTo>
                    <a:pt x="11291" y="8889"/>
                    <a:pt x="11259" y="8866"/>
                    <a:pt x="11259" y="8836"/>
                  </a:cubicBezTo>
                  <a:lnTo>
                    <a:pt x="11259" y="7866"/>
                  </a:lnTo>
                  <a:cubicBezTo>
                    <a:pt x="11259" y="7837"/>
                    <a:pt x="11291" y="7813"/>
                    <a:pt x="11327" y="7813"/>
                  </a:cubicBezTo>
                  <a:close/>
                  <a:moveTo>
                    <a:pt x="4859" y="8530"/>
                  </a:moveTo>
                  <a:cubicBezTo>
                    <a:pt x="4817" y="8530"/>
                    <a:pt x="4781" y="8558"/>
                    <a:pt x="4781" y="8590"/>
                  </a:cubicBezTo>
                  <a:lnTo>
                    <a:pt x="4781" y="10798"/>
                  </a:lnTo>
                  <a:cubicBezTo>
                    <a:pt x="4781" y="10830"/>
                    <a:pt x="4816" y="10855"/>
                    <a:pt x="4859" y="10856"/>
                  </a:cubicBezTo>
                  <a:lnTo>
                    <a:pt x="8349" y="10856"/>
                  </a:lnTo>
                  <a:cubicBezTo>
                    <a:pt x="8391" y="10856"/>
                    <a:pt x="8424" y="10830"/>
                    <a:pt x="8424" y="10798"/>
                  </a:cubicBezTo>
                  <a:lnTo>
                    <a:pt x="8424" y="8590"/>
                  </a:lnTo>
                  <a:cubicBezTo>
                    <a:pt x="8424" y="8558"/>
                    <a:pt x="8391" y="8530"/>
                    <a:pt x="8349" y="8530"/>
                  </a:cubicBezTo>
                  <a:lnTo>
                    <a:pt x="4859" y="8530"/>
                  </a:lnTo>
                  <a:close/>
                  <a:moveTo>
                    <a:pt x="11329" y="10498"/>
                  </a:moveTo>
                  <a:lnTo>
                    <a:pt x="17677" y="10498"/>
                  </a:lnTo>
                  <a:cubicBezTo>
                    <a:pt x="17715" y="10498"/>
                    <a:pt x="17747" y="10522"/>
                    <a:pt x="17747" y="10552"/>
                  </a:cubicBezTo>
                  <a:lnTo>
                    <a:pt x="17747" y="11519"/>
                  </a:lnTo>
                  <a:cubicBezTo>
                    <a:pt x="17747" y="11548"/>
                    <a:pt x="17715" y="11573"/>
                    <a:pt x="17677" y="11573"/>
                  </a:cubicBezTo>
                  <a:lnTo>
                    <a:pt x="11329" y="11573"/>
                  </a:lnTo>
                  <a:cubicBezTo>
                    <a:pt x="11291" y="11573"/>
                    <a:pt x="11259" y="11548"/>
                    <a:pt x="11259" y="11519"/>
                  </a:cubicBezTo>
                  <a:lnTo>
                    <a:pt x="11259" y="10552"/>
                  </a:lnTo>
                  <a:cubicBezTo>
                    <a:pt x="11259" y="10522"/>
                    <a:pt x="11291" y="10498"/>
                    <a:pt x="11329" y="10498"/>
                  </a:cubicBezTo>
                  <a:close/>
                  <a:moveTo>
                    <a:pt x="3923" y="13182"/>
                  </a:moveTo>
                  <a:lnTo>
                    <a:pt x="17677" y="13182"/>
                  </a:lnTo>
                  <a:cubicBezTo>
                    <a:pt x="17715" y="13182"/>
                    <a:pt x="17747" y="13207"/>
                    <a:pt x="17747" y="13236"/>
                  </a:cubicBezTo>
                  <a:lnTo>
                    <a:pt x="17747" y="14205"/>
                  </a:lnTo>
                  <a:cubicBezTo>
                    <a:pt x="17747" y="14234"/>
                    <a:pt x="17715" y="14257"/>
                    <a:pt x="17677" y="14257"/>
                  </a:cubicBezTo>
                  <a:lnTo>
                    <a:pt x="3923" y="14257"/>
                  </a:lnTo>
                  <a:cubicBezTo>
                    <a:pt x="3885" y="14257"/>
                    <a:pt x="3853" y="14234"/>
                    <a:pt x="3853" y="14205"/>
                  </a:cubicBezTo>
                  <a:lnTo>
                    <a:pt x="3853" y="13236"/>
                  </a:lnTo>
                  <a:cubicBezTo>
                    <a:pt x="3853" y="13207"/>
                    <a:pt x="3885" y="13182"/>
                    <a:pt x="3923" y="13182"/>
                  </a:cubicBezTo>
                  <a:close/>
                  <a:moveTo>
                    <a:pt x="3923" y="15866"/>
                  </a:moveTo>
                  <a:lnTo>
                    <a:pt x="17677" y="15866"/>
                  </a:lnTo>
                  <a:cubicBezTo>
                    <a:pt x="17715" y="15866"/>
                    <a:pt x="17747" y="15891"/>
                    <a:pt x="17747" y="15920"/>
                  </a:cubicBezTo>
                  <a:lnTo>
                    <a:pt x="17747" y="16889"/>
                  </a:lnTo>
                  <a:cubicBezTo>
                    <a:pt x="17747" y="16918"/>
                    <a:pt x="17715" y="16941"/>
                    <a:pt x="17677" y="16941"/>
                  </a:cubicBezTo>
                  <a:lnTo>
                    <a:pt x="3923" y="16941"/>
                  </a:lnTo>
                  <a:cubicBezTo>
                    <a:pt x="3885" y="16941"/>
                    <a:pt x="3853" y="16918"/>
                    <a:pt x="3853" y="16889"/>
                  </a:cubicBezTo>
                  <a:lnTo>
                    <a:pt x="3853" y="15920"/>
                  </a:lnTo>
                  <a:cubicBezTo>
                    <a:pt x="3853" y="15891"/>
                    <a:pt x="3885" y="15866"/>
                    <a:pt x="3923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19" name="Box Van"/>
            <p:cNvSpPr/>
            <p:nvPr/>
          </p:nvSpPr>
          <p:spPr>
            <a:xfrm flipH="1">
              <a:off x="13663119" y="8911315"/>
              <a:ext cx="1466945" cy="9731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5194"/>
                  </a:lnTo>
                  <a:lnTo>
                    <a:pt x="15310" y="15194"/>
                  </a:lnTo>
                  <a:lnTo>
                    <a:pt x="15310" y="1935"/>
                  </a:lnTo>
                  <a:cubicBezTo>
                    <a:pt x="15310" y="869"/>
                    <a:pt x="14734" y="0"/>
                    <a:pt x="14027" y="0"/>
                  </a:cubicBezTo>
                  <a:lnTo>
                    <a:pt x="0" y="0"/>
                  </a:lnTo>
                  <a:close/>
                  <a:moveTo>
                    <a:pt x="15742" y="6330"/>
                  </a:moveTo>
                  <a:lnTo>
                    <a:pt x="15742" y="17805"/>
                  </a:lnTo>
                  <a:lnTo>
                    <a:pt x="16223" y="17805"/>
                  </a:lnTo>
                  <a:cubicBezTo>
                    <a:pt x="16472" y="16218"/>
                    <a:pt x="17416" y="15031"/>
                    <a:pt x="18550" y="15031"/>
                  </a:cubicBezTo>
                  <a:cubicBezTo>
                    <a:pt x="19683" y="15031"/>
                    <a:pt x="20624" y="16210"/>
                    <a:pt x="20878" y="17805"/>
                  </a:cubicBezTo>
                  <a:lnTo>
                    <a:pt x="21126" y="17805"/>
                  </a:lnTo>
                  <a:cubicBezTo>
                    <a:pt x="21385" y="17805"/>
                    <a:pt x="21600" y="17490"/>
                    <a:pt x="21600" y="17091"/>
                  </a:cubicBezTo>
                  <a:lnTo>
                    <a:pt x="21600" y="12704"/>
                  </a:lnTo>
                  <a:cubicBezTo>
                    <a:pt x="21595" y="12476"/>
                    <a:pt x="21563" y="12249"/>
                    <a:pt x="21499" y="12037"/>
                  </a:cubicBezTo>
                  <a:lnTo>
                    <a:pt x="19953" y="7129"/>
                  </a:lnTo>
                  <a:cubicBezTo>
                    <a:pt x="19802" y="6640"/>
                    <a:pt x="19473" y="6330"/>
                    <a:pt x="19117" y="6330"/>
                  </a:cubicBezTo>
                  <a:lnTo>
                    <a:pt x="15742" y="6330"/>
                  </a:lnTo>
                  <a:close/>
                  <a:moveTo>
                    <a:pt x="16844" y="7602"/>
                  </a:moveTo>
                  <a:lnTo>
                    <a:pt x="18885" y="7602"/>
                  </a:lnTo>
                  <a:cubicBezTo>
                    <a:pt x="19064" y="7602"/>
                    <a:pt x="19225" y="7754"/>
                    <a:pt x="19306" y="7999"/>
                  </a:cubicBezTo>
                  <a:lnTo>
                    <a:pt x="20483" y="11679"/>
                  </a:lnTo>
                  <a:cubicBezTo>
                    <a:pt x="20553" y="11874"/>
                    <a:pt x="20450" y="12119"/>
                    <a:pt x="20299" y="12119"/>
                  </a:cubicBezTo>
                  <a:lnTo>
                    <a:pt x="19560" y="12119"/>
                  </a:lnTo>
                  <a:cubicBezTo>
                    <a:pt x="19339" y="12119"/>
                    <a:pt x="19263" y="11947"/>
                    <a:pt x="19128" y="11686"/>
                  </a:cubicBezTo>
                  <a:cubicBezTo>
                    <a:pt x="18988" y="11426"/>
                    <a:pt x="18582" y="10580"/>
                    <a:pt x="18167" y="10580"/>
                  </a:cubicBezTo>
                  <a:lnTo>
                    <a:pt x="16829" y="10580"/>
                  </a:lnTo>
                  <a:cubicBezTo>
                    <a:pt x="16683" y="10580"/>
                    <a:pt x="16564" y="10400"/>
                    <a:pt x="16564" y="10181"/>
                  </a:cubicBezTo>
                  <a:lnTo>
                    <a:pt x="16564" y="8024"/>
                  </a:lnTo>
                  <a:cubicBezTo>
                    <a:pt x="16564" y="7788"/>
                    <a:pt x="16687" y="7602"/>
                    <a:pt x="16844" y="7602"/>
                  </a:cubicBezTo>
                  <a:close/>
                  <a:moveTo>
                    <a:pt x="5060" y="15674"/>
                  </a:moveTo>
                  <a:cubicBezTo>
                    <a:pt x="3974" y="15674"/>
                    <a:pt x="3094" y="17001"/>
                    <a:pt x="3094" y="18637"/>
                  </a:cubicBezTo>
                  <a:cubicBezTo>
                    <a:pt x="3094" y="20273"/>
                    <a:pt x="3974" y="21600"/>
                    <a:pt x="5060" y="21600"/>
                  </a:cubicBezTo>
                  <a:cubicBezTo>
                    <a:pt x="6145" y="21600"/>
                    <a:pt x="7023" y="20273"/>
                    <a:pt x="7023" y="18637"/>
                  </a:cubicBezTo>
                  <a:cubicBezTo>
                    <a:pt x="7023" y="17001"/>
                    <a:pt x="6145" y="15674"/>
                    <a:pt x="5060" y="15674"/>
                  </a:cubicBezTo>
                  <a:close/>
                  <a:moveTo>
                    <a:pt x="18545" y="15674"/>
                  </a:moveTo>
                  <a:cubicBezTo>
                    <a:pt x="17459" y="15674"/>
                    <a:pt x="16579" y="17001"/>
                    <a:pt x="16579" y="18637"/>
                  </a:cubicBezTo>
                  <a:cubicBezTo>
                    <a:pt x="16579" y="20273"/>
                    <a:pt x="17459" y="21600"/>
                    <a:pt x="18545" y="21600"/>
                  </a:cubicBezTo>
                  <a:cubicBezTo>
                    <a:pt x="19630" y="21600"/>
                    <a:pt x="20510" y="20273"/>
                    <a:pt x="20510" y="18637"/>
                  </a:cubicBezTo>
                  <a:cubicBezTo>
                    <a:pt x="20510" y="17001"/>
                    <a:pt x="19630" y="15674"/>
                    <a:pt x="18545" y="15674"/>
                  </a:cubicBezTo>
                  <a:close/>
                  <a:moveTo>
                    <a:pt x="2084" y="15885"/>
                  </a:moveTo>
                  <a:lnTo>
                    <a:pt x="1771" y="18848"/>
                  </a:lnTo>
                  <a:lnTo>
                    <a:pt x="1604" y="20402"/>
                  </a:lnTo>
                  <a:lnTo>
                    <a:pt x="2456" y="20402"/>
                  </a:lnTo>
                  <a:lnTo>
                    <a:pt x="2716" y="17968"/>
                  </a:lnTo>
                  <a:cubicBezTo>
                    <a:pt x="2819" y="17114"/>
                    <a:pt x="3115" y="16398"/>
                    <a:pt x="3514" y="15885"/>
                  </a:cubicBezTo>
                  <a:lnTo>
                    <a:pt x="2959" y="15885"/>
                  </a:lnTo>
                  <a:lnTo>
                    <a:pt x="2084" y="15885"/>
                  </a:lnTo>
                  <a:close/>
                  <a:moveTo>
                    <a:pt x="6603" y="15885"/>
                  </a:moveTo>
                  <a:cubicBezTo>
                    <a:pt x="7122" y="16544"/>
                    <a:pt x="7439" y="17521"/>
                    <a:pt x="7450" y="18571"/>
                  </a:cubicBezTo>
                  <a:lnTo>
                    <a:pt x="15310" y="18571"/>
                  </a:lnTo>
                  <a:lnTo>
                    <a:pt x="15310" y="15885"/>
                  </a:lnTo>
                  <a:lnTo>
                    <a:pt x="6603" y="15885"/>
                  </a:lnTo>
                  <a:close/>
                  <a:moveTo>
                    <a:pt x="5060" y="17236"/>
                  </a:moveTo>
                  <a:cubicBezTo>
                    <a:pt x="5573" y="17236"/>
                    <a:pt x="5982" y="17856"/>
                    <a:pt x="5982" y="18629"/>
                  </a:cubicBezTo>
                  <a:cubicBezTo>
                    <a:pt x="5982" y="19403"/>
                    <a:pt x="5573" y="20021"/>
                    <a:pt x="5060" y="20021"/>
                  </a:cubicBezTo>
                  <a:cubicBezTo>
                    <a:pt x="4552" y="20021"/>
                    <a:pt x="4135" y="19403"/>
                    <a:pt x="4135" y="18629"/>
                  </a:cubicBezTo>
                  <a:cubicBezTo>
                    <a:pt x="4135" y="17856"/>
                    <a:pt x="4547" y="17236"/>
                    <a:pt x="5060" y="17236"/>
                  </a:cubicBezTo>
                  <a:close/>
                  <a:moveTo>
                    <a:pt x="18545" y="17236"/>
                  </a:moveTo>
                  <a:cubicBezTo>
                    <a:pt x="19058" y="17236"/>
                    <a:pt x="19467" y="17856"/>
                    <a:pt x="19467" y="18629"/>
                  </a:cubicBezTo>
                  <a:cubicBezTo>
                    <a:pt x="19467" y="19403"/>
                    <a:pt x="19058" y="20021"/>
                    <a:pt x="18545" y="20021"/>
                  </a:cubicBezTo>
                  <a:cubicBezTo>
                    <a:pt x="18037" y="20021"/>
                    <a:pt x="17622" y="19403"/>
                    <a:pt x="17622" y="18629"/>
                  </a:cubicBezTo>
                  <a:cubicBezTo>
                    <a:pt x="17622" y="17856"/>
                    <a:pt x="18032" y="17236"/>
                    <a:pt x="18545" y="1723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20" name="Goods Supply"/>
            <p:cNvSpPr txBox="1"/>
            <p:nvPr/>
          </p:nvSpPr>
          <p:spPr>
            <a:xfrm>
              <a:off x="13554239" y="9915062"/>
              <a:ext cx="1958335" cy="11118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Goods Supply</a:t>
              </a:r>
            </a:p>
          </p:txBody>
        </p:sp>
        <p:sp>
          <p:nvSpPr>
            <p:cNvPr id="321" name="Line"/>
            <p:cNvSpPr/>
            <p:nvPr/>
          </p:nvSpPr>
          <p:spPr>
            <a:xfrm flipH="1">
              <a:off x="19556152" y="9350389"/>
              <a:ext cx="1210304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22" name="Line"/>
            <p:cNvSpPr/>
            <p:nvPr/>
          </p:nvSpPr>
          <p:spPr>
            <a:xfrm flipH="1">
              <a:off x="17345790" y="9350389"/>
              <a:ext cx="1210305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23" name="Line"/>
            <p:cNvSpPr/>
            <p:nvPr/>
          </p:nvSpPr>
          <p:spPr>
            <a:xfrm flipH="1">
              <a:off x="15266954" y="9360144"/>
              <a:ext cx="1210305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24" name="Search"/>
            <p:cNvSpPr/>
            <p:nvPr/>
          </p:nvSpPr>
          <p:spPr>
            <a:xfrm>
              <a:off x="11513296" y="8974815"/>
              <a:ext cx="830264" cy="9731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0" h="21502" extrusionOk="0">
                  <a:moveTo>
                    <a:pt x="7928" y="4"/>
                  </a:moveTo>
                  <a:cubicBezTo>
                    <a:pt x="6343" y="54"/>
                    <a:pt x="4758" y="513"/>
                    <a:pt x="3383" y="1414"/>
                  </a:cubicBezTo>
                  <a:cubicBezTo>
                    <a:pt x="-286" y="3816"/>
                    <a:pt x="-1098" y="8454"/>
                    <a:pt x="1573" y="11753"/>
                  </a:cubicBezTo>
                  <a:cubicBezTo>
                    <a:pt x="3866" y="14587"/>
                    <a:pt x="8102" y="15587"/>
                    <a:pt x="11645" y="14130"/>
                  </a:cubicBezTo>
                  <a:lnTo>
                    <a:pt x="11895" y="14028"/>
                  </a:lnTo>
                  <a:lnTo>
                    <a:pt x="12039" y="14238"/>
                  </a:lnTo>
                  <a:cubicBezTo>
                    <a:pt x="12051" y="14256"/>
                    <a:pt x="12060" y="14269"/>
                    <a:pt x="12071" y="14282"/>
                  </a:cubicBezTo>
                  <a:lnTo>
                    <a:pt x="17686" y="21218"/>
                  </a:lnTo>
                  <a:cubicBezTo>
                    <a:pt x="17806" y="21366"/>
                    <a:pt x="17984" y="21464"/>
                    <a:pt x="18188" y="21493"/>
                  </a:cubicBezTo>
                  <a:cubicBezTo>
                    <a:pt x="18392" y="21522"/>
                    <a:pt x="18597" y="21479"/>
                    <a:pt x="18762" y="21371"/>
                  </a:cubicBezTo>
                  <a:lnTo>
                    <a:pt x="20082" y="20505"/>
                  </a:lnTo>
                  <a:cubicBezTo>
                    <a:pt x="20425" y="20281"/>
                    <a:pt x="20502" y="19847"/>
                    <a:pt x="20252" y="19538"/>
                  </a:cubicBezTo>
                  <a:lnTo>
                    <a:pt x="14637" y="12602"/>
                  </a:lnTo>
                  <a:cubicBezTo>
                    <a:pt x="14613" y="12572"/>
                    <a:pt x="14586" y="12546"/>
                    <a:pt x="14559" y="12521"/>
                  </a:cubicBezTo>
                  <a:lnTo>
                    <a:pt x="14359" y="12340"/>
                  </a:lnTo>
                  <a:lnTo>
                    <a:pt x="14540" y="12143"/>
                  </a:lnTo>
                  <a:cubicBezTo>
                    <a:pt x="16964" y="9533"/>
                    <a:pt x="17103" y="5790"/>
                    <a:pt x="14878" y="3042"/>
                  </a:cubicBezTo>
                  <a:cubicBezTo>
                    <a:pt x="13209" y="980"/>
                    <a:pt x="10569" y="-78"/>
                    <a:pt x="7928" y="4"/>
                  </a:cubicBezTo>
                  <a:close/>
                  <a:moveTo>
                    <a:pt x="7952" y="1548"/>
                  </a:moveTo>
                  <a:cubicBezTo>
                    <a:pt x="8377" y="1533"/>
                    <a:pt x="8807" y="1556"/>
                    <a:pt x="9237" y="1617"/>
                  </a:cubicBezTo>
                  <a:cubicBezTo>
                    <a:pt x="10956" y="1861"/>
                    <a:pt x="12466" y="2690"/>
                    <a:pt x="13488" y="3952"/>
                  </a:cubicBezTo>
                  <a:cubicBezTo>
                    <a:pt x="15601" y="6562"/>
                    <a:pt x="14959" y="10231"/>
                    <a:pt x="12058" y="12131"/>
                  </a:cubicBezTo>
                  <a:cubicBezTo>
                    <a:pt x="10904" y="12887"/>
                    <a:pt x="9563" y="13250"/>
                    <a:pt x="8234" y="13250"/>
                  </a:cubicBezTo>
                  <a:cubicBezTo>
                    <a:pt x="6221" y="13250"/>
                    <a:pt x="4235" y="12415"/>
                    <a:pt x="2963" y="10843"/>
                  </a:cubicBezTo>
                  <a:cubicBezTo>
                    <a:pt x="850" y="8233"/>
                    <a:pt x="1491" y="4565"/>
                    <a:pt x="4393" y="2665"/>
                  </a:cubicBezTo>
                  <a:cubicBezTo>
                    <a:pt x="5446" y="1976"/>
                    <a:pt x="6677" y="1593"/>
                    <a:pt x="7952" y="1548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25" name="Quality inspection of goods"/>
            <p:cNvSpPr txBox="1"/>
            <p:nvPr/>
          </p:nvSpPr>
          <p:spPr>
            <a:xfrm>
              <a:off x="11125471" y="9839378"/>
              <a:ext cx="1958335" cy="1592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Quality inspection of goods</a:t>
              </a:r>
            </a:p>
          </p:txBody>
        </p:sp>
        <p:sp>
          <p:nvSpPr>
            <p:cNvPr id="326" name="Line"/>
            <p:cNvSpPr/>
            <p:nvPr/>
          </p:nvSpPr>
          <p:spPr>
            <a:xfrm flipH="1">
              <a:off x="12310448" y="9461372"/>
              <a:ext cx="1210304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27" name="Document"/>
            <p:cNvSpPr/>
            <p:nvPr/>
          </p:nvSpPr>
          <p:spPr>
            <a:xfrm>
              <a:off x="4026307" y="8909442"/>
              <a:ext cx="648069" cy="83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0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28" name="Goods issue from Storage Location of plant"/>
            <p:cNvSpPr txBox="1"/>
            <p:nvPr/>
          </p:nvSpPr>
          <p:spPr>
            <a:xfrm>
              <a:off x="2978782" y="9831697"/>
              <a:ext cx="2743118" cy="20726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Goods issue from Storage Location of plant</a:t>
              </a:r>
            </a:p>
          </p:txBody>
        </p:sp>
        <p:sp>
          <p:nvSpPr>
            <p:cNvPr id="329" name="Line"/>
            <p:cNvSpPr/>
            <p:nvPr/>
          </p:nvSpPr>
          <p:spPr>
            <a:xfrm flipH="1">
              <a:off x="10234604" y="9461372"/>
              <a:ext cx="1210305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30" name="Inventory status updated automatically"/>
            <p:cNvSpPr txBox="1"/>
            <p:nvPr/>
          </p:nvSpPr>
          <p:spPr>
            <a:xfrm>
              <a:off x="5581486" y="9861830"/>
              <a:ext cx="2426078" cy="20726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ctr">
                <a:defRPr sz="2800"/>
              </a:pPr>
              <a:r>
                <a:t>Inventory status updated </a:t>
              </a:r>
              <a:r>
                <a:rPr i="1" u="sng">
                  <a:latin typeface="Canela Text Bold"/>
                  <a:ea typeface="Canela Text Bold"/>
                  <a:cs typeface="Canela Text Bold"/>
                  <a:sym typeface="Canela Text Bold"/>
                </a:rPr>
                <a:t>automatically</a:t>
              </a:r>
            </a:p>
          </p:txBody>
        </p:sp>
        <p:sp>
          <p:nvSpPr>
            <p:cNvPr id="331" name="Line"/>
            <p:cNvSpPr/>
            <p:nvPr/>
          </p:nvSpPr>
          <p:spPr>
            <a:xfrm flipH="1">
              <a:off x="7558368" y="9460263"/>
              <a:ext cx="1395059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32" name="Bar Chart"/>
            <p:cNvSpPr/>
            <p:nvPr/>
          </p:nvSpPr>
          <p:spPr>
            <a:xfrm>
              <a:off x="6115191" y="8741639"/>
              <a:ext cx="1114814" cy="11118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" y="0"/>
                  </a:moveTo>
                  <a:cubicBezTo>
                    <a:pt x="87" y="0"/>
                    <a:pt x="0" y="87"/>
                    <a:pt x="0" y="194"/>
                  </a:cubicBezTo>
                  <a:lnTo>
                    <a:pt x="0" y="21404"/>
                  </a:lnTo>
                  <a:cubicBezTo>
                    <a:pt x="0" y="21511"/>
                    <a:pt x="87" y="21600"/>
                    <a:pt x="194" y="21600"/>
                  </a:cubicBezTo>
                  <a:lnTo>
                    <a:pt x="21406" y="21600"/>
                  </a:lnTo>
                  <a:cubicBezTo>
                    <a:pt x="21513" y="21600"/>
                    <a:pt x="21600" y="21511"/>
                    <a:pt x="21600" y="21404"/>
                  </a:cubicBezTo>
                  <a:lnTo>
                    <a:pt x="21600" y="20822"/>
                  </a:lnTo>
                  <a:cubicBezTo>
                    <a:pt x="21600" y="20715"/>
                    <a:pt x="21513" y="20628"/>
                    <a:pt x="21406" y="20628"/>
                  </a:cubicBezTo>
                  <a:lnTo>
                    <a:pt x="1163" y="20628"/>
                  </a:lnTo>
                  <a:cubicBezTo>
                    <a:pt x="1057" y="20628"/>
                    <a:pt x="970" y="20539"/>
                    <a:pt x="970" y="20432"/>
                  </a:cubicBezTo>
                  <a:lnTo>
                    <a:pt x="970" y="194"/>
                  </a:lnTo>
                  <a:cubicBezTo>
                    <a:pt x="970" y="87"/>
                    <a:pt x="883" y="0"/>
                    <a:pt x="776" y="0"/>
                  </a:cubicBezTo>
                  <a:lnTo>
                    <a:pt x="194" y="0"/>
                  </a:lnTo>
                  <a:close/>
                  <a:moveTo>
                    <a:pt x="16860" y="3004"/>
                  </a:moveTo>
                  <a:lnTo>
                    <a:pt x="16860" y="19065"/>
                  </a:lnTo>
                  <a:lnTo>
                    <a:pt x="19553" y="19065"/>
                  </a:lnTo>
                  <a:lnTo>
                    <a:pt x="19553" y="3004"/>
                  </a:lnTo>
                  <a:lnTo>
                    <a:pt x="16860" y="3004"/>
                  </a:lnTo>
                  <a:close/>
                  <a:moveTo>
                    <a:pt x="7272" y="6922"/>
                  </a:moveTo>
                  <a:lnTo>
                    <a:pt x="7272" y="19065"/>
                  </a:lnTo>
                  <a:lnTo>
                    <a:pt x="9965" y="19065"/>
                  </a:lnTo>
                  <a:lnTo>
                    <a:pt x="9965" y="6922"/>
                  </a:lnTo>
                  <a:lnTo>
                    <a:pt x="7272" y="6922"/>
                  </a:lnTo>
                  <a:close/>
                  <a:moveTo>
                    <a:pt x="12066" y="10127"/>
                  </a:moveTo>
                  <a:lnTo>
                    <a:pt x="12066" y="19065"/>
                  </a:lnTo>
                  <a:lnTo>
                    <a:pt x="14759" y="19065"/>
                  </a:lnTo>
                  <a:lnTo>
                    <a:pt x="14759" y="10127"/>
                  </a:lnTo>
                  <a:lnTo>
                    <a:pt x="12066" y="10127"/>
                  </a:lnTo>
                  <a:close/>
                  <a:moveTo>
                    <a:pt x="2478" y="15151"/>
                  </a:moveTo>
                  <a:lnTo>
                    <a:pt x="2478" y="19065"/>
                  </a:lnTo>
                  <a:lnTo>
                    <a:pt x="5171" y="19065"/>
                  </a:lnTo>
                  <a:lnTo>
                    <a:pt x="5171" y="15151"/>
                  </a:lnTo>
                  <a:lnTo>
                    <a:pt x="2478" y="15151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33" name="Line"/>
            <p:cNvSpPr/>
            <p:nvPr/>
          </p:nvSpPr>
          <p:spPr>
            <a:xfrm>
              <a:off x="4280862" y="7717223"/>
              <a:ext cx="10804322" cy="1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34" name="Line"/>
            <p:cNvSpPr/>
            <p:nvPr/>
          </p:nvSpPr>
          <p:spPr>
            <a:xfrm flipV="1">
              <a:off x="15028033" y="1762541"/>
              <a:ext cx="1" cy="6006096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35" name="Line"/>
            <p:cNvSpPr/>
            <p:nvPr/>
          </p:nvSpPr>
          <p:spPr>
            <a:xfrm>
              <a:off x="14917794" y="1807382"/>
              <a:ext cx="2944001" cy="1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36" name="Line"/>
            <p:cNvSpPr/>
            <p:nvPr/>
          </p:nvSpPr>
          <p:spPr>
            <a:xfrm flipV="1">
              <a:off x="4316292" y="7679743"/>
              <a:ext cx="1" cy="973113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37" name="Line"/>
            <p:cNvSpPr/>
            <p:nvPr/>
          </p:nvSpPr>
          <p:spPr>
            <a:xfrm flipV="1">
              <a:off x="16508680" y="3899321"/>
              <a:ext cx="1" cy="4323191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38" name="Line"/>
            <p:cNvSpPr/>
            <p:nvPr/>
          </p:nvSpPr>
          <p:spPr>
            <a:xfrm>
              <a:off x="16570878" y="8150162"/>
              <a:ext cx="4760243" cy="1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39" name="Line"/>
            <p:cNvSpPr/>
            <p:nvPr/>
          </p:nvSpPr>
          <p:spPr>
            <a:xfrm>
              <a:off x="16485928" y="3921242"/>
              <a:ext cx="1649003" cy="1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40" name="Line"/>
            <p:cNvSpPr/>
            <p:nvPr/>
          </p:nvSpPr>
          <p:spPr>
            <a:xfrm>
              <a:off x="16485928" y="6785510"/>
              <a:ext cx="1210304" cy="1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41" name="Line"/>
            <p:cNvSpPr/>
            <p:nvPr/>
          </p:nvSpPr>
          <p:spPr>
            <a:xfrm flipV="1">
              <a:off x="21334718" y="8093012"/>
              <a:ext cx="1" cy="839240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42" name="Document"/>
            <p:cNvSpPr/>
            <p:nvPr/>
          </p:nvSpPr>
          <p:spPr>
            <a:xfrm>
              <a:off x="9320889" y="8960242"/>
              <a:ext cx="648068" cy="83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0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43" name="Goods receipt at Storage Location of plant"/>
            <p:cNvSpPr txBox="1"/>
            <p:nvPr/>
          </p:nvSpPr>
          <p:spPr>
            <a:xfrm>
              <a:off x="8273364" y="9882497"/>
              <a:ext cx="2743118" cy="20726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Goods receipt at Storage Location of plant</a:t>
              </a:r>
            </a:p>
          </p:txBody>
        </p:sp>
        <p:sp>
          <p:nvSpPr>
            <p:cNvPr id="344" name="Line"/>
            <p:cNvSpPr/>
            <p:nvPr/>
          </p:nvSpPr>
          <p:spPr>
            <a:xfrm flipH="1">
              <a:off x="4891561" y="9461372"/>
              <a:ext cx="1006444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45" name="Line"/>
            <p:cNvSpPr/>
            <p:nvPr/>
          </p:nvSpPr>
          <p:spPr>
            <a:xfrm flipH="1">
              <a:off x="2443725" y="9461372"/>
              <a:ext cx="1280730" cy="1"/>
            </a:xfrm>
            <a:prstGeom prst="line">
              <a:avLst/>
            </a:prstGeom>
            <a:noFill/>
            <a:ln w="127000" cap="flat">
              <a:solidFill>
                <a:srgbClr val="000000"/>
              </a:solidFill>
              <a:prstDash val="solid"/>
              <a:miter lim="400000"/>
              <a:tail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46" name="Repairing of dozer completed &amp; notification closed"/>
            <p:cNvSpPr txBox="1"/>
            <p:nvPr/>
          </p:nvSpPr>
          <p:spPr>
            <a:xfrm>
              <a:off x="-54868" y="10187297"/>
              <a:ext cx="2852853" cy="20726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2800"/>
              </a:lvl1pPr>
            </a:lstStyle>
            <a:p>
              <a:r>
                <a:t>Repairing of dozer completed &amp; notification closed</a:t>
              </a:r>
            </a:p>
          </p:txBody>
        </p:sp>
        <p:grpSp>
          <p:nvGrpSpPr>
            <p:cNvPr id="349" name="Group"/>
            <p:cNvGrpSpPr/>
            <p:nvPr/>
          </p:nvGrpSpPr>
          <p:grpSpPr>
            <a:xfrm>
              <a:off x="301241" y="8751061"/>
              <a:ext cx="1824070" cy="1293623"/>
              <a:chOff x="0" y="0"/>
              <a:chExt cx="1824068" cy="1293622"/>
            </a:xfrm>
          </p:grpSpPr>
          <p:sp>
            <p:nvSpPr>
              <p:cNvPr id="347" name="Gear"/>
              <p:cNvSpPr/>
              <p:nvPr/>
            </p:nvSpPr>
            <p:spPr>
              <a:xfrm>
                <a:off x="551312" y="0"/>
                <a:ext cx="1272757" cy="12672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9384" y="0"/>
                    </a:moveTo>
                    <a:cubicBezTo>
                      <a:pt x="9373" y="0"/>
                      <a:pt x="9237" y="27"/>
                      <a:pt x="9075" y="54"/>
                    </a:cubicBezTo>
                    <a:lnTo>
                      <a:pt x="7468" y="445"/>
                    </a:lnTo>
                    <a:cubicBezTo>
                      <a:pt x="7312" y="494"/>
                      <a:pt x="7177" y="531"/>
                      <a:pt x="7166" y="537"/>
                    </a:cubicBezTo>
                    <a:cubicBezTo>
                      <a:pt x="7161" y="542"/>
                      <a:pt x="7154" y="677"/>
                      <a:pt x="7154" y="840"/>
                    </a:cubicBezTo>
                    <a:lnTo>
                      <a:pt x="7166" y="1761"/>
                    </a:lnTo>
                    <a:cubicBezTo>
                      <a:pt x="7166" y="1924"/>
                      <a:pt x="7047" y="2119"/>
                      <a:pt x="6902" y="2190"/>
                    </a:cubicBezTo>
                    <a:lnTo>
                      <a:pt x="6151" y="2574"/>
                    </a:lnTo>
                    <a:cubicBezTo>
                      <a:pt x="6006" y="2655"/>
                      <a:pt x="5778" y="2644"/>
                      <a:pt x="5649" y="2547"/>
                    </a:cubicBezTo>
                    <a:lnTo>
                      <a:pt x="4900" y="2010"/>
                    </a:lnTo>
                    <a:cubicBezTo>
                      <a:pt x="4765" y="1913"/>
                      <a:pt x="4651" y="1842"/>
                      <a:pt x="4645" y="1848"/>
                    </a:cubicBezTo>
                    <a:cubicBezTo>
                      <a:pt x="4640" y="1853"/>
                      <a:pt x="4527" y="1941"/>
                      <a:pt x="4398" y="2044"/>
                    </a:cubicBezTo>
                    <a:lnTo>
                      <a:pt x="3162" y="3116"/>
                    </a:lnTo>
                    <a:cubicBezTo>
                      <a:pt x="3043" y="3230"/>
                      <a:pt x="2941" y="3327"/>
                      <a:pt x="2936" y="3333"/>
                    </a:cubicBezTo>
                    <a:cubicBezTo>
                      <a:pt x="2930" y="3338"/>
                      <a:pt x="2990" y="3462"/>
                      <a:pt x="3065" y="3609"/>
                    </a:cubicBezTo>
                    <a:lnTo>
                      <a:pt x="3490" y="4401"/>
                    </a:lnTo>
                    <a:cubicBezTo>
                      <a:pt x="3566" y="4548"/>
                      <a:pt x="3551" y="4769"/>
                      <a:pt x="3448" y="4899"/>
                    </a:cubicBezTo>
                    <a:lnTo>
                      <a:pt x="2909" y="5648"/>
                    </a:lnTo>
                    <a:cubicBezTo>
                      <a:pt x="2817" y="5783"/>
                      <a:pt x="2612" y="5879"/>
                      <a:pt x="2450" y="5858"/>
                    </a:cubicBezTo>
                    <a:lnTo>
                      <a:pt x="1548" y="5739"/>
                    </a:lnTo>
                    <a:cubicBezTo>
                      <a:pt x="1386" y="5717"/>
                      <a:pt x="1251" y="5707"/>
                      <a:pt x="1246" y="5712"/>
                    </a:cubicBezTo>
                    <a:cubicBezTo>
                      <a:pt x="1241" y="5717"/>
                      <a:pt x="1181" y="5848"/>
                      <a:pt x="1111" y="6000"/>
                    </a:cubicBezTo>
                    <a:lnTo>
                      <a:pt x="518" y="7483"/>
                    </a:lnTo>
                    <a:cubicBezTo>
                      <a:pt x="464" y="7640"/>
                      <a:pt x="420" y="7776"/>
                      <a:pt x="415" y="7781"/>
                    </a:cubicBezTo>
                    <a:cubicBezTo>
                      <a:pt x="415" y="7792"/>
                      <a:pt x="523" y="7874"/>
                      <a:pt x="658" y="7966"/>
                    </a:cubicBezTo>
                    <a:lnTo>
                      <a:pt x="1381" y="8454"/>
                    </a:lnTo>
                    <a:cubicBezTo>
                      <a:pt x="1516" y="8546"/>
                      <a:pt x="1602" y="8752"/>
                      <a:pt x="1570" y="8914"/>
                    </a:cubicBezTo>
                    <a:lnTo>
                      <a:pt x="1420" y="9944"/>
                    </a:lnTo>
                    <a:cubicBezTo>
                      <a:pt x="1404" y="10106"/>
                      <a:pt x="1263" y="10291"/>
                      <a:pt x="1106" y="10345"/>
                    </a:cubicBezTo>
                    <a:lnTo>
                      <a:pt x="280" y="10648"/>
                    </a:lnTo>
                    <a:cubicBezTo>
                      <a:pt x="123" y="10702"/>
                      <a:pt x="0" y="10758"/>
                      <a:pt x="0" y="10769"/>
                    </a:cubicBezTo>
                    <a:cubicBezTo>
                      <a:pt x="0" y="10779"/>
                      <a:pt x="6" y="10919"/>
                      <a:pt x="17" y="11082"/>
                    </a:cubicBezTo>
                    <a:lnTo>
                      <a:pt x="167" y="12626"/>
                    </a:lnTo>
                    <a:cubicBezTo>
                      <a:pt x="194" y="12789"/>
                      <a:pt x="210" y="12930"/>
                      <a:pt x="216" y="12941"/>
                    </a:cubicBezTo>
                    <a:cubicBezTo>
                      <a:pt x="216" y="12952"/>
                      <a:pt x="350" y="12974"/>
                      <a:pt x="518" y="12990"/>
                    </a:cubicBezTo>
                    <a:lnTo>
                      <a:pt x="1354" y="13082"/>
                    </a:lnTo>
                    <a:cubicBezTo>
                      <a:pt x="1516" y="13098"/>
                      <a:pt x="1688" y="13245"/>
                      <a:pt x="1737" y="13402"/>
                    </a:cubicBezTo>
                    <a:lnTo>
                      <a:pt x="2121" y="14501"/>
                    </a:lnTo>
                    <a:cubicBezTo>
                      <a:pt x="2181" y="14653"/>
                      <a:pt x="2142" y="14881"/>
                      <a:pt x="2028" y="15000"/>
                    </a:cubicBezTo>
                    <a:lnTo>
                      <a:pt x="1457" y="15624"/>
                    </a:lnTo>
                    <a:cubicBezTo>
                      <a:pt x="1349" y="15743"/>
                      <a:pt x="1258" y="15850"/>
                      <a:pt x="1263" y="15856"/>
                    </a:cubicBezTo>
                    <a:cubicBezTo>
                      <a:pt x="1268" y="15861"/>
                      <a:pt x="1338" y="15986"/>
                      <a:pt x="1425" y="16127"/>
                    </a:cubicBezTo>
                    <a:lnTo>
                      <a:pt x="2256" y="17380"/>
                    </a:lnTo>
                    <a:cubicBezTo>
                      <a:pt x="2353" y="17510"/>
                      <a:pt x="2440" y="17623"/>
                      <a:pt x="2445" y="17634"/>
                    </a:cubicBezTo>
                    <a:cubicBezTo>
                      <a:pt x="2450" y="17639"/>
                      <a:pt x="2579" y="17595"/>
                      <a:pt x="2730" y="17535"/>
                    </a:cubicBezTo>
                    <a:lnTo>
                      <a:pt x="3490" y="17232"/>
                    </a:lnTo>
                    <a:cubicBezTo>
                      <a:pt x="3641" y="17173"/>
                      <a:pt x="3863" y="17216"/>
                      <a:pt x="3976" y="17336"/>
                    </a:cubicBezTo>
                    <a:lnTo>
                      <a:pt x="4905" y="18192"/>
                    </a:lnTo>
                    <a:cubicBezTo>
                      <a:pt x="5029" y="18295"/>
                      <a:pt x="5100" y="18511"/>
                      <a:pt x="5062" y="18673"/>
                    </a:cubicBezTo>
                    <a:lnTo>
                      <a:pt x="4851" y="19476"/>
                    </a:lnTo>
                    <a:cubicBezTo>
                      <a:pt x="4808" y="19633"/>
                      <a:pt x="4780" y="19769"/>
                      <a:pt x="4785" y="19774"/>
                    </a:cubicBezTo>
                    <a:cubicBezTo>
                      <a:pt x="4791" y="19780"/>
                      <a:pt x="4915" y="19850"/>
                      <a:pt x="5055" y="19937"/>
                    </a:cubicBezTo>
                    <a:lnTo>
                      <a:pt x="6345" y="20631"/>
                    </a:lnTo>
                    <a:cubicBezTo>
                      <a:pt x="6491" y="20701"/>
                      <a:pt x="6621" y="20761"/>
                      <a:pt x="6632" y="20766"/>
                    </a:cubicBezTo>
                    <a:cubicBezTo>
                      <a:pt x="6637" y="20772"/>
                      <a:pt x="6735" y="20668"/>
                      <a:pt x="6843" y="20543"/>
                    </a:cubicBezTo>
                    <a:lnTo>
                      <a:pt x="7370" y="19932"/>
                    </a:lnTo>
                    <a:cubicBezTo>
                      <a:pt x="7478" y="19807"/>
                      <a:pt x="7694" y="19742"/>
                      <a:pt x="7851" y="19791"/>
                    </a:cubicBezTo>
                    <a:lnTo>
                      <a:pt x="9136" y="20116"/>
                    </a:lnTo>
                    <a:cubicBezTo>
                      <a:pt x="9298" y="20149"/>
                      <a:pt x="9459" y="20306"/>
                      <a:pt x="9497" y="20468"/>
                    </a:cubicBezTo>
                    <a:lnTo>
                      <a:pt x="9680" y="21259"/>
                    </a:lnTo>
                    <a:cubicBezTo>
                      <a:pt x="9718" y="21422"/>
                      <a:pt x="9756" y="21552"/>
                      <a:pt x="9761" y="21552"/>
                    </a:cubicBezTo>
                    <a:cubicBezTo>
                      <a:pt x="9767" y="21552"/>
                      <a:pt x="9911" y="21562"/>
                      <a:pt x="10073" y="21573"/>
                    </a:cubicBezTo>
                    <a:lnTo>
                      <a:pt x="10500" y="21595"/>
                    </a:lnTo>
                    <a:cubicBezTo>
                      <a:pt x="10662" y="21600"/>
                      <a:pt x="10931" y="21600"/>
                      <a:pt x="11098" y="21595"/>
                    </a:cubicBezTo>
                    <a:lnTo>
                      <a:pt x="11525" y="21573"/>
                    </a:lnTo>
                    <a:cubicBezTo>
                      <a:pt x="11687" y="21562"/>
                      <a:pt x="11828" y="21552"/>
                      <a:pt x="11839" y="21552"/>
                    </a:cubicBezTo>
                    <a:cubicBezTo>
                      <a:pt x="11849" y="21552"/>
                      <a:pt x="11882" y="21416"/>
                      <a:pt x="11920" y="21259"/>
                    </a:cubicBezTo>
                    <a:lnTo>
                      <a:pt x="12103" y="20468"/>
                    </a:lnTo>
                    <a:cubicBezTo>
                      <a:pt x="12141" y="20306"/>
                      <a:pt x="12302" y="20149"/>
                      <a:pt x="12464" y="20116"/>
                    </a:cubicBezTo>
                    <a:lnTo>
                      <a:pt x="13749" y="19791"/>
                    </a:lnTo>
                    <a:cubicBezTo>
                      <a:pt x="13906" y="19742"/>
                      <a:pt x="14120" y="19807"/>
                      <a:pt x="14228" y="19932"/>
                    </a:cubicBezTo>
                    <a:lnTo>
                      <a:pt x="14757" y="20543"/>
                    </a:lnTo>
                    <a:cubicBezTo>
                      <a:pt x="14865" y="20668"/>
                      <a:pt x="14957" y="20767"/>
                      <a:pt x="14968" y="20766"/>
                    </a:cubicBezTo>
                    <a:cubicBezTo>
                      <a:pt x="14974" y="20761"/>
                      <a:pt x="15102" y="20701"/>
                      <a:pt x="15253" y="20631"/>
                    </a:cubicBezTo>
                    <a:lnTo>
                      <a:pt x="16543" y="19937"/>
                    </a:lnTo>
                    <a:cubicBezTo>
                      <a:pt x="16683" y="19850"/>
                      <a:pt x="16802" y="19780"/>
                      <a:pt x="16813" y="19774"/>
                    </a:cubicBezTo>
                    <a:cubicBezTo>
                      <a:pt x="16818" y="19769"/>
                      <a:pt x="16792" y="19633"/>
                      <a:pt x="16749" y="19476"/>
                    </a:cubicBezTo>
                    <a:lnTo>
                      <a:pt x="16538" y="18673"/>
                    </a:lnTo>
                    <a:cubicBezTo>
                      <a:pt x="16495" y="18516"/>
                      <a:pt x="16565" y="18301"/>
                      <a:pt x="16695" y="18192"/>
                    </a:cubicBezTo>
                    <a:lnTo>
                      <a:pt x="17622" y="17336"/>
                    </a:lnTo>
                    <a:cubicBezTo>
                      <a:pt x="17736" y="17216"/>
                      <a:pt x="17957" y="17173"/>
                      <a:pt x="18108" y="17232"/>
                    </a:cubicBezTo>
                    <a:lnTo>
                      <a:pt x="18868" y="17535"/>
                    </a:lnTo>
                    <a:cubicBezTo>
                      <a:pt x="19019" y="17595"/>
                      <a:pt x="19150" y="17639"/>
                      <a:pt x="19155" y="17634"/>
                    </a:cubicBezTo>
                    <a:cubicBezTo>
                      <a:pt x="19160" y="17628"/>
                      <a:pt x="19247" y="17515"/>
                      <a:pt x="19344" y="17380"/>
                    </a:cubicBezTo>
                    <a:lnTo>
                      <a:pt x="20175" y="16127"/>
                    </a:lnTo>
                    <a:cubicBezTo>
                      <a:pt x="20262" y="15986"/>
                      <a:pt x="20332" y="15861"/>
                      <a:pt x="20337" y="15856"/>
                    </a:cubicBezTo>
                    <a:cubicBezTo>
                      <a:pt x="20342" y="15850"/>
                      <a:pt x="20256" y="15743"/>
                      <a:pt x="20143" y="15624"/>
                    </a:cubicBezTo>
                    <a:lnTo>
                      <a:pt x="19570" y="14989"/>
                    </a:lnTo>
                    <a:cubicBezTo>
                      <a:pt x="19462" y="14869"/>
                      <a:pt x="19419" y="14642"/>
                      <a:pt x="19479" y="14491"/>
                    </a:cubicBezTo>
                    <a:lnTo>
                      <a:pt x="19862" y="13390"/>
                    </a:lnTo>
                    <a:cubicBezTo>
                      <a:pt x="19910" y="13233"/>
                      <a:pt x="20082" y="13088"/>
                      <a:pt x="20244" y="13072"/>
                    </a:cubicBezTo>
                    <a:lnTo>
                      <a:pt x="21081" y="12978"/>
                    </a:lnTo>
                    <a:cubicBezTo>
                      <a:pt x="21243" y="12962"/>
                      <a:pt x="21379" y="12940"/>
                      <a:pt x="21384" y="12929"/>
                    </a:cubicBezTo>
                    <a:cubicBezTo>
                      <a:pt x="21384" y="12918"/>
                      <a:pt x="21404" y="12784"/>
                      <a:pt x="21431" y="12616"/>
                    </a:cubicBezTo>
                    <a:lnTo>
                      <a:pt x="21583" y="11072"/>
                    </a:lnTo>
                    <a:cubicBezTo>
                      <a:pt x="21594" y="10909"/>
                      <a:pt x="21600" y="10767"/>
                      <a:pt x="21600" y="10757"/>
                    </a:cubicBezTo>
                    <a:cubicBezTo>
                      <a:pt x="21584" y="10757"/>
                      <a:pt x="21460" y="10702"/>
                      <a:pt x="21303" y="10648"/>
                    </a:cubicBezTo>
                    <a:lnTo>
                      <a:pt x="20477" y="10345"/>
                    </a:lnTo>
                    <a:cubicBezTo>
                      <a:pt x="20321" y="10291"/>
                      <a:pt x="20180" y="10106"/>
                      <a:pt x="20163" y="9944"/>
                    </a:cubicBezTo>
                    <a:lnTo>
                      <a:pt x="20013" y="8914"/>
                    </a:lnTo>
                    <a:cubicBezTo>
                      <a:pt x="19981" y="8752"/>
                      <a:pt x="20067" y="8546"/>
                      <a:pt x="20202" y="8454"/>
                    </a:cubicBezTo>
                    <a:lnTo>
                      <a:pt x="20926" y="7966"/>
                    </a:lnTo>
                    <a:cubicBezTo>
                      <a:pt x="21060" y="7874"/>
                      <a:pt x="21174" y="7792"/>
                      <a:pt x="21168" y="7781"/>
                    </a:cubicBezTo>
                    <a:cubicBezTo>
                      <a:pt x="21168" y="7770"/>
                      <a:pt x="21119" y="7640"/>
                      <a:pt x="21065" y="7483"/>
                    </a:cubicBezTo>
                    <a:lnTo>
                      <a:pt x="20472" y="6000"/>
                    </a:lnTo>
                    <a:cubicBezTo>
                      <a:pt x="20402" y="5848"/>
                      <a:pt x="20342" y="5723"/>
                      <a:pt x="20337" y="5712"/>
                    </a:cubicBezTo>
                    <a:cubicBezTo>
                      <a:pt x="20332" y="5701"/>
                      <a:pt x="20197" y="5717"/>
                      <a:pt x="20035" y="5739"/>
                    </a:cubicBezTo>
                    <a:lnTo>
                      <a:pt x="19133" y="5858"/>
                    </a:lnTo>
                    <a:cubicBezTo>
                      <a:pt x="18971" y="5879"/>
                      <a:pt x="18761" y="5788"/>
                      <a:pt x="18674" y="5648"/>
                    </a:cubicBezTo>
                    <a:lnTo>
                      <a:pt x="18135" y="4899"/>
                    </a:lnTo>
                    <a:cubicBezTo>
                      <a:pt x="18032" y="4769"/>
                      <a:pt x="18017" y="4548"/>
                      <a:pt x="18093" y="4401"/>
                    </a:cubicBezTo>
                    <a:lnTo>
                      <a:pt x="18518" y="3609"/>
                    </a:lnTo>
                    <a:cubicBezTo>
                      <a:pt x="18593" y="3462"/>
                      <a:pt x="18653" y="3338"/>
                      <a:pt x="18647" y="3333"/>
                    </a:cubicBezTo>
                    <a:cubicBezTo>
                      <a:pt x="18642" y="3327"/>
                      <a:pt x="18540" y="3230"/>
                      <a:pt x="18422" y="3116"/>
                    </a:cubicBezTo>
                    <a:lnTo>
                      <a:pt x="17186" y="2044"/>
                    </a:lnTo>
                    <a:cubicBezTo>
                      <a:pt x="17056" y="1941"/>
                      <a:pt x="16943" y="1853"/>
                      <a:pt x="16938" y="1848"/>
                    </a:cubicBezTo>
                    <a:cubicBezTo>
                      <a:pt x="16932" y="1842"/>
                      <a:pt x="16813" y="1918"/>
                      <a:pt x="16683" y="2010"/>
                    </a:cubicBezTo>
                    <a:lnTo>
                      <a:pt x="15934" y="2547"/>
                    </a:lnTo>
                    <a:cubicBezTo>
                      <a:pt x="15800" y="2644"/>
                      <a:pt x="15572" y="2655"/>
                      <a:pt x="15432" y="2574"/>
                    </a:cubicBezTo>
                    <a:lnTo>
                      <a:pt x="14682" y="2190"/>
                    </a:lnTo>
                    <a:cubicBezTo>
                      <a:pt x="14531" y="2119"/>
                      <a:pt x="14411" y="1929"/>
                      <a:pt x="14417" y="1761"/>
                    </a:cubicBezTo>
                    <a:lnTo>
                      <a:pt x="14429" y="840"/>
                    </a:lnTo>
                    <a:cubicBezTo>
                      <a:pt x="14429" y="677"/>
                      <a:pt x="14428" y="537"/>
                      <a:pt x="14417" y="537"/>
                    </a:cubicBezTo>
                    <a:cubicBezTo>
                      <a:pt x="14411" y="531"/>
                      <a:pt x="14272" y="494"/>
                      <a:pt x="14115" y="445"/>
                    </a:cubicBezTo>
                    <a:lnTo>
                      <a:pt x="12508" y="54"/>
                    </a:lnTo>
                    <a:cubicBezTo>
                      <a:pt x="12346" y="22"/>
                      <a:pt x="12205" y="0"/>
                      <a:pt x="12200" y="0"/>
                    </a:cubicBezTo>
                    <a:cubicBezTo>
                      <a:pt x="12189" y="0"/>
                      <a:pt x="12125" y="120"/>
                      <a:pt x="12049" y="266"/>
                    </a:cubicBezTo>
                    <a:lnTo>
                      <a:pt x="11628" y="1096"/>
                    </a:lnTo>
                    <a:cubicBezTo>
                      <a:pt x="11552" y="1242"/>
                      <a:pt x="11358" y="1355"/>
                      <a:pt x="11196" y="1350"/>
                    </a:cubicBezTo>
                    <a:lnTo>
                      <a:pt x="10387" y="1350"/>
                    </a:lnTo>
                    <a:cubicBezTo>
                      <a:pt x="10225" y="1355"/>
                      <a:pt x="10025" y="1242"/>
                      <a:pt x="9955" y="1096"/>
                    </a:cubicBezTo>
                    <a:lnTo>
                      <a:pt x="9534" y="266"/>
                    </a:lnTo>
                    <a:cubicBezTo>
                      <a:pt x="9458" y="120"/>
                      <a:pt x="9394" y="0"/>
                      <a:pt x="9384" y="0"/>
                    </a:cubicBezTo>
                    <a:close/>
                    <a:moveTo>
                      <a:pt x="10792" y="5820"/>
                    </a:moveTo>
                    <a:cubicBezTo>
                      <a:pt x="13533" y="5820"/>
                      <a:pt x="15761" y="8053"/>
                      <a:pt x="15761" y="10811"/>
                    </a:cubicBezTo>
                    <a:cubicBezTo>
                      <a:pt x="15761" y="13569"/>
                      <a:pt x="13533" y="15801"/>
                      <a:pt x="10792" y="15801"/>
                    </a:cubicBezTo>
                    <a:cubicBezTo>
                      <a:pt x="8051" y="15801"/>
                      <a:pt x="5822" y="13569"/>
                      <a:pt x="5822" y="10811"/>
                    </a:cubicBezTo>
                    <a:cubicBezTo>
                      <a:pt x="5822" y="8053"/>
                      <a:pt x="8045" y="5820"/>
                      <a:pt x="10792" y="5820"/>
                    </a:cubicBezTo>
                    <a:close/>
                    <a:moveTo>
                      <a:pt x="10792" y="7592"/>
                    </a:moveTo>
                    <a:cubicBezTo>
                      <a:pt x="9016" y="7592"/>
                      <a:pt x="7581" y="9033"/>
                      <a:pt x="7581" y="10816"/>
                    </a:cubicBezTo>
                    <a:cubicBezTo>
                      <a:pt x="7581" y="12593"/>
                      <a:pt x="9016" y="14040"/>
                      <a:pt x="10792" y="14040"/>
                    </a:cubicBezTo>
                    <a:cubicBezTo>
                      <a:pt x="12567" y="14040"/>
                      <a:pt x="14002" y="12599"/>
                      <a:pt x="14002" y="10816"/>
                    </a:cubicBezTo>
                    <a:cubicBezTo>
                      <a:pt x="14002" y="9033"/>
                      <a:pt x="12567" y="7592"/>
                      <a:pt x="10792" y="75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11303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Graphik"/>
                    <a:ea typeface="Graphik"/>
                    <a:cs typeface="Graphik"/>
                    <a:sym typeface="Graphik"/>
                  </a:defRPr>
                </a:pPr>
                <a:endParaRPr/>
              </a:p>
            </p:txBody>
          </p:sp>
          <p:sp>
            <p:nvSpPr>
              <p:cNvPr id="348" name="Gear"/>
              <p:cNvSpPr/>
              <p:nvPr/>
            </p:nvSpPr>
            <p:spPr>
              <a:xfrm>
                <a:off x="-1" y="645428"/>
                <a:ext cx="648069" cy="6481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32" h="21555" extrusionOk="0">
                    <a:moveTo>
                      <a:pt x="12837" y="2"/>
                    </a:moveTo>
                    <a:cubicBezTo>
                      <a:pt x="12731" y="-11"/>
                      <a:pt x="12661" y="38"/>
                      <a:pt x="12588" y="172"/>
                    </a:cubicBezTo>
                    <a:cubicBezTo>
                      <a:pt x="12292" y="721"/>
                      <a:pt x="11969" y="1258"/>
                      <a:pt x="11661" y="1801"/>
                    </a:cubicBezTo>
                    <a:cubicBezTo>
                      <a:pt x="11547" y="2001"/>
                      <a:pt x="11418" y="2099"/>
                      <a:pt x="11153" y="2073"/>
                    </a:cubicBezTo>
                    <a:cubicBezTo>
                      <a:pt x="10691" y="2028"/>
                      <a:pt x="10220" y="2032"/>
                      <a:pt x="9759" y="2112"/>
                    </a:cubicBezTo>
                    <a:cubicBezTo>
                      <a:pt x="9550" y="2148"/>
                      <a:pt x="9432" y="2095"/>
                      <a:pt x="9318" y="1917"/>
                    </a:cubicBezTo>
                    <a:cubicBezTo>
                      <a:pt x="8969" y="1370"/>
                      <a:pt x="8594" y="841"/>
                      <a:pt x="8243" y="295"/>
                    </a:cubicBezTo>
                    <a:cubicBezTo>
                      <a:pt x="8145" y="142"/>
                      <a:pt x="8068" y="122"/>
                      <a:pt x="7905" y="198"/>
                    </a:cubicBezTo>
                    <a:cubicBezTo>
                      <a:pt x="6845" y="688"/>
                      <a:pt x="5781" y="1174"/>
                      <a:pt x="4712" y="1644"/>
                    </a:cubicBezTo>
                    <a:cubicBezTo>
                      <a:pt x="4517" y="1730"/>
                      <a:pt x="4517" y="1820"/>
                      <a:pt x="4567" y="1996"/>
                    </a:cubicBezTo>
                    <a:cubicBezTo>
                      <a:pt x="4742" y="2608"/>
                      <a:pt x="4890" y="3227"/>
                      <a:pt x="5065" y="3839"/>
                    </a:cubicBezTo>
                    <a:cubicBezTo>
                      <a:pt x="5122" y="4038"/>
                      <a:pt x="5098" y="4170"/>
                      <a:pt x="4932" y="4306"/>
                    </a:cubicBezTo>
                    <a:cubicBezTo>
                      <a:pt x="4561" y="4610"/>
                      <a:pt x="4227" y="4959"/>
                      <a:pt x="3950" y="5348"/>
                    </a:cubicBezTo>
                    <a:cubicBezTo>
                      <a:pt x="3802" y="5555"/>
                      <a:pt x="3648" y="5573"/>
                      <a:pt x="3439" y="5530"/>
                    </a:cubicBezTo>
                    <a:cubicBezTo>
                      <a:pt x="2827" y="5405"/>
                      <a:pt x="2213" y="5295"/>
                      <a:pt x="1605" y="5156"/>
                    </a:cubicBezTo>
                    <a:cubicBezTo>
                      <a:pt x="1409" y="5111"/>
                      <a:pt x="1325" y="5153"/>
                      <a:pt x="1257" y="5338"/>
                    </a:cubicBezTo>
                    <a:cubicBezTo>
                      <a:pt x="856" y="6423"/>
                      <a:pt x="449" y="7506"/>
                      <a:pt x="35" y="8586"/>
                    </a:cubicBezTo>
                    <a:cubicBezTo>
                      <a:pt x="-34" y="8767"/>
                      <a:pt x="-6" y="8857"/>
                      <a:pt x="173" y="8954"/>
                    </a:cubicBezTo>
                    <a:cubicBezTo>
                      <a:pt x="722" y="9251"/>
                      <a:pt x="1256" y="9574"/>
                      <a:pt x="1798" y="9882"/>
                    </a:cubicBezTo>
                    <a:cubicBezTo>
                      <a:pt x="2001" y="9997"/>
                      <a:pt x="2093" y="10127"/>
                      <a:pt x="2064" y="10392"/>
                    </a:cubicBezTo>
                    <a:cubicBezTo>
                      <a:pt x="2014" y="10855"/>
                      <a:pt x="2039" y="11326"/>
                      <a:pt x="2116" y="11788"/>
                    </a:cubicBezTo>
                    <a:cubicBezTo>
                      <a:pt x="2151" y="11998"/>
                      <a:pt x="2089" y="12115"/>
                      <a:pt x="1913" y="12228"/>
                    </a:cubicBezTo>
                    <a:cubicBezTo>
                      <a:pt x="1367" y="12578"/>
                      <a:pt x="837" y="12953"/>
                      <a:pt x="291" y="13303"/>
                    </a:cubicBezTo>
                    <a:cubicBezTo>
                      <a:pt x="136" y="13403"/>
                      <a:pt x="124" y="13482"/>
                      <a:pt x="199" y="13643"/>
                    </a:cubicBezTo>
                    <a:cubicBezTo>
                      <a:pt x="688" y="14705"/>
                      <a:pt x="1172" y="15768"/>
                      <a:pt x="1642" y="16837"/>
                    </a:cubicBezTo>
                    <a:cubicBezTo>
                      <a:pt x="1728" y="17034"/>
                      <a:pt x="1818" y="17032"/>
                      <a:pt x="1994" y="16982"/>
                    </a:cubicBezTo>
                    <a:cubicBezTo>
                      <a:pt x="2605" y="16807"/>
                      <a:pt x="3223" y="16651"/>
                      <a:pt x="3839" y="16489"/>
                    </a:cubicBezTo>
                    <a:cubicBezTo>
                      <a:pt x="3930" y="16465"/>
                      <a:pt x="4023" y="16451"/>
                      <a:pt x="4118" y="16432"/>
                    </a:cubicBezTo>
                    <a:cubicBezTo>
                      <a:pt x="4164" y="16485"/>
                      <a:pt x="4202" y="16532"/>
                      <a:pt x="4241" y="16576"/>
                    </a:cubicBezTo>
                    <a:cubicBezTo>
                      <a:pt x="4568" y="16944"/>
                      <a:pt x="4922" y="17287"/>
                      <a:pt x="5319" y="17573"/>
                    </a:cubicBezTo>
                    <a:cubicBezTo>
                      <a:pt x="5534" y="17728"/>
                      <a:pt x="5572" y="17885"/>
                      <a:pt x="5524" y="18114"/>
                    </a:cubicBezTo>
                    <a:cubicBezTo>
                      <a:pt x="5398" y="18725"/>
                      <a:pt x="5287" y="19339"/>
                      <a:pt x="5149" y="19947"/>
                    </a:cubicBezTo>
                    <a:cubicBezTo>
                      <a:pt x="5105" y="20142"/>
                      <a:pt x="5145" y="20229"/>
                      <a:pt x="5331" y="20297"/>
                    </a:cubicBezTo>
                    <a:cubicBezTo>
                      <a:pt x="6415" y="20698"/>
                      <a:pt x="7497" y="21106"/>
                      <a:pt x="8576" y="21520"/>
                    </a:cubicBezTo>
                    <a:cubicBezTo>
                      <a:pt x="8757" y="21589"/>
                      <a:pt x="8847" y="21563"/>
                      <a:pt x="8944" y="21383"/>
                    </a:cubicBezTo>
                    <a:cubicBezTo>
                      <a:pt x="9241" y="20834"/>
                      <a:pt x="9562" y="20299"/>
                      <a:pt x="9871" y="19757"/>
                    </a:cubicBezTo>
                    <a:cubicBezTo>
                      <a:pt x="9985" y="19558"/>
                      <a:pt x="10110" y="19452"/>
                      <a:pt x="10378" y="19481"/>
                    </a:cubicBezTo>
                    <a:cubicBezTo>
                      <a:pt x="10828" y="19528"/>
                      <a:pt x="11291" y="19534"/>
                      <a:pt x="11737" y="19445"/>
                    </a:cubicBezTo>
                    <a:cubicBezTo>
                      <a:pt x="12009" y="19391"/>
                      <a:pt x="12126" y="19505"/>
                      <a:pt x="12252" y="19698"/>
                    </a:cubicBezTo>
                    <a:cubicBezTo>
                      <a:pt x="12593" y="20221"/>
                      <a:pt x="12952" y="20733"/>
                      <a:pt x="13290" y="21259"/>
                    </a:cubicBezTo>
                    <a:cubicBezTo>
                      <a:pt x="13387" y="21411"/>
                      <a:pt x="13463" y="21432"/>
                      <a:pt x="13628" y="21356"/>
                    </a:cubicBezTo>
                    <a:cubicBezTo>
                      <a:pt x="14687" y="20866"/>
                      <a:pt x="15750" y="20382"/>
                      <a:pt x="16819" y="19912"/>
                    </a:cubicBezTo>
                    <a:cubicBezTo>
                      <a:pt x="17012" y="19827"/>
                      <a:pt x="17018" y="19738"/>
                      <a:pt x="16967" y="19560"/>
                    </a:cubicBezTo>
                    <a:cubicBezTo>
                      <a:pt x="16791" y="18948"/>
                      <a:pt x="16644" y="18329"/>
                      <a:pt x="16469" y="17716"/>
                    </a:cubicBezTo>
                    <a:cubicBezTo>
                      <a:pt x="16412" y="17519"/>
                      <a:pt x="16433" y="17386"/>
                      <a:pt x="16600" y="17250"/>
                    </a:cubicBezTo>
                    <a:cubicBezTo>
                      <a:pt x="16971" y="16946"/>
                      <a:pt x="17305" y="16598"/>
                      <a:pt x="17584" y="16209"/>
                    </a:cubicBezTo>
                    <a:cubicBezTo>
                      <a:pt x="17730" y="16006"/>
                      <a:pt x="17880" y="15980"/>
                      <a:pt x="18092" y="16024"/>
                    </a:cubicBezTo>
                    <a:cubicBezTo>
                      <a:pt x="18703" y="16151"/>
                      <a:pt x="19318" y="16260"/>
                      <a:pt x="19926" y="16398"/>
                    </a:cubicBezTo>
                    <a:cubicBezTo>
                      <a:pt x="20121" y="16442"/>
                      <a:pt x="20207" y="16404"/>
                      <a:pt x="20276" y="16218"/>
                    </a:cubicBezTo>
                    <a:cubicBezTo>
                      <a:pt x="20676" y="15133"/>
                      <a:pt x="21084" y="14050"/>
                      <a:pt x="21497" y="12970"/>
                    </a:cubicBezTo>
                    <a:cubicBezTo>
                      <a:pt x="21566" y="12790"/>
                      <a:pt x="21541" y="12697"/>
                      <a:pt x="21361" y="12600"/>
                    </a:cubicBezTo>
                    <a:cubicBezTo>
                      <a:pt x="20812" y="12303"/>
                      <a:pt x="20278" y="11982"/>
                      <a:pt x="19736" y="11674"/>
                    </a:cubicBezTo>
                    <a:cubicBezTo>
                      <a:pt x="19535" y="11559"/>
                      <a:pt x="19439" y="11431"/>
                      <a:pt x="19468" y="11163"/>
                    </a:cubicBezTo>
                    <a:cubicBezTo>
                      <a:pt x="19519" y="10701"/>
                      <a:pt x="19493" y="10230"/>
                      <a:pt x="19416" y="9768"/>
                    </a:cubicBezTo>
                    <a:cubicBezTo>
                      <a:pt x="19381" y="9559"/>
                      <a:pt x="19443" y="9442"/>
                      <a:pt x="19620" y="9328"/>
                    </a:cubicBezTo>
                    <a:cubicBezTo>
                      <a:pt x="20166" y="8978"/>
                      <a:pt x="20694" y="8603"/>
                      <a:pt x="21240" y="8252"/>
                    </a:cubicBezTo>
                    <a:cubicBezTo>
                      <a:pt x="21393" y="8154"/>
                      <a:pt x="21411" y="8075"/>
                      <a:pt x="21336" y="7912"/>
                    </a:cubicBezTo>
                    <a:cubicBezTo>
                      <a:pt x="20846" y="6851"/>
                      <a:pt x="20362" y="5788"/>
                      <a:pt x="19892" y="4718"/>
                    </a:cubicBezTo>
                    <a:cubicBezTo>
                      <a:pt x="19806" y="4523"/>
                      <a:pt x="19717" y="4523"/>
                      <a:pt x="19541" y="4574"/>
                    </a:cubicBezTo>
                    <a:cubicBezTo>
                      <a:pt x="18917" y="4751"/>
                      <a:pt x="18286" y="4905"/>
                      <a:pt x="17662" y="5080"/>
                    </a:cubicBezTo>
                    <a:cubicBezTo>
                      <a:pt x="17490" y="5129"/>
                      <a:pt x="17378" y="5103"/>
                      <a:pt x="17261" y="4959"/>
                    </a:cubicBezTo>
                    <a:cubicBezTo>
                      <a:pt x="16959" y="4585"/>
                      <a:pt x="16599" y="4263"/>
                      <a:pt x="16213" y="3983"/>
                    </a:cubicBezTo>
                    <a:cubicBezTo>
                      <a:pt x="16001" y="3828"/>
                      <a:pt x="15960" y="3672"/>
                      <a:pt x="16008" y="3442"/>
                    </a:cubicBezTo>
                    <a:cubicBezTo>
                      <a:pt x="16135" y="2831"/>
                      <a:pt x="16245" y="2217"/>
                      <a:pt x="16383" y="1609"/>
                    </a:cubicBezTo>
                    <a:cubicBezTo>
                      <a:pt x="16428" y="1413"/>
                      <a:pt x="16387" y="1327"/>
                      <a:pt x="16201" y="1258"/>
                    </a:cubicBezTo>
                    <a:cubicBezTo>
                      <a:pt x="15118" y="858"/>
                      <a:pt x="14036" y="450"/>
                      <a:pt x="12956" y="36"/>
                    </a:cubicBezTo>
                    <a:cubicBezTo>
                      <a:pt x="12911" y="19"/>
                      <a:pt x="12873" y="7"/>
                      <a:pt x="12837" y="2"/>
                    </a:cubicBezTo>
                    <a:close/>
                    <a:moveTo>
                      <a:pt x="10766" y="5818"/>
                    </a:moveTo>
                    <a:cubicBezTo>
                      <a:pt x="13503" y="5818"/>
                      <a:pt x="15722" y="8039"/>
                      <a:pt x="15722" y="10778"/>
                    </a:cubicBezTo>
                    <a:cubicBezTo>
                      <a:pt x="15722" y="13517"/>
                      <a:pt x="13503" y="15738"/>
                      <a:pt x="10766" y="15738"/>
                    </a:cubicBezTo>
                    <a:cubicBezTo>
                      <a:pt x="8030" y="15738"/>
                      <a:pt x="5810" y="13517"/>
                      <a:pt x="5810" y="10778"/>
                    </a:cubicBezTo>
                    <a:cubicBezTo>
                      <a:pt x="5810" y="8039"/>
                      <a:pt x="8030" y="5818"/>
                      <a:pt x="10766" y="581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11303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Graphik"/>
                    <a:ea typeface="Graphik"/>
                    <a:cs typeface="Graphik"/>
                    <a:sym typeface="Graphik"/>
                  </a:defRPr>
                </a:pPr>
                <a:endParaRPr/>
              </a:p>
            </p:txBody>
          </p:sp>
        </p:grpSp>
        <p:sp>
          <p:nvSpPr>
            <p:cNvPr id="350" name="Bulldozer"/>
            <p:cNvSpPr/>
            <p:nvPr/>
          </p:nvSpPr>
          <p:spPr>
            <a:xfrm>
              <a:off x="555513" y="5472251"/>
              <a:ext cx="1632090" cy="9050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14" y="0"/>
                  </a:moveTo>
                  <a:cubicBezTo>
                    <a:pt x="3754" y="0"/>
                    <a:pt x="3706" y="87"/>
                    <a:pt x="3706" y="195"/>
                  </a:cubicBezTo>
                  <a:lnTo>
                    <a:pt x="3706" y="1427"/>
                  </a:lnTo>
                  <a:cubicBezTo>
                    <a:pt x="3706" y="1535"/>
                    <a:pt x="3754" y="1622"/>
                    <a:pt x="3814" y="1622"/>
                  </a:cubicBezTo>
                  <a:lnTo>
                    <a:pt x="4013" y="1622"/>
                  </a:lnTo>
                  <a:cubicBezTo>
                    <a:pt x="4052" y="1622"/>
                    <a:pt x="4082" y="1690"/>
                    <a:pt x="4072" y="1759"/>
                  </a:cubicBezTo>
                  <a:lnTo>
                    <a:pt x="3422" y="6330"/>
                  </a:lnTo>
                  <a:cubicBezTo>
                    <a:pt x="3399" y="6493"/>
                    <a:pt x="3316" y="6607"/>
                    <a:pt x="3223" y="6607"/>
                  </a:cubicBezTo>
                  <a:lnTo>
                    <a:pt x="2720" y="6607"/>
                  </a:lnTo>
                  <a:cubicBezTo>
                    <a:pt x="2623" y="6607"/>
                    <a:pt x="2532" y="6684"/>
                    <a:pt x="2469" y="6817"/>
                  </a:cubicBezTo>
                  <a:lnTo>
                    <a:pt x="938" y="10051"/>
                  </a:lnTo>
                  <a:cubicBezTo>
                    <a:pt x="887" y="10159"/>
                    <a:pt x="859" y="10296"/>
                    <a:pt x="859" y="10438"/>
                  </a:cubicBezTo>
                  <a:lnTo>
                    <a:pt x="859" y="13064"/>
                  </a:lnTo>
                  <a:cubicBezTo>
                    <a:pt x="859" y="13171"/>
                    <a:pt x="810" y="13258"/>
                    <a:pt x="751" y="13259"/>
                  </a:cubicBezTo>
                  <a:lnTo>
                    <a:pt x="106" y="13265"/>
                  </a:lnTo>
                  <a:cubicBezTo>
                    <a:pt x="47" y="13266"/>
                    <a:pt x="0" y="13353"/>
                    <a:pt x="0" y="13460"/>
                  </a:cubicBezTo>
                  <a:lnTo>
                    <a:pt x="0" y="17470"/>
                  </a:lnTo>
                  <a:cubicBezTo>
                    <a:pt x="0" y="17528"/>
                    <a:pt x="14" y="17583"/>
                    <a:pt x="39" y="17620"/>
                  </a:cubicBezTo>
                  <a:lnTo>
                    <a:pt x="910" y="18922"/>
                  </a:lnTo>
                  <a:cubicBezTo>
                    <a:pt x="938" y="18965"/>
                    <a:pt x="980" y="18921"/>
                    <a:pt x="972" y="18855"/>
                  </a:cubicBezTo>
                  <a:cubicBezTo>
                    <a:pt x="932" y="18537"/>
                    <a:pt x="911" y="18205"/>
                    <a:pt x="910" y="17866"/>
                  </a:cubicBezTo>
                  <a:cubicBezTo>
                    <a:pt x="900" y="15309"/>
                    <a:pt x="2078" y="13250"/>
                    <a:pt x="3496" y="13250"/>
                  </a:cubicBezTo>
                  <a:lnTo>
                    <a:pt x="12769" y="13250"/>
                  </a:lnTo>
                  <a:cubicBezTo>
                    <a:pt x="13562" y="13250"/>
                    <a:pt x="14270" y="13910"/>
                    <a:pt x="14737" y="14939"/>
                  </a:cubicBezTo>
                  <a:cubicBezTo>
                    <a:pt x="14762" y="14995"/>
                    <a:pt x="14749" y="15080"/>
                    <a:pt x="14712" y="15106"/>
                  </a:cubicBezTo>
                  <a:lnTo>
                    <a:pt x="14421" y="15307"/>
                  </a:lnTo>
                  <a:cubicBezTo>
                    <a:pt x="14372" y="15341"/>
                    <a:pt x="14318" y="15318"/>
                    <a:pt x="14281" y="15249"/>
                  </a:cubicBezTo>
                  <a:cubicBezTo>
                    <a:pt x="13901" y="14526"/>
                    <a:pt x="13364" y="14074"/>
                    <a:pt x="12769" y="14074"/>
                  </a:cubicBezTo>
                  <a:lnTo>
                    <a:pt x="3491" y="14074"/>
                  </a:lnTo>
                  <a:cubicBezTo>
                    <a:pt x="2352" y="14074"/>
                    <a:pt x="1392" y="15690"/>
                    <a:pt x="1365" y="17744"/>
                  </a:cubicBezTo>
                  <a:cubicBezTo>
                    <a:pt x="1337" y="19861"/>
                    <a:pt x="2285" y="21600"/>
                    <a:pt x="3453" y="21600"/>
                  </a:cubicBezTo>
                  <a:lnTo>
                    <a:pt x="12769" y="21600"/>
                  </a:lnTo>
                  <a:cubicBezTo>
                    <a:pt x="13621" y="21600"/>
                    <a:pt x="14354" y="20676"/>
                    <a:pt x="14678" y="19354"/>
                  </a:cubicBezTo>
                  <a:cubicBezTo>
                    <a:pt x="14690" y="19307"/>
                    <a:pt x="14670" y="19251"/>
                    <a:pt x="14641" y="19251"/>
                  </a:cubicBezTo>
                  <a:lnTo>
                    <a:pt x="13999" y="19251"/>
                  </a:lnTo>
                  <a:cubicBezTo>
                    <a:pt x="13965" y="19251"/>
                    <a:pt x="13932" y="19283"/>
                    <a:pt x="13912" y="19333"/>
                  </a:cubicBezTo>
                  <a:cubicBezTo>
                    <a:pt x="13658" y="19949"/>
                    <a:pt x="13251" y="20349"/>
                    <a:pt x="12793" y="20349"/>
                  </a:cubicBezTo>
                  <a:cubicBezTo>
                    <a:pt x="12335" y="20349"/>
                    <a:pt x="11928" y="19949"/>
                    <a:pt x="11674" y="19333"/>
                  </a:cubicBezTo>
                  <a:cubicBezTo>
                    <a:pt x="11653" y="19283"/>
                    <a:pt x="11621" y="19251"/>
                    <a:pt x="11586" y="19251"/>
                  </a:cubicBezTo>
                  <a:lnTo>
                    <a:pt x="7329" y="19251"/>
                  </a:lnTo>
                  <a:cubicBezTo>
                    <a:pt x="6907" y="19251"/>
                    <a:pt x="6543" y="18669"/>
                    <a:pt x="6522" y="17909"/>
                  </a:cubicBezTo>
                  <a:cubicBezTo>
                    <a:pt x="6500" y="17096"/>
                    <a:pt x="6861" y="16421"/>
                    <a:pt x="7307" y="16421"/>
                  </a:cubicBezTo>
                  <a:lnTo>
                    <a:pt x="11591" y="16421"/>
                  </a:lnTo>
                  <a:cubicBezTo>
                    <a:pt x="11623" y="16421"/>
                    <a:pt x="11652" y="16393"/>
                    <a:pt x="11671" y="16348"/>
                  </a:cubicBezTo>
                  <a:cubicBezTo>
                    <a:pt x="11924" y="15727"/>
                    <a:pt x="12333" y="15325"/>
                    <a:pt x="12793" y="15325"/>
                  </a:cubicBezTo>
                  <a:cubicBezTo>
                    <a:pt x="13078" y="15325"/>
                    <a:pt x="13342" y="15478"/>
                    <a:pt x="13562" y="15742"/>
                  </a:cubicBezTo>
                  <a:cubicBezTo>
                    <a:pt x="13599" y="15785"/>
                    <a:pt x="13591" y="15884"/>
                    <a:pt x="13551" y="15912"/>
                  </a:cubicBezTo>
                  <a:lnTo>
                    <a:pt x="12214" y="16847"/>
                  </a:lnTo>
                  <a:cubicBezTo>
                    <a:pt x="12152" y="16890"/>
                    <a:pt x="12085" y="16911"/>
                    <a:pt x="12018" y="16911"/>
                  </a:cubicBezTo>
                  <a:lnTo>
                    <a:pt x="7324" y="16911"/>
                  </a:lnTo>
                  <a:cubicBezTo>
                    <a:pt x="7051" y="16911"/>
                    <a:pt x="6813" y="17283"/>
                    <a:pt x="6796" y="17775"/>
                  </a:cubicBezTo>
                  <a:cubicBezTo>
                    <a:pt x="6776" y="18314"/>
                    <a:pt x="7012" y="18761"/>
                    <a:pt x="7307" y="18761"/>
                  </a:cubicBezTo>
                  <a:lnTo>
                    <a:pt x="17850" y="18761"/>
                  </a:lnTo>
                  <a:cubicBezTo>
                    <a:pt x="17892" y="18761"/>
                    <a:pt x="17925" y="18823"/>
                    <a:pt x="17925" y="18898"/>
                  </a:cubicBezTo>
                  <a:lnTo>
                    <a:pt x="17925" y="20383"/>
                  </a:lnTo>
                  <a:cubicBezTo>
                    <a:pt x="17925" y="20479"/>
                    <a:pt x="17965" y="20560"/>
                    <a:pt x="18017" y="20574"/>
                  </a:cubicBezTo>
                  <a:lnTo>
                    <a:pt x="21529" y="21548"/>
                  </a:lnTo>
                  <a:cubicBezTo>
                    <a:pt x="21566" y="21559"/>
                    <a:pt x="21600" y="21507"/>
                    <a:pt x="21600" y="21439"/>
                  </a:cubicBezTo>
                  <a:lnTo>
                    <a:pt x="21600" y="20629"/>
                  </a:lnTo>
                  <a:cubicBezTo>
                    <a:pt x="21600" y="20545"/>
                    <a:pt x="21580" y="20465"/>
                    <a:pt x="21546" y="20407"/>
                  </a:cubicBezTo>
                  <a:lnTo>
                    <a:pt x="20392" y="18435"/>
                  </a:lnTo>
                  <a:cubicBezTo>
                    <a:pt x="20350" y="18364"/>
                    <a:pt x="20320" y="18271"/>
                    <a:pt x="20309" y="18170"/>
                  </a:cubicBezTo>
                  <a:lnTo>
                    <a:pt x="19354" y="9732"/>
                  </a:lnTo>
                  <a:cubicBezTo>
                    <a:pt x="19344" y="9641"/>
                    <a:pt x="19299" y="9577"/>
                    <a:pt x="19248" y="9577"/>
                  </a:cubicBezTo>
                  <a:lnTo>
                    <a:pt x="18908" y="9577"/>
                  </a:lnTo>
                  <a:cubicBezTo>
                    <a:pt x="18867" y="9577"/>
                    <a:pt x="18829" y="9620"/>
                    <a:pt x="18811" y="9686"/>
                  </a:cubicBezTo>
                  <a:lnTo>
                    <a:pt x="18254" y="11725"/>
                  </a:lnTo>
                  <a:cubicBezTo>
                    <a:pt x="18237" y="11784"/>
                    <a:pt x="18193" y="11799"/>
                    <a:pt x="18168" y="11752"/>
                  </a:cubicBezTo>
                  <a:lnTo>
                    <a:pt x="14124" y="4419"/>
                  </a:lnTo>
                  <a:cubicBezTo>
                    <a:pt x="14082" y="4342"/>
                    <a:pt x="14013" y="4343"/>
                    <a:pt x="13971" y="4419"/>
                  </a:cubicBezTo>
                  <a:lnTo>
                    <a:pt x="13640" y="5015"/>
                  </a:lnTo>
                  <a:cubicBezTo>
                    <a:pt x="13598" y="5091"/>
                    <a:pt x="13596" y="5213"/>
                    <a:pt x="13638" y="5289"/>
                  </a:cubicBezTo>
                  <a:lnTo>
                    <a:pt x="15100" y="7939"/>
                  </a:lnTo>
                  <a:cubicBezTo>
                    <a:pt x="15133" y="8000"/>
                    <a:pt x="15106" y="8104"/>
                    <a:pt x="15059" y="8092"/>
                  </a:cubicBezTo>
                  <a:lnTo>
                    <a:pt x="12153" y="7340"/>
                  </a:lnTo>
                  <a:cubicBezTo>
                    <a:pt x="12100" y="7326"/>
                    <a:pt x="12061" y="7242"/>
                    <a:pt x="12061" y="7145"/>
                  </a:cubicBezTo>
                  <a:lnTo>
                    <a:pt x="12061" y="1817"/>
                  </a:lnTo>
                  <a:cubicBezTo>
                    <a:pt x="12061" y="1709"/>
                    <a:pt x="12012" y="1622"/>
                    <a:pt x="11953" y="1622"/>
                  </a:cubicBezTo>
                  <a:lnTo>
                    <a:pt x="11507" y="1622"/>
                  </a:lnTo>
                  <a:cubicBezTo>
                    <a:pt x="11447" y="1622"/>
                    <a:pt x="11399" y="1709"/>
                    <a:pt x="11399" y="1817"/>
                  </a:cubicBezTo>
                  <a:lnTo>
                    <a:pt x="11399" y="6920"/>
                  </a:lnTo>
                  <a:cubicBezTo>
                    <a:pt x="11399" y="7039"/>
                    <a:pt x="11341" y="7129"/>
                    <a:pt x="11276" y="7112"/>
                  </a:cubicBezTo>
                  <a:lnTo>
                    <a:pt x="9438" y="6637"/>
                  </a:lnTo>
                  <a:cubicBezTo>
                    <a:pt x="9372" y="6620"/>
                    <a:pt x="9322" y="6517"/>
                    <a:pt x="9322" y="6397"/>
                  </a:cubicBezTo>
                  <a:lnTo>
                    <a:pt x="9322" y="1768"/>
                  </a:lnTo>
                  <a:cubicBezTo>
                    <a:pt x="9322" y="1687"/>
                    <a:pt x="9358" y="1622"/>
                    <a:pt x="9403" y="1622"/>
                  </a:cubicBezTo>
                  <a:lnTo>
                    <a:pt x="9634" y="1622"/>
                  </a:lnTo>
                  <a:cubicBezTo>
                    <a:pt x="9704" y="1622"/>
                    <a:pt x="9757" y="1504"/>
                    <a:pt x="9740" y="1382"/>
                  </a:cubicBezTo>
                  <a:lnTo>
                    <a:pt x="9573" y="149"/>
                  </a:lnTo>
                  <a:cubicBezTo>
                    <a:pt x="9561" y="62"/>
                    <a:pt x="9518" y="0"/>
                    <a:pt x="9469" y="0"/>
                  </a:cubicBezTo>
                  <a:lnTo>
                    <a:pt x="3814" y="0"/>
                  </a:lnTo>
                  <a:close/>
                  <a:moveTo>
                    <a:pt x="6792" y="1622"/>
                  </a:moveTo>
                  <a:lnTo>
                    <a:pt x="8483" y="1622"/>
                  </a:lnTo>
                  <a:cubicBezTo>
                    <a:pt x="8618" y="1622"/>
                    <a:pt x="8728" y="1820"/>
                    <a:pt x="8728" y="2063"/>
                  </a:cubicBezTo>
                  <a:lnTo>
                    <a:pt x="8728" y="6126"/>
                  </a:lnTo>
                  <a:cubicBezTo>
                    <a:pt x="8728" y="6444"/>
                    <a:pt x="8702" y="6761"/>
                    <a:pt x="8652" y="7066"/>
                  </a:cubicBezTo>
                  <a:lnTo>
                    <a:pt x="8233" y="9592"/>
                  </a:lnTo>
                  <a:cubicBezTo>
                    <a:pt x="8202" y="9780"/>
                    <a:pt x="8106" y="9907"/>
                    <a:pt x="7997" y="9905"/>
                  </a:cubicBezTo>
                  <a:lnTo>
                    <a:pt x="6789" y="9890"/>
                  </a:lnTo>
                  <a:cubicBezTo>
                    <a:pt x="6655" y="9888"/>
                    <a:pt x="6548" y="9691"/>
                    <a:pt x="6547" y="9449"/>
                  </a:cubicBezTo>
                  <a:lnTo>
                    <a:pt x="6547" y="2063"/>
                  </a:lnTo>
                  <a:cubicBezTo>
                    <a:pt x="6547" y="1820"/>
                    <a:pt x="6657" y="1622"/>
                    <a:pt x="6792" y="1622"/>
                  </a:cubicBezTo>
                  <a:close/>
                  <a:moveTo>
                    <a:pt x="4906" y="1631"/>
                  </a:moveTo>
                  <a:lnTo>
                    <a:pt x="5699" y="1640"/>
                  </a:lnTo>
                  <a:cubicBezTo>
                    <a:pt x="5833" y="1642"/>
                    <a:pt x="5940" y="1840"/>
                    <a:pt x="5940" y="2081"/>
                  </a:cubicBezTo>
                  <a:lnTo>
                    <a:pt x="5940" y="6165"/>
                  </a:lnTo>
                  <a:cubicBezTo>
                    <a:pt x="5940" y="6409"/>
                    <a:pt x="5830" y="6607"/>
                    <a:pt x="5695" y="6607"/>
                  </a:cubicBezTo>
                  <a:lnTo>
                    <a:pt x="4320" y="6607"/>
                  </a:lnTo>
                  <a:cubicBezTo>
                    <a:pt x="4160" y="6607"/>
                    <a:pt x="4044" y="6334"/>
                    <a:pt x="4084" y="6056"/>
                  </a:cubicBezTo>
                  <a:lnTo>
                    <a:pt x="4668" y="1960"/>
                  </a:lnTo>
                  <a:cubicBezTo>
                    <a:pt x="4696" y="1764"/>
                    <a:pt x="4793" y="1629"/>
                    <a:pt x="4906" y="1631"/>
                  </a:cubicBezTo>
                  <a:close/>
                  <a:moveTo>
                    <a:pt x="16305" y="10197"/>
                  </a:moveTo>
                  <a:cubicBezTo>
                    <a:pt x="16321" y="10185"/>
                    <a:pt x="16340" y="10189"/>
                    <a:pt x="16355" y="10216"/>
                  </a:cubicBezTo>
                  <a:lnTo>
                    <a:pt x="17783" y="12802"/>
                  </a:lnTo>
                  <a:cubicBezTo>
                    <a:pt x="17813" y="12857"/>
                    <a:pt x="17802" y="12951"/>
                    <a:pt x="17763" y="12979"/>
                  </a:cubicBezTo>
                  <a:lnTo>
                    <a:pt x="16355" y="13959"/>
                  </a:lnTo>
                  <a:cubicBezTo>
                    <a:pt x="16316" y="13986"/>
                    <a:pt x="16276" y="13933"/>
                    <a:pt x="16276" y="13858"/>
                  </a:cubicBezTo>
                  <a:lnTo>
                    <a:pt x="16276" y="10274"/>
                  </a:lnTo>
                  <a:cubicBezTo>
                    <a:pt x="16276" y="10236"/>
                    <a:pt x="16288" y="10210"/>
                    <a:pt x="16305" y="10197"/>
                  </a:cubicBezTo>
                  <a:close/>
                  <a:moveTo>
                    <a:pt x="17823" y="14257"/>
                  </a:moveTo>
                  <a:cubicBezTo>
                    <a:pt x="17873" y="14223"/>
                    <a:pt x="17925" y="14290"/>
                    <a:pt x="17925" y="14385"/>
                  </a:cubicBezTo>
                  <a:lnTo>
                    <a:pt x="17925" y="16777"/>
                  </a:lnTo>
                  <a:cubicBezTo>
                    <a:pt x="17925" y="16851"/>
                    <a:pt x="17892" y="16911"/>
                    <a:pt x="17850" y="16911"/>
                  </a:cubicBezTo>
                  <a:lnTo>
                    <a:pt x="14187" y="16911"/>
                  </a:lnTo>
                  <a:cubicBezTo>
                    <a:pt x="14152" y="16911"/>
                    <a:pt x="14142" y="16824"/>
                    <a:pt x="14175" y="16801"/>
                  </a:cubicBezTo>
                  <a:lnTo>
                    <a:pt x="15078" y="16171"/>
                  </a:lnTo>
                  <a:cubicBezTo>
                    <a:pt x="15107" y="16151"/>
                    <a:pt x="15140" y="16179"/>
                    <a:pt x="15150" y="16232"/>
                  </a:cubicBezTo>
                  <a:lnTo>
                    <a:pt x="15169" y="16323"/>
                  </a:lnTo>
                  <a:cubicBezTo>
                    <a:pt x="15181" y="16382"/>
                    <a:pt x="15210" y="16421"/>
                    <a:pt x="15245" y="16421"/>
                  </a:cubicBezTo>
                  <a:lnTo>
                    <a:pt x="16185" y="16421"/>
                  </a:lnTo>
                  <a:cubicBezTo>
                    <a:pt x="16235" y="16421"/>
                    <a:pt x="16276" y="16347"/>
                    <a:pt x="16276" y="16256"/>
                  </a:cubicBezTo>
                  <a:lnTo>
                    <a:pt x="16276" y="15450"/>
                  </a:lnTo>
                  <a:cubicBezTo>
                    <a:pt x="16276" y="15382"/>
                    <a:pt x="16298" y="15322"/>
                    <a:pt x="16333" y="15298"/>
                  </a:cubicBezTo>
                  <a:lnTo>
                    <a:pt x="17823" y="14257"/>
                  </a:lnTo>
                  <a:close/>
                  <a:moveTo>
                    <a:pt x="3453" y="15325"/>
                  </a:moveTo>
                  <a:cubicBezTo>
                    <a:pt x="4222" y="15325"/>
                    <a:pt x="4845" y="16448"/>
                    <a:pt x="4845" y="17836"/>
                  </a:cubicBezTo>
                  <a:cubicBezTo>
                    <a:pt x="4845" y="19223"/>
                    <a:pt x="4222" y="20349"/>
                    <a:pt x="3453" y="20349"/>
                  </a:cubicBezTo>
                  <a:cubicBezTo>
                    <a:pt x="2683" y="20349"/>
                    <a:pt x="2059" y="19223"/>
                    <a:pt x="2059" y="17836"/>
                  </a:cubicBezTo>
                  <a:cubicBezTo>
                    <a:pt x="2059" y="16448"/>
                    <a:pt x="2683" y="15325"/>
                    <a:pt x="3453" y="15325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51" name="Dozer working"/>
            <p:cNvSpPr txBox="1"/>
            <p:nvPr/>
          </p:nvSpPr>
          <p:spPr>
            <a:xfrm>
              <a:off x="2788040" y="5244506"/>
              <a:ext cx="2219374" cy="1304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3300">
                  <a:solidFill>
                    <a:schemeClr val="accent5"/>
                  </a:solidFill>
                  <a:latin typeface="Canela Text Bold"/>
                  <a:ea typeface="Canela Text Bold"/>
                  <a:cs typeface="Canela Text Bold"/>
                  <a:sym typeface="Canela Text Bold"/>
                </a:defRPr>
              </a:lvl1pPr>
            </a:lstStyle>
            <a:p>
              <a:r>
                <a:t>Dozer working</a:t>
              </a:r>
            </a:p>
          </p:txBody>
        </p:sp>
        <p:sp>
          <p:nvSpPr>
            <p:cNvPr id="352" name="Tick"/>
            <p:cNvSpPr/>
            <p:nvPr/>
          </p:nvSpPr>
          <p:spPr>
            <a:xfrm>
              <a:off x="1469814" y="5003599"/>
              <a:ext cx="747156" cy="573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6" h="21585" extrusionOk="0">
                  <a:moveTo>
                    <a:pt x="19124" y="0"/>
                  </a:moveTo>
                  <a:cubicBezTo>
                    <a:pt x="19093" y="0"/>
                    <a:pt x="19062" y="15"/>
                    <a:pt x="19038" y="46"/>
                  </a:cubicBezTo>
                  <a:lnTo>
                    <a:pt x="7550" y="15019"/>
                  </a:lnTo>
                  <a:cubicBezTo>
                    <a:pt x="7502" y="15081"/>
                    <a:pt x="7426" y="15081"/>
                    <a:pt x="7379" y="15019"/>
                  </a:cubicBezTo>
                  <a:lnTo>
                    <a:pt x="2536" y="8708"/>
                  </a:lnTo>
                  <a:cubicBezTo>
                    <a:pt x="2489" y="8646"/>
                    <a:pt x="2413" y="8646"/>
                    <a:pt x="2365" y="8708"/>
                  </a:cubicBezTo>
                  <a:lnTo>
                    <a:pt x="35" y="11744"/>
                  </a:lnTo>
                  <a:cubicBezTo>
                    <a:pt x="-12" y="11806"/>
                    <a:pt x="-12" y="11907"/>
                    <a:pt x="35" y="11969"/>
                  </a:cubicBezTo>
                  <a:lnTo>
                    <a:pt x="4963" y="18390"/>
                  </a:lnTo>
                  <a:lnTo>
                    <a:pt x="6654" y="20594"/>
                  </a:lnTo>
                  <a:lnTo>
                    <a:pt x="7379" y="21538"/>
                  </a:lnTo>
                  <a:cubicBezTo>
                    <a:pt x="7426" y="21600"/>
                    <a:pt x="7502" y="21600"/>
                    <a:pt x="7550" y="21538"/>
                  </a:cubicBezTo>
                  <a:lnTo>
                    <a:pt x="21541" y="3307"/>
                  </a:lnTo>
                  <a:cubicBezTo>
                    <a:pt x="21588" y="3245"/>
                    <a:pt x="21588" y="3146"/>
                    <a:pt x="21541" y="3085"/>
                  </a:cubicBezTo>
                  <a:lnTo>
                    <a:pt x="19211" y="48"/>
                  </a:lnTo>
                  <a:cubicBezTo>
                    <a:pt x="19186" y="17"/>
                    <a:pt x="19156" y="0"/>
                    <a:pt x="19124" y="0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53" name="Line"/>
            <p:cNvSpPr/>
            <p:nvPr/>
          </p:nvSpPr>
          <p:spPr>
            <a:xfrm flipH="1">
              <a:off x="1213275" y="6598576"/>
              <a:ext cx="1" cy="1592277"/>
            </a:xfrm>
            <a:prstGeom prst="line">
              <a:avLst/>
            </a:prstGeom>
            <a:noFill/>
            <a:ln w="1143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Inventory management tools"/>
          <p:cNvSpPr txBox="1">
            <a:spLocks noGrp="1"/>
          </p:cNvSpPr>
          <p:nvPr>
            <p:ph type="title" idx="4294967295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z="12800" spc="0"/>
            </a:lvl1pPr>
          </a:lstStyle>
          <a:p>
            <a:r>
              <a:t>Inventory management tools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roup"/>
          <p:cNvGrpSpPr/>
          <p:nvPr/>
        </p:nvGrpSpPr>
        <p:grpSpPr>
          <a:xfrm>
            <a:off x="1533365" y="3510693"/>
            <a:ext cx="5318146" cy="5338561"/>
            <a:chOff x="-1390715" y="-1122282"/>
            <a:chExt cx="5318145" cy="5338560"/>
          </a:xfrm>
        </p:grpSpPr>
        <p:grpSp>
          <p:nvGrpSpPr>
            <p:cNvPr id="362" name="Group"/>
            <p:cNvGrpSpPr/>
            <p:nvPr/>
          </p:nvGrpSpPr>
          <p:grpSpPr>
            <a:xfrm>
              <a:off x="-1390716" y="-1122283"/>
              <a:ext cx="5318146" cy="4291649"/>
              <a:chOff x="0" y="0"/>
              <a:chExt cx="5318145" cy="4291648"/>
            </a:xfrm>
          </p:grpSpPr>
          <p:sp>
            <p:nvSpPr>
              <p:cNvPr id="358" name="Computer"/>
              <p:cNvSpPr/>
              <p:nvPr/>
            </p:nvSpPr>
            <p:spPr>
              <a:xfrm>
                <a:off x="0" y="0"/>
                <a:ext cx="5318146" cy="42916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5" h="21600" extrusionOk="0">
                    <a:moveTo>
                      <a:pt x="464" y="0"/>
                    </a:moveTo>
                    <a:cubicBezTo>
                      <a:pt x="210" y="0"/>
                      <a:pt x="0" y="261"/>
                      <a:pt x="0" y="575"/>
                    </a:cubicBezTo>
                    <a:lnTo>
                      <a:pt x="0" y="17777"/>
                    </a:lnTo>
                    <a:cubicBezTo>
                      <a:pt x="0" y="18091"/>
                      <a:pt x="210" y="18354"/>
                      <a:pt x="464" y="18354"/>
                    </a:cubicBezTo>
                    <a:lnTo>
                      <a:pt x="9148" y="18354"/>
                    </a:lnTo>
                    <a:lnTo>
                      <a:pt x="9116" y="18513"/>
                    </a:lnTo>
                    <a:lnTo>
                      <a:pt x="8753" y="20763"/>
                    </a:lnTo>
                    <a:lnTo>
                      <a:pt x="7690" y="20763"/>
                    </a:lnTo>
                    <a:lnTo>
                      <a:pt x="7690" y="21600"/>
                    </a:lnTo>
                    <a:lnTo>
                      <a:pt x="10486" y="21600"/>
                    </a:lnTo>
                    <a:lnTo>
                      <a:pt x="11107" y="21600"/>
                    </a:lnTo>
                    <a:lnTo>
                      <a:pt x="13905" y="21600"/>
                    </a:lnTo>
                    <a:lnTo>
                      <a:pt x="13905" y="20763"/>
                    </a:lnTo>
                    <a:lnTo>
                      <a:pt x="12842" y="20763"/>
                    </a:lnTo>
                    <a:lnTo>
                      <a:pt x="12479" y="18513"/>
                    </a:lnTo>
                    <a:lnTo>
                      <a:pt x="12452" y="18354"/>
                    </a:lnTo>
                    <a:lnTo>
                      <a:pt x="21131" y="18354"/>
                    </a:lnTo>
                    <a:cubicBezTo>
                      <a:pt x="21384" y="18354"/>
                      <a:pt x="21595" y="18091"/>
                      <a:pt x="21595" y="17777"/>
                    </a:cubicBezTo>
                    <a:lnTo>
                      <a:pt x="21595" y="575"/>
                    </a:lnTo>
                    <a:cubicBezTo>
                      <a:pt x="21600" y="261"/>
                      <a:pt x="21389" y="0"/>
                      <a:pt x="21136" y="0"/>
                    </a:cubicBezTo>
                    <a:lnTo>
                      <a:pt x="464" y="0"/>
                    </a:lnTo>
                    <a:close/>
                    <a:moveTo>
                      <a:pt x="10800" y="542"/>
                    </a:moveTo>
                    <a:cubicBezTo>
                      <a:pt x="10913" y="542"/>
                      <a:pt x="11006" y="650"/>
                      <a:pt x="11006" y="797"/>
                    </a:cubicBezTo>
                    <a:cubicBezTo>
                      <a:pt x="11006" y="937"/>
                      <a:pt x="10913" y="1052"/>
                      <a:pt x="10800" y="1052"/>
                    </a:cubicBezTo>
                    <a:cubicBezTo>
                      <a:pt x="10686" y="1052"/>
                      <a:pt x="10594" y="937"/>
                      <a:pt x="10594" y="797"/>
                    </a:cubicBezTo>
                    <a:cubicBezTo>
                      <a:pt x="10594" y="656"/>
                      <a:pt x="10686" y="542"/>
                      <a:pt x="10800" y="542"/>
                    </a:cubicBezTo>
                    <a:close/>
                    <a:moveTo>
                      <a:pt x="1242" y="1734"/>
                    </a:moveTo>
                    <a:lnTo>
                      <a:pt x="20358" y="1734"/>
                    </a:lnTo>
                    <a:lnTo>
                      <a:pt x="20358" y="15233"/>
                    </a:lnTo>
                    <a:lnTo>
                      <a:pt x="1242" y="15233"/>
                    </a:lnTo>
                    <a:lnTo>
                      <a:pt x="1242" y="1734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11303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Graphik"/>
                    <a:ea typeface="Graphik"/>
                    <a:cs typeface="Graphik"/>
                    <a:sym typeface="Graphik"/>
                  </a:defRPr>
                </a:pPr>
                <a:endParaRPr/>
              </a:p>
            </p:txBody>
          </p:sp>
          <p:sp>
            <p:nvSpPr>
              <p:cNvPr id="359" name="Bell Curve"/>
              <p:cNvSpPr/>
              <p:nvPr/>
            </p:nvSpPr>
            <p:spPr>
              <a:xfrm>
                <a:off x="523859" y="1036678"/>
                <a:ext cx="1721990" cy="17174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" y="0"/>
                    </a:moveTo>
                    <a:cubicBezTo>
                      <a:pt x="87" y="0"/>
                      <a:pt x="0" y="87"/>
                      <a:pt x="0" y="194"/>
                    </a:cubicBezTo>
                    <a:lnTo>
                      <a:pt x="0" y="21404"/>
                    </a:lnTo>
                    <a:cubicBezTo>
                      <a:pt x="0" y="21511"/>
                      <a:pt x="87" y="21600"/>
                      <a:pt x="194" y="21600"/>
                    </a:cubicBezTo>
                    <a:lnTo>
                      <a:pt x="21406" y="21600"/>
                    </a:lnTo>
                    <a:cubicBezTo>
                      <a:pt x="21513" y="21600"/>
                      <a:pt x="21600" y="21511"/>
                      <a:pt x="21600" y="21404"/>
                    </a:cubicBezTo>
                    <a:lnTo>
                      <a:pt x="21600" y="20822"/>
                    </a:lnTo>
                    <a:cubicBezTo>
                      <a:pt x="21600" y="20715"/>
                      <a:pt x="21513" y="20628"/>
                      <a:pt x="21406" y="20628"/>
                    </a:cubicBezTo>
                    <a:lnTo>
                      <a:pt x="12165" y="20628"/>
                    </a:lnTo>
                    <a:lnTo>
                      <a:pt x="12165" y="19779"/>
                    </a:lnTo>
                    <a:lnTo>
                      <a:pt x="11626" y="19779"/>
                    </a:lnTo>
                    <a:lnTo>
                      <a:pt x="11626" y="20628"/>
                    </a:lnTo>
                    <a:lnTo>
                      <a:pt x="1163" y="20628"/>
                    </a:lnTo>
                    <a:cubicBezTo>
                      <a:pt x="1057" y="20628"/>
                      <a:pt x="970" y="20539"/>
                      <a:pt x="970" y="20432"/>
                    </a:cubicBezTo>
                    <a:lnTo>
                      <a:pt x="970" y="194"/>
                    </a:lnTo>
                    <a:cubicBezTo>
                      <a:pt x="970" y="87"/>
                      <a:pt x="883" y="0"/>
                      <a:pt x="776" y="0"/>
                    </a:cubicBezTo>
                    <a:lnTo>
                      <a:pt x="194" y="0"/>
                    </a:lnTo>
                    <a:close/>
                    <a:moveTo>
                      <a:pt x="11876" y="5159"/>
                    </a:moveTo>
                    <a:cubicBezTo>
                      <a:pt x="10741" y="5159"/>
                      <a:pt x="10243" y="6260"/>
                      <a:pt x="10080" y="6621"/>
                    </a:cubicBezTo>
                    <a:cubicBezTo>
                      <a:pt x="9717" y="7423"/>
                      <a:pt x="9465" y="8488"/>
                      <a:pt x="9172" y="9720"/>
                    </a:cubicBezTo>
                    <a:cubicBezTo>
                      <a:pt x="8905" y="10847"/>
                      <a:pt x="8601" y="12125"/>
                      <a:pt x="8166" y="13338"/>
                    </a:cubicBezTo>
                    <a:cubicBezTo>
                      <a:pt x="7432" y="15385"/>
                      <a:pt x="6483" y="16961"/>
                      <a:pt x="5344" y="18024"/>
                    </a:cubicBezTo>
                    <a:cubicBezTo>
                      <a:pt x="4185" y="19106"/>
                      <a:pt x="2822" y="19654"/>
                      <a:pt x="1293" y="19654"/>
                    </a:cubicBezTo>
                    <a:lnTo>
                      <a:pt x="1293" y="20410"/>
                    </a:lnTo>
                    <a:cubicBezTo>
                      <a:pt x="4654" y="20410"/>
                      <a:pt x="7277" y="18053"/>
                      <a:pt x="8876" y="13593"/>
                    </a:cubicBezTo>
                    <a:cubicBezTo>
                      <a:pt x="9325" y="12340"/>
                      <a:pt x="9634" y="11040"/>
                      <a:pt x="9906" y="9894"/>
                    </a:cubicBezTo>
                    <a:cubicBezTo>
                      <a:pt x="10433" y="7671"/>
                      <a:pt x="10849" y="5916"/>
                      <a:pt x="11876" y="5916"/>
                    </a:cubicBezTo>
                    <a:cubicBezTo>
                      <a:pt x="12815" y="5916"/>
                      <a:pt x="13161" y="7265"/>
                      <a:pt x="13648" y="9467"/>
                    </a:cubicBezTo>
                    <a:cubicBezTo>
                      <a:pt x="13935" y="10763"/>
                      <a:pt x="14259" y="12232"/>
                      <a:pt x="14842" y="13651"/>
                    </a:cubicBezTo>
                    <a:cubicBezTo>
                      <a:pt x="16579" y="17884"/>
                      <a:pt x="19106" y="20410"/>
                      <a:pt x="21600" y="20410"/>
                    </a:cubicBezTo>
                    <a:lnTo>
                      <a:pt x="21600" y="19654"/>
                    </a:lnTo>
                    <a:cubicBezTo>
                      <a:pt x="20557" y="19654"/>
                      <a:pt x="19457" y="19095"/>
                      <a:pt x="18417" y="18035"/>
                    </a:cubicBezTo>
                    <a:cubicBezTo>
                      <a:pt x="17339" y="16937"/>
                      <a:pt x="16343" y="15322"/>
                      <a:pt x="15538" y="13362"/>
                    </a:cubicBezTo>
                    <a:cubicBezTo>
                      <a:pt x="14981" y="12004"/>
                      <a:pt x="14664" y="10569"/>
                      <a:pt x="14384" y="9303"/>
                    </a:cubicBezTo>
                    <a:cubicBezTo>
                      <a:pt x="14136" y="8183"/>
                      <a:pt x="13923" y="7216"/>
                      <a:pt x="13593" y="6489"/>
                    </a:cubicBezTo>
                    <a:cubicBezTo>
                      <a:pt x="13186" y="5595"/>
                      <a:pt x="12624" y="5159"/>
                      <a:pt x="11876" y="5159"/>
                    </a:cubicBezTo>
                    <a:close/>
                    <a:moveTo>
                      <a:pt x="11626" y="6692"/>
                    </a:moveTo>
                    <a:lnTo>
                      <a:pt x="11626" y="7703"/>
                    </a:lnTo>
                    <a:lnTo>
                      <a:pt x="12165" y="7703"/>
                    </a:lnTo>
                    <a:lnTo>
                      <a:pt x="12165" y="6692"/>
                    </a:lnTo>
                    <a:lnTo>
                      <a:pt x="11626" y="6692"/>
                    </a:lnTo>
                    <a:close/>
                    <a:moveTo>
                      <a:pt x="11596" y="8905"/>
                    </a:moveTo>
                    <a:lnTo>
                      <a:pt x="11596" y="9916"/>
                    </a:lnTo>
                    <a:lnTo>
                      <a:pt x="12135" y="9916"/>
                    </a:lnTo>
                    <a:lnTo>
                      <a:pt x="12135" y="8905"/>
                    </a:lnTo>
                    <a:lnTo>
                      <a:pt x="11596" y="8905"/>
                    </a:lnTo>
                    <a:close/>
                    <a:moveTo>
                      <a:pt x="11626" y="11293"/>
                    </a:moveTo>
                    <a:lnTo>
                      <a:pt x="11626" y="12305"/>
                    </a:lnTo>
                    <a:lnTo>
                      <a:pt x="12165" y="12305"/>
                    </a:lnTo>
                    <a:lnTo>
                      <a:pt x="12165" y="11293"/>
                    </a:lnTo>
                    <a:lnTo>
                      <a:pt x="11626" y="11293"/>
                    </a:lnTo>
                    <a:close/>
                    <a:moveTo>
                      <a:pt x="11596" y="13316"/>
                    </a:moveTo>
                    <a:lnTo>
                      <a:pt x="11596" y="14327"/>
                    </a:lnTo>
                    <a:lnTo>
                      <a:pt x="12135" y="14327"/>
                    </a:lnTo>
                    <a:lnTo>
                      <a:pt x="12135" y="13316"/>
                    </a:lnTo>
                    <a:lnTo>
                      <a:pt x="11596" y="13316"/>
                    </a:lnTo>
                    <a:close/>
                    <a:moveTo>
                      <a:pt x="11626" y="15435"/>
                    </a:moveTo>
                    <a:lnTo>
                      <a:pt x="11626" y="16446"/>
                    </a:lnTo>
                    <a:lnTo>
                      <a:pt x="12165" y="16446"/>
                    </a:lnTo>
                    <a:lnTo>
                      <a:pt x="12165" y="15435"/>
                    </a:lnTo>
                    <a:lnTo>
                      <a:pt x="11626" y="15435"/>
                    </a:lnTo>
                    <a:close/>
                    <a:moveTo>
                      <a:pt x="11596" y="17590"/>
                    </a:moveTo>
                    <a:lnTo>
                      <a:pt x="11596" y="18601"/>
                    </a:lnTo>
                    <a:lnTo>
                      <a:pt x="12135" y="18601"/>
                    </a:lnTo>
                    <a:lnTo>
                      <a:pt x="12135" y="17590"/>
                    </a:lnTo>
                    <a:lnTo>
                      <a:pt x="11596" y="1759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11303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Graphik"/>
                    <a:ea typeface="Graphik"/>
                    <a:cs typeface="Graphik"/>
                    <a:sym typeface="Graphik"/>
                  </a:defRPr>
                </a:pPr>
                <a:endParaRPr/>
              </a:p>
            </p:txBody>
          </p:sp>
          <p:sp>
            <p:nvSpPr>
              <p:cNvPr id="360" name="Fraction Pie"/>
              <p:cNvSpPr/>
              <p:nvPr/>
            </p:nvSpPr>
            <p:spPr>
              <a:xfrm>
                <a:off x="3632068" y="597164"/>
                <a:ext cx="1088490" cy="10881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7" extrusionOk="0">
                    <a:moveTo>
                      <a:pt x="10409" y="0"/>
                    </a:moveTo>
                    <a:cubicBezTo>
                      <a:pt x="4626" y="206"/>
                      <a:pt x="0" y="4959"/>
                      <a:pt x="0" y="10794"/>
                    </a:cubicBezTo>
                    <a:cubicBezTo>
                      <a:pt x="0" y="12623"/>
                      <a:pt x="455" y="14345"/>
                      <a:pt x="1256" y="15855"/>
                    </a:cubicBezTo>
                    <a:cubicBezTo>
                      <a:pt x="1298" y="15933"/>
                      <a:pt x="1396" y="15960"/>
                      <a:pt x="1473" y="15916"/>
                    </a:cubicBezTo>
                    <a:lnTo>
                      <a:pt x="10431" y="10744"/>
                    </a:lnTo>
                    <a:cubicBezTo>
                      <a:pt x="10518" y="10694"/>
                      <a:pt x="10570" y="10600"/>
                      <a:pt x="10570" y="10499"/>
                    </a:cubicBezTo>
                    <a:lnTo>
                      <a:pt x="10570" y="158"/>
                    </a:lnTo>
                    <a:cubicBezTo>
                      <a:pt x="10570" y="69"/>
                      <a:pt x="10498" y="-2"/>
                      <a:pt x="10409" y="0"/>
                    </a:cubicBezTo>
                    <a:close/>
                    <a:moveTo>
                      <a:pt x="11191" y="0"/>
                    </a:moveTo>
                    <a:cubicBezTo>
                      <a:pt x="11102" y="-3"/>
                      <a:pt x="11028" y="69"/>
                      <a:pt x="11028" y="158"/>
                    </a:cubicBezTo>
                    <a:lnTo>
                      <a:pt x="11028" y="10499"/>
                    </a:lnTo>
                    <a:cubicBezTo>
                      <a:pt x="11028" y="10600"/>
                      <a:pt x="11082" y="10694"/>
                      <a:pt x="11169" y="10744"/>
                    </a:cubicBezTo>
                    <a:lnTo>
                      <a:pt x="20127" y="15916"/>
                    </a:lnTo>
                    <a:cubicBezTo>
                      <a:pt x="20204" y="15960"/>
                      <a:pt x="20302" y="15933"/>
                      <a:pt x="20344" y="15855"/>
                    </a:cubicBezTo>
                    <a:cubicBezTo>
                      <a:pt x="21145" y="14345"/>
                      <a:pt x="21600" y="12623"/>
                      <a:pt x="21600" y="10794"/>
                    </a:cubicBezTo>
                    <a:cubicBezTo>
                      <a:pt x="21600" y="4959"/>
                      <a:pt x="16974" y="206"/>
                      <a:pt x="11191" y="0"/>
                    </a:cubicBezTo>
                    <a:close/>
                    <a:moveTo>
                      <a:pt x="10799" y="11102"/>
                    </a:moveTo>
                    <a:cubicBezTo>
                      <a:pt x="10750" y="11102"/>
                      <a:pt x="10703" y="11116"/>
                      <a:pt x="10660" y="11141"/>
                    </a:cubicBezTo>
                    <a:lnTo>
                      <a:pt x="1702" y="16313"/>
                    </a:lnTo>
                    <a:cubicBezTo>
                      <a:pt x="1625" y="16357"/>
                      <a:pt x="1600" y="16456"/>
                      <a:pt x="1648" y="16531"/>
                    </a:cubicBezTo>
                    <a:cubicBezTo>
                      <a:pt x="3558" y="19574"/>
                      <a:pt x="6942" y="21597"/>
                      <a:pt x="10799" y="21597"/>
                    </a:cubicBezTo>
                    <a:cubicBezTo>
                      <a:pt x="14656" y="21597"/>
                      <a:pt x="18042" y="19574"/>
                      <a:pt x="19952" y="16531"/>
                    </a:cubicBezTo>
                    <a:cubicBezTo>
                      <a:pt x="19999" y="16456"/>
                      <a:pt x="19975" y="16357"/>
                      <a:pt x="19898" y="16313"/>
                    </a:cubicBezTo>
                    <a:lnTo>
                      <a:pt x="10940" y="11141"/>
                    </a:lnTo>
                    <a:cubicBezTo>
                      <a:pt x="10897" y="11116"/>
                      <a:pt x="10848" y="11102"/>
                      <a:pt x="10799" y="111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11303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Graphik"/>
                    <a:ea typeface="Graphik"/>
                    <a:cs typeface="Graphik"/>
                    <a:sym typeface="Graphik"/>
                  </a:defRPr>
                </a:pPr>
                <a:endParaRPr/>
              </a:p>
            </p:txBody>
          </p:sp>
          <p:sp>
            <p:nvSpPr>
              <p:cNvPr id="361" name="Bar Chart"/>
              <p:cNvSpPr/>
              <p:nvPr/>
            </p:nvSpPr>
            <p:spPr>
              <a:xfrm>
                <a:off x="3500900" y="1472201"/>
                <a:ext cx="1350825" cy="13472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" y="0"/>
                    </a:moveTo>
                    <a:cubicBezTo>
                      <a:pt x="87" y="0"/>
                      <a:pt x="0" y="87"/>
                      <a:pt x="0" y="194"/>
                    </a:cubicBezTo>
                    <a:lnTo>
                      <a:pt x="0" y="21404"/>
                    </a:lnTo>
                    <a:cubicBezTo>
                      <a:pt x="0" y="21511"/>
                      <a:pt x="87" y="21600"/>
                      <a:pt x="194" y="21600"/>
                    </a:cubicBezTo>
                    <a:lnTo>
                      <a:pt x="21406" y="21600"/>
                    </a:lnTo>
                    <a:cubicBezTo>
                      <a:pt x="21513" y="21600"/>
                      <a:pt x="21600" y="21511"/>
                      <a:pt x="21600" y="21404"/>
                    </a:cubicBezTo>
                    <a:lnTo>
                      <a:pt x="21600" y="20822"/>
                    </a:lnTo>
                    <a:cubicBezTo>
                      <a:pt x="21600" y="20715"/>
                      <a:pt x="21513" y="20628"/>
                      <a:pt x="21406" y="20628"/>
                    </a:cubicBezTo>
                    <a:lnTo>
                      <a:pt x="1163" y="20628"/>
                    </a:lnTo>
                    <a:cubicBezTo>
                      <a:pt x="1056" y="20628"/>
                      <a:pt x="970" y="20539"/>
                      <a:pt x="970" y="20432"/>
                    </a:cubicBezTo>
                    <a:lnTo>
                      <a:pt x="970" y="194"/>
                    </a:lnTo>
                    <a:cubicBezTo>
                      <a:pt x="970" y="87"/>
                      <a:pt x="883" y="0"/>
                      <a:pt x="776" y="0"/>
                    </a:cubicBezTo>
                    <a:lnTo>
                      <a:pt x="194" y="0"/>
                    </a:lnTo>
                    <a:close/>
                    <a:moveTo>
                      <a:pt x="16860" y="3004"/>
                    </a:moveTo>
                    <a:lnTo>
                      <a:pt x="16860" y="19065"/>
                    </a:lnTo>
                    <a:lnTo>
                      <a:pt x="19553" y="19065"/>
                    </a:lnTo>
                    <a:lnTo>
                      <a:pt x="19553" y="3004"/>
                    </a:lnTo>
                    <a:lnTo>
                      <a:pt x="16860" y="3004"/>
                    </a:lnTo>
                    <a:close/>
                    <a:moveTo>
                      <a:pt x="7272" y="6922"/>
                    </a:moveTo>
                    <a:lnTo>
                      <a:pt x="7272" y="19065"/>
                    </a:lnTo>
                    <a:lnTo>
                      <a:pt x="9965" y="19065"/>
                    </a:lnTo>
                    <a:lnTo>
                      <a:pt x="9965" y="6922"/>
                    </a:lnTo>
                    <a:lnTo>
                      <a:pt x="7272" y="6922"/>
                    </a:lnTo>
                    <a:close/>
                    <a:moveTo>
                      <a:pt x="12066" y="10127"/>
                    </a:moveTo>
                    <a:lnTo>
                      <a:pt x="12066" y="19065"/>
                    </a:lnTo>
                    <a:lnTo>
                      <a:pt x="14759" y="19065"/>
                    </a:lnTo>
                    <a:lnTo>
                      <a:pt x="14759" y="10127"/>
                    </a:lnTo>
                    <a:lnTo>
                      <a:pt x="12066" y="10127"/>
                    </a:lnTo>
                    <a:close/>
                    <a:moveTo>
                      <a:pt x="2478" y="15151"/>
                    </a:moveTo>
                    <a:lnTo>
                      <a:pt x="2478" y="19065"/>
                    </a:lnTo>
                    <a:lnTo>
                      <a:pt x="5171" y="19065"/>
                    </a:lnTo>
                    <a:lnTo>
                      <a:pt x="5171" y="15151"/>
                    </a:lnTo>
                    <a:lnTo>
                      <a:pt x="2478" y="1515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11303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Graphik"/>
                    <a:ea typeface="Graphik"/>
                    <a:cs typeface="Graphik"/>
                    <a:sym typeface="Graphik"/>
                  </a:defRPr>
                </a:pPr>
                <a:endParaRPr/>
              </a:p>
            </p:txBody>
          </p:sp>
        </p:grpSp>
        <p:sp>
          <p:nvSpPr>
            <p:cNvPr id="363" name="Dashboard"/>
            <p:cNvSpPr txBox="1"/>
            <p:nvPr/>
          </p:nvSpPr>
          <p:spPr>
            <a:xfrm>
              <a:off x="-306495" y="3282065"/>
              <a:ext cx="3149703" cy="9342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Canela Text Bold"/>
                  <a:ea typeface="Canela Text Bold"/>
                  <a:cs typeface="Canela Text Bold"/>
                  <a:sym typeface="Canela Text Bold"/>
                </a:defRPr>
              </a:lvl1pPr>
            </a:lstStyle>
            <a:p>
              <a:r>
                <a:t>Dashboard</a:t>
              </a:r>
            </a:p>
          </p:txBody>
        </p:sp>
      </p:grpSp>
      <p:grpSp>
        <p:nvGrpSpPr>
          <p:cNvPr id="379" name="Group"/>
          <p:cNvGrpSpPr/>
          <p:nvPr/>
        </p:nvGrpSpPr>
        <p:grpSpPr>
          <a:xfrm>
            <a:off x="11553954" y="3604455"/>
            <a:ext cx="11354620" cy="5151037"/>
            <a:chOff x="0" y="0"/>
            <a:chExt cx="11354618" cy="5151036"/>
          </a:xfrm>
        </p:grpSpPr>
        <p:sp>
          <p:nvSpPr>
            <p:cNvPr id="365" name="Text Document"/>
            <p:cNvSpPr/>
            <p:nvPr/>
          </p:nvSpPr>
          <p:spPr>
            <a:xfrm>
              <a:off x="0" y="0"/>
              <a:ext cx="3046689" cy="3945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7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66" name="Document"/>
            <p:cNvSpPr/>
            <p:nvPr/>
          </p:nvSpPr>
          <p:spPr>
            <a:xfrm>
              <a:off x="4153965" y="0"/>
              <a:ext cx="3046689" cy="3945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0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7"/>
                    <a:pt x="15018" y="8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67" name="Bar Chart"/>
            <p:cNvSpPr/>
            <p:nvPr/>
          </p:nvSpPr>
          <p:spPr>
            <a:xfrm>
              <a:off x="4391687" y="351326"/>
              <a:ext cx="997580" cy="994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" y="0"/>
                  </a:moveTo>
                  <a:cubicBezTo>
                    <a:pt x="87" y="0"/>
                    <a:pt x="0" y="87"/>
                    <a:pt x="0" y="194"/>
                  </a:cubicBezTo>
                  <a:lnTo>
                    <a:pt x="0" y="21404"/>
                  </a:lnTo>
                  <a:cubicBezTo>
                    <a:pt x="0" y="21511"/>
                    <a:pt x="87" y="21600"/>
                    <a:pt x="194" y="21600"/>
                  </a:cubicBezTo>
                  <a:lnTo>
                    <a:pt x="21406" y="21600"/>
                  </a:lnTo>
                  <a:cubicBezTo>
                    <a:pt x="21513" y="21600"/>
                    <a:pt x="21600" y="21511"/>
                    <a:pt x="21600" y="21404"/>
                  </a:cubicBezTo>
                  <a:lnTo>
                    <a:pt x="21600" y="20822"/>
                  </a:lnTo>
                  <a:cubicBezTo>
                    <a:pt x="21600" y="20715"/>
                    <a:pt x="21513" y="20628"/>
                    <a:pt x="21406" y="20628"/>
                  </a:cubicBezTo>
                  <a:lnTo>
                    <a:pt x="1163" y="20628"/>
                  </a:lnTo>
                  <a:cubicBezTo>
                    <a:pt x="1057" y="20628"/>
                    <a:pt x="970" y="20539"/>
                    <a:pt x="970" y="20432"/>
                  </a:cubicBezTo>
                  <a:lnTo>
                    <a:pt x="970" y="194"/>
                  </a:lnTo>
                  <a:cubicBezTo>
                    <a:pt x="970" y="87"/>
                    <a:pt x="883" y="0"/>
                    <a:pt x="776" y="0"/>
                  </a:cubicBezTo>
                  <a:lnTo>
                    <a:pt x="194" y="0"/>
                  </a:lnTo>
                  <a:close/>
                  <a:moveTo>
                    <a:pt x="16860" y="3004"/>
                  </a:moveTo>
                  <a:lnTo>
                    <a:pt x="16860" y="19065"/>
                  </a:lnTo>
                  <a:lnTo>
                    <a:pt x="19553" y="19065"/>
                  </a:lnTo>
                  <a:lnTo>
                    <a:pt x="19553" y="3004"/>
                  </a:lnTo>
                  <a:lnTo>
                    <a:pt x="16860" y="3004"/>
                  </a:lnTo>
                  <a:close/>
                  <a:moveTo>
                    <a:pt x="7272" y="6922"/>
                  </a:moveTo>
                  <a:lnTo>
                    <a:pt x="7272" y="19065"/>
                  </a:lnTo>
                  <a:lnTo>
                    <a:pt x="9965" y="19065"/>
                  </a:lnTo>
                  <a:lnTo>
                    <a:pt x="9965" y="6922"/>
                  </a:lnTo>
                  <a:lnTo>
                    <a:pt x="7272" y="6922"/>
                  </a:lnTo>
                  <a:close/>
                  <a:moveTo>
                    <a:pt x="12066" y="10127"/>
                  </a:moveTo>
                  <a:lnTo>
                    <a:pt x="12066" y="19065"/>
                  </a:lnTo>
                  <a:lnTo>
                    <a:pt x="14759" y="19065"/>
                  </a:lnTo>
                  <a:lnTo>
                    <a:pt x="14759" y="10127"/>
                  </a:lnTo>
                  <a:lnTo>
                    <a:pt x="12066" y="10127"/>
                  </a:lnTo>
                  <a:close/>
                  <a:moveTo>
                    <a:pt x="2478" y="15151"/>
                  </a:moveTo>
                  <a:lnTo>
                    <a:pt x="2478" y="19065"/>
                  </a:lnTo>
                  <a:lnTo>
                    <a:pt x="5171" y="19065"/>
                  </a:lnTo>
                  <a:lnTo>
                    <a:pt x="5171" y="15151"/>
                  </a:lnTo>
                  <a:lnTo>
                    <a:pt x="2478" y="15151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68" name="Chart Document"/>
            <p:cNvSpPr/>
            <p:nvPr/>
          </p:nvSpPr>
          <p:spPr>
            <a:xfrm>
              <a:off x="8307930" y="190651"/>
              <a:ext cx="3046690" cy="39454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600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3" y="21600"/>
                    <a:pt x="21599" y="21528"/>
                    <a:pt x="21599" y="21438"/>
                  </a:cubicBezTo>
                  <a:lnTo>
                    <a:pt x="21599" y="5895"/>
                  </a:lnTo>
                  <a:cubicBezTo>
                    <a:pt x="21600" y="5863"/>
                    <a:pt x="21565" y="5837"/>
                    <a:pt x="21524" y="5837"/>
                  </a:cubicBezTo>
                  <a:lnTo>
                    <a:pt x="14256" y="5837"/>
                  </a:lnTo>
                  <a:cubicBezTo>
                    <a:pt x="14139" y="5837"/>
                    <a:pt x="14043" y="5765"/>
                    <a:pt x="14043" y="5674"/>
                  </a:cubicBezTo>
                  <a:lnTo>
                    <a:pt x="14043" y="58"/>
                  </a:lnTo>
                  <a:cubicBezTo>
                    <a:pt x="14043" y="26"/>
                    <a:pt x="14009" y="0"/>
                    <a:pt x="13968" y="0"/>
                  </a:cubicBezTo>
                  <a:lnTo>
                    <a:pt x="213" y="0"/>
                  </a:lnTo>
                  <a:close/>
                  <a:moveTo>
                    <a:pt x="15017" y="86"/>
                  </a:moveTo>
                  <a:cubicBezTo>
                    <a:pt x="14991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7" y="5120"/>
                    <a:pt x="15184" y="5120"/>
                  </a:cubicBezTo>
                  <a:lnTo>
                    <a:pt x="21418" y="5120"/>
                  </a:lnTo>
                  <a:cubicBezTo>
                    <a:pt x="21485" y="5120"/>
                    <a:pt x="21518" y="5058"/>
                    <a:pt x="21471" y="5021"/>
                  </a:cubicBezTo>
                  <a:lnTo>
                    <a:pt x="15100" y="99"/>
                  </a:lnTo>
                  <a:cubicBezTo>
                    <a:pt x="15076" y="81"/>
                    <a:pt x="15044" y="78"/>
                    <a:pt x="15017" y="86"/>
                  </a:cubicBezTo>
                  <a:close/>
                  <a:moveTo>
                    <a:pt x="9656" y="7345"/>
                  </a:moveTo>
                  <a:lnTo>
                    <a:pt x="11938" y="7345"/>
                  </a:lnTo>
                  <a:cubicBezTo>
                    <a:pt x="11983" y="7345"/>
                    <a:pt x="12018" y="7374"/>
                    <a:pt x="12018" y="7408"/>
                  </a:cubicBezTo>
                  <a:lnTo>
                    <a:pt x="12018" y="15086"/>
                  </a:lnTo>
                  <a:cubicBezTo>
                    <a:pt x="12018" y="15120"/>
                    <a:pt x="11983" y="15149"/>
                    <a:pt x="11938" y="15149"/>
                  </a:cubicBezTo>
                  <a:lnTo>
                    <a:pt x="9656" y="15149"/>
                  </a:lnTo>
                  <a:cubicBezTo>
                    <a:pt x="9611" y="15149"/>
                    <a:pt x="9574" y="15120"/>
                    <a:pt x="9574" y="15086"/>
                  </a:cubicBezTo>
                  <a:lnTo>
                    <a:pt x="9574" y="7408"/>
                  </a:lnTo>
                  <a:cubicBezTo>
                    <a:pt x="9574" y="7374"/>
                    <a:pt x="9611" y="7345"/>
                    <a:pt x="9656" y="7345"/>
                  </a:cubicBezTo>
                  <a:close/>
                  <a:moveTo>
                    <a:pt x="13164" y="9590"/>
                  </a:moveTo>
                  <a:lnTo>
                    <a:pt x="15445" y="9590"/>
                  </a:lnTo>
                  <a:cubicBezTo>
                    <a:pt x="15490" y="9590"/>
                    <a:pt x="15527" y="9617"/>
                    <a:pt x="15527" y="9652"/>
                  </a:cubicBezTo>
                  <a:lnTo>
                    <a:pt x="15527" y="15088"/>
                  </a:lnTo>
                  <a:cubicBezTo>
                    <a:pt x="15527" y="15122"/>
                    <a:pt x="15490" y="15149"/>
                    <a:pt x="15445" y="15149"/>
                  </a:cubicBezTo>
                  <a:lnTo>
                    <a:pt x="13164" y="15149"/>
                  </a:lnTo>
                  <a:cubicBezTo>
                    <a:pt x="13119" y="15149"/>
                    <a:pt x="13084" y="15122"/>
                    <a:pt x="13084" y="15088"/>
                  </a:cubicBezTo>
                  <a:lnTo>
                    <a:pt x="13084" y="9652"/>
                  </a:lnTo>
                  <a:cubicBezTo>
                    <a:pt x="13084" y="9617"/>
                    <a:pt x="13119" y="9590"/>
                    <a:pt x="13164" y="9590"/>
                  </a:cubicBezTo>
                  <a:close/>
                  <a:moveTo>
                    <a:pt x="6147" y="11440"/>
                  </a:moveTo>
                  <a:lnTo>
                    <a:pt x="8428" y="11440"/>
                  </a:lnTo>
                  <a:cubicBezTo>
                    <a:pt x="8473" y="11440"/>
                    <a:pt x="8511" y="11467"/>
                    <a:pt x="8511" y="11502"/>
                  </a:cubicBezTo>
                  <a:lnTo>
                    <a:pt x="8511" y="15086"/>
                  </a:lnTo>
                  <a:cubicBezTo>
                    <a:pt x="8511" y="15120"/>
                    <a:pt x="8473" y="15149"/>
                    <a:pt x="8428" y="15149"/>
                  </a:cubicBezTo>
                  <a:lnTo>
                    <a:pt x="6147" y="15149"/>
                  </a:lnTo>
                  <a:cubicBezTo>
                    <a:pt x="6102" y="15149"/>
                    <a:pt x="6067" y="15120"/>
                    <a:pt x="6067" y="15086"/>
                  </a:cubicBezTo>
                  <a:lnTo>
                    <a:pt x="6067" y="11502"/>
                  </a:lnTo>
                  <a:cubicBezTo>
                    <a:pt x="6067" y="11467"/>
                    <a:pt x="6102" y="11440"/>
                    <a:pt x="6147" y="11440"/>
                  </a:cubicBezTo>
                  <a:close/>
                  <a:moveTo>
                    <a:pt x="3933" y="15866"/>
                  </a:moveTo>
                  <a:lnTo>
                    <a:pt x="17662" y="15866"/>
                  </a:lnTo>
                  <a:cubicBezTo>
                    <a:pt x="17707" y="15866"/>
                    <a:pt x="17742" y="15895"/>
                    <a:pt x="17742" y="15929"/>
                  </a:cubicBezTo>
                  <a:lnTo>
                    <a:pt x="17746" y="16878"/>
                  </a:lnTo>
                  <a:cubicBezTo>
                    <a:pt x="17746" y="16913"/>
                    <a:pt x="17709" y="16941"/>
                    <a:pt x="17664" y="16941"/>
                  </a:cubicBezTo>
                  <a:lnTo>
                    <a:pt x="3935" y="16941"/>
                  </a:lnTo>
                  <a:cubicBezTo>
                    <a:pt x="3890" y="16941"/>
                    <a:pt x="3853" y="16912"/>
                    <a:pt x="3853" y="16878"/>
                  </a:cubicBezTo>
                  <a:lnTo>
                    <a:pt x="3850" y="15929"/>
                  </a:lnTo>
                  <a:cubicBezTo>
                    <a:pt x="3850" y="15895"/>
                    <a:pt x="3888" y="15866"/>
                    <a:pt x="3933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69" name="Bell Curve"/>
            <p:cNvSpPr/>
            <p:nvPr/>
          </p:nvSpPr>
          <p:spPr>
            <a:xfrm>
              <a:off x="4391687" y="2669869"/>
              <a:ext cx="997580" cy="994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" y="0"/>
                  </a:moveTo>
                  <a:cubicBezTo>
                    <a:pt x="87" y="0"/>
                    <a:pt x="0" y="87"/>
                    <a:pt x="0" y="194"/>
                  </a:cubicBezTo>
                  <a:lnTo>
                    <a:pt x="0" y="21404"/>
                  </a:lnTo>
                  <a:cubicBezTo>
                    <a:pt x="0" y="21511"/>
                    <a:pt x="87" y="21600"/>
                    <a:pt x="194" y="21600"/>
                  </a:cubicBezTo>
                  <a:lnTo>
                    <a:pt x="21406" y="21600"/>
                  </a:lnTo>
                  <a:cubicBezTo>
                    <a:pt x="21513" y="21600"/>
                    <a:pt x="21600" y="21511"/>
                    <a:pt x="21600" y="21404"/>
                  </a:cubicBezTo>
                  <a:lnTo>
                    <a:pt x="21600" y="20822"/>
                  </a:lnTo>
                  <a:cubicBezTo>
                    <a:pt x="21600" y="20715"/>
                    <a:pt x="21513" y="20628"/>
                    <a:pt x="21406" y="20628"/>
                  </a:cubicBezTo>
                  <a:lnTo>
                    <a:pt x="12165" y="20628"/>
                  </a:lnTo>
                  <a:lnTo>
                    <a:pt x="12165" y="19779"/>
                  </a:lnTo>
                  <a:lnTo>
                    <a:pt x="11626" y="19779"/>
                  </a:lnTo>
                  <a:lnTo>
                    <a:pt x="11626" y="20628"/>
                  </a:lnTo>
                  <a:lnTo>
                    <a:pt x="1163" y="20628"/>
                  </a:lnTo>
                  <a:cubicBezTo>
                    <a:pt x="1057" y="20628"/>
                    <a:pt x="970" y="20539"/>
                    <a:pt x="970" y="20432"/>
                  </a:cubicBezTo>
                  <a:lnTo>
                    <a:pt x="970" y="194"/>
                  </a:lnTo>
                  <a:cubicBezTo>
                    <a:pt x="970" y="87"/>
                    <a:pt x="883" y="0"/>
                    <a:pt x="776" y="0"/>
                  </a:cubicBezTo>
                  <a:lnTo>
                    <a:pt x="194" y="0"/>
                  </a:lnTo>
                  <a:close/>
                  <a:moveTo>
                    <a:pt x="11876" y="5159"/>
                  </a:moveTo>
                  <a:cubicBezTo>
                    <a:pt x="10741" y="5159"/>
                    <a:pt x="10243" y="6260"/>
                    <a:pt x="10080" y="6621"/>
                  </a:cubicBezTo>
                  <a:cubicBezTo>
                    <a:pt x="9717" y="7423"/>
                    <a:pt x="9465" y="8488"/>
                    <a:pt x="9172" y="9720"/>
                  </a:cubicBezTo>
                  <a:cubicBezTo>
                    <a:pt x="8905" y="10847"/>
                    <a:pt x="8601" y="12125"/>
                    <a:pt x="8166" y="13338"/>
                  </a:cubicBezTo>
                  <a:cubicBezTo>
                    <a:pt x="7432" y="15385"/>
                    <a:pt x="6483" y="16961"/>
                    <a:pt x="5344" y="18024"/>
                  </a:cubicBezTo>
                  <a:cubicBezTo>
                    <a:pt x="4185" y="19106"/>
                    <a:pt x="2822" y="19654"/>
                    <a:pt x="1293" y="19654"/>
                  </a:cubicBezTo>
                  <a:lnTo>
                    <a:pt x="1293" y="20410"/>
                  </a:lnTo>
                  <a:cubicBezTo>
                    <a:pt x="4654" y="20410"/>
                    <a:pt x="7277" y="18053"/>
                    <a:pt x="8876" y="13593"/>
                  </a:cubicBezTo>
                  <a:cubicBezTo>
                    <a:pt x="9325" y="12340"/>
                    <a:pt x="9634" y="11040"/>
                    <a:pt x="9906" y="9894"/>
                  </a:cubicBezTo>
                  <a:cubicBezTo>
                    <a:pt x="10433" y="7671"/>
                    <a:pt x="10849" y="5916"/>
                    <a:pt x="11876" y="5916"/>
                  </a:cubicBezTo>
                  <a:cubicBezTo>
                    <a:pt x="12815" y="5916"/>
                    <a:pt x="13161" y="7265"/>
                    <a:pt x="13648" y="9467"/>
                  </a:cubicBezTo>
                  <a:cubicBezTo>
                    <a:pt x="13935" y="10763"/>
                    <a:pt x="14259" y="12232"/>
                    <a:pt x="14842" y="13651"/>
                  </a:cubicBezTo>
                  <a:cubicBezTo>
                    <a:pt x="16579" y="17884"/>
                    <a:pt x="19106" y="20410"/>
                    <a:pt x="21600" y="20410"/>
                  </a:cubicBezTo>
                  <a:lnTo>
                    <a:pt x="21600" y="19654"/>
                  </a:lnTo>
                  <a:cubicBezTo>
                    <a:pt x="20557" y="19654"/>
                    <a:pt x="19457" y="19095"/>
                    <a:pt x="18417" y="18035"/>
                  </a:cubicBezTo>
                  <a:cubicBezTo>
                    <a:pt x="17339" y="16937"/>
                    <a:pt x="16343" y="15322"/>
                    <a:pt x="15538" y="13362"/>
                  </a:cubicBezTo>
                  <a:cubicBezTo>
                    <a:pt x="14981" y="12004"/>
                    <a:pt x="14664" y="10569"/>
                    <a:pt x="14384" y="9303"/>
                  </a:cubicBezTo>
                  <a:cubicBezTo>
                    <a:pt x="14136" y="8183"/>
                    <a:pt x="13923" y="7216"/>
                    <a:pt x="13593" y="6489"/>
                  </a:cubicBezTo>
                  <a:cubicBezTo>
                    <a:pt x="13186" y="5595"/>
                    <a:pt x="12624" y="5159"/>
                    <a:pt x="11876" y="5159"/>
                  </a:cubicBezTo>
                  <a:close/>
                  <a:moveTo>
                    <a:pt x="11626" y="6692"/>
                  </a:moveTo>
                  <a:lnTo>
                    <a:pt x="11626" y="7703"/>
                  </a:lnTo>
                  <a:lnTo>
                    <a:pt x="12165" y="7703"/>
                  </a:lnTo>
                  <a:lnTo>
                    <a:pt x="12165" y="6692"/>
                  </a:lnTo>
                  <a:lnTo>
                    <a:pt x="11626" y="6692"/>
                  </a:lnTo>
                  <a:close/>
                  <a:moveTo>
                    <a:pt x="11596" y="8905"/>
                  </a:moveTo>
                  <a:lnTo>
                    <a:pt x="11596" y="9916"/>
                  </a:lnTo>
                  <a:lnTo>
                    <a:pt x="12135" y="9916"/>
                  </a:lnTo>
                  <a:lnTo>
                    <a:pt x="12135" y="8905"/>
                  </a:lnTo>
                  <a:lnTo>
                    <a:pt x="11596" y="8905"/>
                  </a:lnTo>
                  <a:close/>
                  <a:moveTo>
                    <a:pt x="11626" y="11293"/>
                  </a:moveTo>
                  <a:lnTo>
                    <a:pt x="11626" y="12305"/>
                  </a:lnTo>
                  <a:lnTo>
                    <a:pt x="12165" y="12305"/>
                  </a:lnTo>
                  <a:lnTo>
                    <a:pt x="12165" y="11293"/>
                  </a:lnTo>
                  <a:lnTo>
                    <a:pt x="11626" y="11293"/>
                  </a:lnTo>
                  <a:close/>
                  <a:moveTo>
                    <a:pt x="11596" y="13316"/>
                  </a:moveTo>
                  <a:lnTo>
                    <a:pt x="11596" y="14327"/>
                  </a:lnTo>
                  <a:lnTo>
                    <a:pt x="12135" y="14327"/>
                  </a:lnTo>
                  <a:lnTo>
                    <a:pt x="12135" y="13316"/>
                  </a:lnTo>
                  <a:lnTo>
                    <a:pt x="11596" y="13316"/>
                  </a:lnTo>
                  <a:close/>
                  <a:moveTo>
                    <a:pt x="11626" y="15435"/>
                  </a:moveTo>
                  <a:lnTo>
                    <a:pt x="11626" y="16446"/>
                  </a:lnTo>
                  <a:lnTo>
                    <a:pt x="12165" y="16446"/>
                  </a:lnTo>
                  <a:lnTo>
                    <a:pt x="12165" y="15435"/>
                  </a:lnTo>
                  <a:lnTo>
                    <a:pt x="11626" y="15435"/>
                  </a:lnTo>
                  <a:close/>
                  <a:moveTo>
                    <a:pt x="11596" y="17590"/>
                  </a:moveTo>
                  <a:lnTo>
                    <a:pt x="11596" y="18601"/>
                  </a:lnTo>
                  <a:lnTo>
                    <a:pt x="12135" y="18601"/>
                  </a:lnTo>
                  <a:lnTo>
                    <a:pt x="12135" y="17590"/>
                  </a:lnTo>
                  <a:lnTo>
                    <a:pt x="11596" y="1759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sp>
          <p:nvSpPr>
            <p:cNvPr id="370" name="Line Graph"/>
            <p:cNvSpPr/>
            <p:nvPr/>
          </p:nvSpPr>
          <p:spPr>
            <a:xfrm>
              <a:off x="5928970" y="2669869"/>
              <a:ext cx="997579" cy="994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" y="0"/>
                  </a:moveTo>
                  <a:cubicBezTo>
                    <a:pt x="87" y="0"/>
                    <a:pt x="0" y="87"/>
                    <a:pt x="0" y="194"/>
                  </a:cubicBezTo>
                  <a:lnTo>
                    <a:pt x="0" y="21404"/>
                  </a:lnTo>
                  <a:cubicBezTo>
                    <a:pt x="0" y="21511"/>
                    <a:pt x="87" y="21600"/>
                    <a:pt x="194" y="21600"/>
                  </a:cubicBezTo>
                  <a:lnTo>
                    <a:pt x="21406" y="21600"/>
                  </a:lnTo>
                  <a:cubicBezTo>
                    <a:pt x="21513" y="21600"/>
                    <a:pt x="21600" y="21511"/>
                    <a:pt x="21600" y="21404"/>
                  </a:cubicBezTo>
                  <a:lnTo>
                    <a:pt x="21600" y="20822"/>
                  </a:lnTo>
                  <a:cubicBezTo>
                    <a:pt x="21600" y="20715"/>
                    <a:pt x="21513" y="20628"/>
                    <a:pt x="21406" y="20628"/>
                  </a:cubicBezTo>
                  <a:lnTo>
                    <a:pt x="1163" y="20628"/>
                  </a:lnTo>
                  <a:cubicBezTo>
                    <a:pt x="1057" y="20628"/>
                    <a:pt x="970" y="20539"/>
                    <a:pt x="970" y="20432"/>
                  </a:cubicBezTo>
                  <a:lnTo>
                    <a:pt x="970" y="194"/>
                  </a:lnTo>
                  <a:cubicBezTo>
                    <a:pt x="970" y="87"/>
                    <a:pt x="883" y="0"/>
                    <a:pt x="776" y="0"/>
                  </a:cubicBezTo>
                  <a:lnTo>
                    <a:pt x="194" y="0"/>
                  </a:lnTo>
                  <a:close/>
                  <a:moveTo>
                    <a:pt x="19991" y="7364"/>
                  </a:moveTo>
                  <a:lnTo>
                    <a:pt x="17165" y="8228"/>
                  </a:lnTo>
                  <a:lnTo>
                    <a:pt x="17811" y="8832"/>
                  </a:lnTo>
                  <a:lnTo>
                    <a:pt x="13288" y="13689"/>
                  </a:lnTo>
                  <a:lnTo>
                    <a:pt x="10021" y="10341"/>
                  </a:lnTo>
                  <a:lnTo>
                    <a:pt x="2932" y="17951"/>
                  </a:lnTo>
                  <a:lnTo>
                    <a:pt x="3799" y="18763"/>
                  </a:lnTo>
                  <a:lnTo>
                    <a:pt x="10041" y="12061"/>
                  </a:lnTo>
                  <a:lnTo>
                    <a:pt x="13327" y="15430"/>
                  </a:lnTo>
                  <a:lnTo>
                    <a:pt x="13766" y="14916"/>
                  </a:lnTo>
                  <a:lnTo>
                    <a:pt x="18678" y="9644"/>
                  </a:lnTo>
                  <a:lnTo>
                    <a:pt x="19324" y="10250"/>
                  </a:lnTo>
                  <a:lnTo>
                    <a:pt x="19991" y="7364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/>
            </a:p>
          </p:txBody>
        </p:sp>
        <p:grpSp>
          <p:nvGrpSpPr>
            <p:cNvPr id="377" name="Group"/>
            <p:cNvGrpSpPr/>
            <p:nvPr/>
          </p:nvGrpSpPr>
          <p:grpSpPr>
            <a:xfrm>
              <a:off x="4319636" y="1454791"/>
              <a:ext cx="2715348" cy="1073975"/>
              <a:chOff x="0" y="0"/>
              <a:chExt cx="2715346" cy="1073974"/>
            </a:xfrm>
          </p:grpSpPr>
          <p:sp>
            <p:nvSpPr>
              <p:cNvPr id="371" name="Line"/>
              <p:cNvSpPr/>
              <p:nvPr/>
            </p:nvSpPr>
            <p:spPr>
              <a:xfrm>
                <a:off x="70482" y="146611"/>
                <a:ext cx="2574385" cy="1"/>
              </a:xfrm>
              <a:prstGeom prst="line">
                <a:avLst/>
              </a:prstGeom>
              <a:noFill/>
              <a:ln w="63500" cap="flat">
                <a:solidFill>
                  <a:schemeClr val="accent3">
                    <a:hueOff val="571091"/>
                    <a:satOff val="15926"/>
                    <a:lumOff val="22314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372" name="Line"/>
              <p:cNvSpPr/>
              <p:nvPr/>
            </p:nvSpPr>
            <p:spPr>
              <a:xfrm>
                <a:off x="70482" y="341799"/>
                <a:ext cx="2574385" cy="1"/>
              </a:xfrm>
              <a:prstGeom prst="line">
                <a:avLst/>
              </a:prstGeom>
              <a:noFill/>
              <a:ln w="63500" cap="flat">
                <a:solidFill>
                  <a:schemeClr val="accent3">
                    <a:hueOff val="571091"/>
                    <a:satOff val="15926"/>
                    <a:lumOff val="22314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373" name="Line"/>
              <p:cNvSpPr/>
              <p:nvPr/>
            </p:nvSpPr>
            <p:spPr>
              <a:xfrm>
                <a:off x="70482" y="536987"/>
                <a:ext cx="2574385" cy="1"/>
              </a:xfrm>
              <a:prstGeom prst="line">
                <a:avLst/>
              </a:prstGeom>
              <a:noFill/>
              <a:ln w="63500" cap="flat">
                <a:solidFill>
                  <a:schemeClr val="accent3">
                    <a:hueOff val="571091"/>
                    <a:satOff val="15926"/>
                    <a:lumOff val="22314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374" name="Line"/>
              <p:cNvSpPr/>
              <p:nvPr/>
            </p:nvSpPr>
            <p:spPr>
              <a:xfrm>
                <a:off x="70482" y="740319"/>
                <a:ext cx="2574385" cy="1"/>
              </a:xfrm>
              <a:prstGeom prst="line">
                <a:avLst/>
              </a:prstGeom>
              <a:noFill/>
              <a:ln w="63500" cap="flat">
                <a:solidFill>
                  <a:schemeClr val="accent3">
                    <a:hueOff val="571091"/>
                    <a:satOff val="15926"/>
                    <a:lumOff val="22314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375" name="Line"/>
              <p:cNvSpPr/>
              <p:nvPr/>
            </p:nvSpPr>
            <p:spPr>
              <a:xfrm>
                <a:off x="70482" y="943651"/>
                <a:ext cx="2574385" cy="1"/>
              </a:xfrm>
              <a:prstGeom prst="line">
                <a:avLst/>
              </a:prstGeom>
              <a:noFill/>
              <a:ln w="63500" cap="flat">
                <a:solidFill>
                  <a:schemeClr val="accent3">
                    <a:hueOff val="571091"/>
                    <a:satOff val="15926"/>
                    <a:lumOff val="22314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376" name="Rectangle"/>
              <p:cNvSpPr/>
              <p:nvPr/>
            </p:nvSpPr>
            <p:spPr>
              <a:xfrm>
                <a:off x="0" y="0"/>
                <a:ext cx="2715347" cy="1073975"/>
              </a:xfrm>
              <a:prstGeom prst="rect">
                <a:avLst/>
              </a:prstGeom>
              <a:noFill/>
              <a:ln w="25400" cap="flat">
                <a:solidFill>
                  <a:schemeClr val="accent4">
                    <a:hueOff val="349036"/>
                    <a:lumOff val="17111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11303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Graphik"/>
                    <a:ea typeface="Graphik"/>
                    <a:cs typeface="Graphik"/>
                    <a:sym typeface="Graphik"/>
                  </a:defRPr>
                </a:pPr>
                <a:endParaRPr/>
              </a:p>
            </p:txBody>
          </p:sp>
        </p:grpSp>
        <p:sp>
          <p:nvSpPr>
            <p:cNvPr id="378" name="Analysis of SAP Reports"/>
            <p:cNvSpPr txBox="1"/>
            <p:nvPr/>
          </p:nvSpPr>
          <p:spPr>
            <a:xfrm>
              <a:off x="2366826" y="4216824"/>
              <a:ext cx="6620969" cy="9342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Canela Text Bold"/>
                  <a:ea typeface="Canela Text Bold"/>
                  <a:cs typeface="Canela Text Bold"/>
                  <a:sym typeface="Canela Text Bold"/>
                </a:defRPr>
              </a:lvl1pPr>
            </a:lstStyle>
            <a:p>
              <a:r>
                <a:t>Analysis of SAP Reports</a:t>
              </a:r>
            </a:p>
          </p:txBody>
        </p: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HANK YOU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 defTabSz="2365248">
              <a:defRPr sz="21728"/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Macintosh PowerPoint</Application>
  <PresentationFormat>Custom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Canela</vt:lpstr>
      <vt:lpstr>Canela Bold</vt:lpstr>
      <vt:lpstr>Canela Deck Regular</vt:lpstr>
      <vt:lpstr>Canela Regular</vt:lpstr>
      <vt:lpstr>Canela Text Bold</vt:lpstr>
      <vt:lpstr>Canela Text Regular</vt:lpstr>
      <vt:lpstr>Graphik</vt:lpstr>
      <vt:lpstr>Graphik-Medium</vt:lpstr>
      <vt:lpstr>Graphik-SemiboldItalic</vt:lpstr>
      <vt:lpstr>Helvetica Neue</vt:lpstr>
      <vt:lpstr>23_ClassicWhite</vt:lpstr>
      <vt:lpstr>Inventory Management in SAP MM Module</vt:lpstr>
      <vt:lpstr>PowerPoint Presentation</vt:lpstr>
      <vt:lpstr>Inventory Management in MM Module</vt:lpstr>
      <vt:lpstr>PowerPoint Presentation</vt:lpstr>
      <vt:lpstr>Example</vt:lpstr>
      <vt:lpstr>PowerPoint Presentation</vt:lpstr>
      <vt:lpstr>Inventory management tools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Mohan Singh</cp:lastModifiedBy>
  <cp:revision>1</cp:revision>
  <dcterms:modified xsi:type="dcterms:W3CDTF">2025-10-22T03:30:03Z</dcterms:modified>
</cp:coreProperties>
</file>