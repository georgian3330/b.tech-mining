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0792D-E464-6F26-5B86-09CA2DBFC5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36FD7A-208B-6673-607B-7A351D8DC2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D10D3-CFD3-BA6B-7A7E-9DFB93070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A93F9-4808-4376-B089-C21ED14F048A}" type="datetimeFigureOut">
              <a:rPr lang="en-US" smtClean="0"/>
              <a:t>11/1/2023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F6F3C7-3A4B-E209-6E5C-20F33E783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DF0E7-316E-B0E9-FB15-694007E87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8F581-0B2C-4942-8980-726DF48B1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383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D4454-38DE-02C8-B29E-2A721E209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09B26-0072-E9D0-BC35-089F6A870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7E5E7-FB37-7AB0-4E62-0139183F4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A93F9-4808-4376-B089-C21ED14F048A}" type="datetimeFigureOut">
              <a:rPr lang="en-US" smtClean="0"/>
              <a:t>11/1/2023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8FE35-2C27-6D7B-C9C2-811C842AE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9B111-E68A-C9D8-8599-6EB1D4373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8F581-0B2C-4942-8980-726DF48B1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667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351E4-319A-9067-47E1-0EEE2F7C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582C06-096A-ED99-9FE3-5831A807F0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FF3BD-8DF2-DDF2-3AF5-2DEADCFE5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A93F9-4808-4376-B089-C21ED14F048A}" type="datetimeFigureOut">
              <a:rPr lang="en-US" smtClean="0"/>
              <a:t>11/1/2023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E74E0-3761-F480-C261-F4AD31F1F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2B193-F7D0-3DEF-A728-E8E841A29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8F581-0B2C-4942-8980-726DF48B1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538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35DF4-4287-C6F6-1382-B74373B0C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1427E-BBE2-2832-5FC4-CEB26E05BE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6D732A-3D2C-7797-40E9-C0ADA1510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F764B1-B7DE-D300-4980-3E68E2A8F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A93F9-4808-4376-B089-C21ED14F048A}" type="datetimeFigureOut">
              <a:rPr lang="en-US" smtClean="0"/>
              <a:t>11/1/2023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AE8DE0-020B-E064-6817-9C3008910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712752-5023-3FDB-44D1-97AEDD373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8F581-0B2C-4942-8980-726DF48B1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173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3E464-8795-A7F9-83F2-D5D0B56F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7B571-9E64-D982-1E0D-F6384ECDCE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0CD62A-7106-9634-C8F7-A66C4B82F8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0EB6A5-B3D2-A27B-06F1-2FB4BB82DE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CC6B29-CA59-F36B-E8D3-B51FACA5AE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602BAA-AA12-CC93-1A2F-398EFAA67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A93F9-4808-4376-B089-C21ED14F048A}" type="datetimeFigureOut">
              <a:rPr lang="en-US" smtClean="0"/>
              <a:t>11/1/2023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19DE34-8986-2B41-0524-59983BDF8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FB01F5-E035-889F-5416-EB8C1DBAB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8F581-0B2C-4942-8980-726DF48B1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302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26697-5EAA-57B6-A14E-C22FDE465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B249AD-5970-DE5D-38A6-19B37B940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A93F9-4808-4376-B089-C21ED14F048A}" type="datetimeFigureOut">
              <a:rPr lang="en-US" smtClean="0"/>
              <a:t>11/1/2023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A6315A-94A5-10C6-F2BD-E1595151A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4C6B17-9EDD-5E44-A79C-9C9BA0D45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8F581-0B2C-4942-8980-726DF48B1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076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E77003-69E5-A601-9296-41CE52FA3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A93F9-4808-4376-B089-C21ED14F048A}" type="datetimeFigureOut">
              <a:rPr lang="en-US" smtClean="0"/>
              <a:t>11/1/2023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D9552B-C804-030E-A244-38B528BF8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599F63-255A-730E-8305-EB720F250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8F581-0B2C-4942-8980-726DF48B1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8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0E289-6D32-F46D-8E0C-0C1134589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1C9F5-0EE7-C621-C68E-D78E8F128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31391-5760-2671-D4BD-6794C08BDA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B0FCCC-6DDB-4023-9AC6-769979781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A93F9-4808-4376-B089-C21ED14F048A}" type="datetimeFigureOut">
              <a:rPr lang="en-US" smtClean="0"/>
              <a:t>11/1/2023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A48360-23BD-8625-5358-87FB27571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11B248-670E-9438-7F8F-63608E5EC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8F581-0B2C-4942-8980-726DF48B1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027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E6FF3-28D0-111C-8B6E-B9A28A5B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D0BC29-53A3-611B-DE06-C0066E5485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136720-BCDF-5DE1-AE70-458DA5CD9E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20783A-203A-9401-20CA-8F2F225F5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A93F9-4808-4376-B089-C21ED14F048A}" type="datetimeFigureOut">
              <a:rPr lang="en-US" smtClean="0"/>
              <a:t>11/1/2023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C31CF3-A9D7-9391-1135-0155FFB05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F29EE6-AD68-1B91-D3F1-766D8BD40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8F581-0B2C-4942-8980-726DF48B1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292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C734B-BD13-671F-FD2B-807735BA8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88A785-DE4A-E205-3C28-C8CB3925B0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C397B-BCA4-FE8A-C63D-01F1DC225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A93F9-4808-4376-B089-C21ED14F048A}" type="datetimeFigureOut">
              <a:rPr lang="en-US" smtClean="0"/>
              <a:t>11/1/2023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F45BE-9BAC-2267-6B62-88C56BA85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C3C63-28F5-383A-E1A1-570D19C82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8F581-0B2C-4942-8980-726DF48B1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371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573963-2349-4F72-6449-AF03521D49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D33A86-FE04-5B28-8109-4327A47612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67426-8567-F7DF-79B9-E88F05EA1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A93F9-4808-4376-B089-C21ED14F048A}" type="datetimeFigureOut">
              <a:rPr lang="en-US" smtClean="0"/>
              <a:t>11/1/2023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95A314-E01F-CBDE-E9C0-623BE414E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87F8B-6E9D-186A-372C-750EC22E2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8F581-0B2C-4942-8980-726DF48B1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12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2C8A27-5139-0063-B67F-083200702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85E6FB-DDD3-ADB5-C50D-11F4917DFF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65306-0645-B066-6C98-4FE29FEB4D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DA93F9-4808-4376-B089-C21ED14F048A}" type="datetimeFigureOut">
              <a:rPr lang="en-US" smtClean="0"/>
              <a:t>11/1/2023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D82ED-6408-C4AC-B230-BF79DC45A9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A005B8-D497-4082-D964-4DA809A15A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58F581-0B2C-4942-8980-726DF48B1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31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90583-B465-D071-77B3-E3B14C84A4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FDC8A8-CD35-1BE6-28E5-522209AAED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30E54C-1833-E4F1-9027-9A0EA6973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212" y="816928"/>
            <a:ext cx="10029383" cy="3175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687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003A2-A32E-5CF5-7CD3-8FB55A311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epq model continued">
            <a:extLst>
              <a:ext uri="{FF2B5EF4-FFF2-40B4-BE49-F238E27FC236}">
                <a16:creationId xmlns:a16="http://schemas.microsoft.com/office/drawing/2014/main" id="{FF2E9959-4C16-4F35-4AF4-5CEED1D38CA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2707" y="870584"/>
            <a:ext cx="7156873" cy="5367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9096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CD55E-7AA5-9EC5-3510-A1C7E5EE9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epq model continued1">
            <a:extLst>
              <a:ext uri="{FF2B5EF4-FFF2-40B4-BE49-F238E27FC236}">
                <a16:creationId xmlns:a16="http://schemas.microsoft.com/office/drawing/2014/main" id="{6AD59904-85B0-1B7D-5E26-B99B6D07061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8388" y="545464"/>
            <a:ext cx="8072332" cy="6054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8105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614BF-EB3F-FE68-BBC1-1BB732BAC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epq model continued2">
            <a:extLst>
              <a:ext uri="{FF2B5EF4-FFF2-40B4-BE49-F238E27FC236}">
                <a16:creationId xmlns:a16="http://schemas.microsoft.com/office/drawing/2014/main" id="{13CCA982-9DA3-15E3-8B1C-DA1968E9D75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5108" y="525144"/>
            <a:ext cx="8062172" cy="6046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7042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AFCA1-1162-268D-91D1-9EFADBDD4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9D570-D718-CCFA-32F9-82D1B08EC0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epq model continued3">
            <a:extLst>
              <a:ext uri="{FF2B5EF4-FFF2-40B4-BE49-F238E27FC236}">
                <a16:creationId xmlns:a16="http://schemas.microsoft.com/office/drawing/2014/main" id="{42362B62-C71E-34F0-54AA-76FBEF2DD5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1960" y="762317"/>
            <a:ext cx="826516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3887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D3527-EE43-DA97-FF12-F606F4A79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87084-EA8E-4D08-89DF-8F897620B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 descr="epq model continued4">
            <a:extLst>
              <a:ext uri="{FF2B5EF4-FFF2-40B4-BE49-F238E27FC236}">
                <a16:creationId xmlns:a16="http://schemas.microsoft.com/office/drawing/2014/main" id="{B4443073-C4A8-321D-DC67-C22855A655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160" y="621665"/>
            <a:ext cx="7828280" cy="5871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4215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081F6-9589-30EE-0947-1CD3B5DAC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 descr="epq model continued5">
            <a:extLst>
              <a:ext uri="{FF2B5EF4-FFF2-40B4-BE49-F238E27FC236}">
                <a16:creationId xmlns:a16="http://schemas.microsoft.com/office/drawing/2014/main" id="{096A8A0D-8DC1-5F85-A384-009608EC8B5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028" y="398065"/>
            <a:ext cx="8082492" cy="6061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2247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Administrator</cp:lastModifiedBy>
  <cp:revision>1</cp:revision>
  <dcterms:created xsi:type="dcterms:W3CDTF">2023-11-02T04:08:33Z</dcterms:created>
  <dcterms:modified xsi:type="dcterms:W3CDTF">2023-11-02T04:08:41Z</dcterms:modified>
</cp:coreProperties>
</file>