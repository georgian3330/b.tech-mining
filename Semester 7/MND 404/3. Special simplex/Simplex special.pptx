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68" r:id="rId6"/>
    <p:sldId id="267" r:id="rId7"/>
    <p:sldId id="259" r:id="rId8"/>
    <p:sldId id="266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EB287-E928-4D04-A640-F90CD0A19F9A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19D42-9E07-4305-AB1D-B89D3736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4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19D42-9E07-4305-AB1D-B89D373648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27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15E9-5B20-EE07-B3C9-157D5FE5E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E7301-4AEC-1590-0253-81F64A53A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430FE-C1A9-D78B-A818-4AA5162A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7E551-4058-0D3D-66BA-F0A70D3E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6896B-3A82-AFDF-FB3E-0D0BDF8F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5978-9482-97BC-C6B6-731178FA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D95BF-F35D-B461-33C3-22C3807E1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205C9-AE15-983D-552E-A5D4737F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9A5DD-9053-09F4-07F3-72BA45CD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9BC6C-FB68-9CC3-138D-6ACC0D3A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2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9DBC-13DE-75C3-24CF-A100538B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FEAB6-E3E9-55C6-3C2C-D2A5A6BE5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10D33-3D9B-2D68-F366-021E4044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92D9A-7CA5-E7AB-2CFB-43B4C1E0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4911-B826-0498-E750-0D72562A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3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A00A-A2D1-1784-3771-54949391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8384-FA0F-8EDF-7DC1-32A8F13BE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82F06-D203-2145-1B45-01F769D29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861C-8D53-ACDF-BB3C-BFB436FD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06E8-2868-E1DF-D16C-5F6945FC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B3343-7E86-7B4D-79CF-F9874603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7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3E11-C487-CC4E-51EE-B7BF5F7D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23A7-0CF7-9B4E-6895-79BAB6D1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34A42-8717-46E8-C8BB-61DCB1ABE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5408B-FC68-8A06-808B-495BD8FB4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65E64-DCE5-68DB-E3ED-8CFD61F6C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F0E2B-88CC-604B-54AA-2A730345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B9EDC-C3C1-4D38-D66D-DA34F15C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7F99B-3427-2964-F7A6-70C65A79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10A5-ACC3-14A2-5906-D5C0DBC2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3B251-C206-A4CE-8302-9C65D6EC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A73EF-D04E-DB20-63FD-2F55112C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0D47A-9B00-F3B0-CF76-D2756EF6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6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944E1-216C-0224-D219-57907C16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FAD07-584C-648C-ACF9-2BDA1DA3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D2D6D-F85B-978E-9EE5-A113C6D2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9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EC7F-6537-83D8-BBB4-B8B514B99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0241F-A43E-17BD-EF29-74A4C219D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6DF0F-E3EC-8A69-4AA2-030F976FB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63110-E20A-25DA-5666-95DF57C4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749FD-579D-5007-2A1E-7BBAEF7C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E720-F610-1F66-14D2-DB303E57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9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E391-6798-254D-189D-CFE60E07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4CEE4-990C-F384-E598-4F2E16C2F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DD6D-9C9D-DEA7-3287-4DCB5AD5E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AF1D0-8186-454C-C6CD-2C22FD83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829D3-7A36-54C9-7E42-9839F446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7F497-DC48-1A57-BEF5-6346B4E0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0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338B-AFAF-6B6C-60CE-6350E4EB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E51B-FA4E-3E2B-55ED-E70C413D5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4644D-C446-B025-9FAF-9CAFCDF9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11E14-B4A8-A118-C73A-AA9BF7F1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B68C0-7D1A-7323-5861-8A839504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8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FF3999-A6E9-F47D-425C-9F49A1BE7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6AAE0-51A7-BA49-15B9-CF69615E5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54492-F431-C748-9DAA-688F041E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2855-A3F1-12ED-7AA4-03A629D7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EFC80-BAE1-1E18-1BBC-52F0F485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1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EEA1FF-B093-23C1-0AA1-27F6C61F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54427-3E94-21F3-F837-75D080400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CFE9-A656-3206-7FDE-C58326667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CDDC4-FBD4-407E-83F7-F1726F0BEC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D8F7E-954A-BBA6-9FD9-9213A4640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AC065-2605-4EF8-EA66-512E4BE13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DBBA0-52DD-4D62-8087-C36846B4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6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6C8C-7849-CDA0-621D-D6FC1648C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6F2AD-FFC0-5625-02AC-E50A33FD9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6976E-49C5-C3C3-1E12-000418E0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54DFB-DB22-4E3E-325D-A90DE0FBE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178" y="509480"/>
            <a:ext cx="8851644" cy="58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3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CDCC-B119-2B82-059A-ED5FF407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60609-C141-C89F-71F3-7E636E926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4461" y="661910"/>
            <a:ext cx="9075691" cy="553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1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C036-C05D-5E05-C2D4-E1CB0BE6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 is the problem with degenerate solutions? </a:t>
            </a:r>
          </a:p>
        </p:txBody>
      </p:sp>
      <p:pic>
        <p:nvPicPr>
          <p:cNvPr id="3074" name="Picture 2" descr="PPT - Chapter 3. Pitfalls PowerPoint Presentation, free download -  ID:2090105">
            <a:extLst>
              <a:ext uri="{FF2B5EF4-FFF2-40B4-BE49-F238E27FC236}">
                <a16:creationId xmlns:a16="http://schemas.microsoft.com/office/drawing/2014/main" id="{A89F3F47-FB78-EE74-F3DA-2BA6C88787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096" y="1509364"/>
            <a:ext cx="8468868" cy="528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6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19DD-29D0-6E98-0F6E-C1429F24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Bland’s rule to prevent cycling</a:t>
            </a:r>
          </a:p>
        </p:txBody>
      </p:sp>
      <p:pic>
        <p:nvPicPr>
          <p:cNvPr id="2050" name="Picture 2" descr="PPT - Chapter 3. Pitfalls PowerPoint Presentation, free download -  ID:2090105">
            <a:extLst>
              <a:ext uri="{FF2B5EF4-FFF2-40B4-BE49-F238E27FC236}">
                <a16:creationId xmlns:a16="http://schemas.microsoft.com/office/drawing/2014/main" id="{34CACFB9-40CF-43F3-5E83-8DEF15A579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532" y="1654016"/>
            <a:ext cx="8518356" cy="483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92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11D3-2603-B5AB-EE74-F475EA43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  <a:endParaRPr lang="en-US" dirty="0"/>
          </a:p>
        </p:txBody>
      </p:sp>
      <p:pic>
        <p:nvPicPr>
          <p:cNvPr id="1026" name="Picture 2" descr="Solved Simplex method and Bland's Rule, I'm having trouble | Chegg.com">
            <a:extLst>
              <a:ext uri="{FF2B5EF4-FFF2-40B4-BE49-F238E27FC236}">
                <a16:creationId xmlns:a16="http://schemas.microsoft.com/office/drawing/2014/main" id="{5A694FFF-AA14-A13D-F30F-4BDD0799B3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487" y="1825625"/>
            <a:ext cx="741302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8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E56F-769E-A738-140D-B018E139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given a final simplex table how can I recognize that this is a multiple solutions, unique solution, infeasible solution, unbounded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F7E6-2B4F-CA96-0F2F-78647E1CC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 question 👍 — if you’re only given the </a:t>
            </a:r>
            <a:r>
              <a:rPr lang="en-US" b="1" dirty="0"/>
              <a:t>final simplex tableau</a:t>
            </a:r>
            <a:r>
              <a:rPr lang="en-US" dirty="0"/>
              <a:t>, you can still recognize the type of solution by checking certain conditions. Here’s the checklist:</a:t>
            </a:r>
          </a:p>
        </p:txBody>
      </p:sp>
    </p:spTree>
    <p:extLst>
      <p:ext uri="{BB962C8B-B14F-4D97-AF65-F5344CB8AC3E}">
        <p14:creationId xmlns:p14="http://schemas.microsoft.com/office/powerpoint/2010/main" val="408204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06F4-9CBA-78B2-DC9B-7116DCD9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B1EC34-C53C-673E-A600-A956F0BB8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036" y="10242"/>
            <a:ext cx="8487960" cy="2419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5BD0A0-1446-E522-3E63-50AD84DE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716" y="2640242"/>
            <a:ext cx="8583223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4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4421-41F5-9FD1-AE3C-456758E6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AF4B03-DCE1-EAC1-08D2-B681B528F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415" y="1462404"/>
            <a:ext cx="8445347" cy="531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9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B060-B363-31CA-234C-15605038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461C47-2FEC-7C63-5E52-206380A7B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965" y="1690688"/>
            <a:ext cx="8630854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0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7977-9DEE-5BBA-C643-6663A061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0AC160-8C42-6E27-8960-83175A4C0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362" y="1857870"/>
            <a:ext cx="8421275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9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7573-B69D-E401-31D5-23E82BB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D6A5B9-936E-F485-5884-CF780BB7F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696" y="1149815"/>
            <a:ext cx="11426407" cy="487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92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2D6C-83CA-6A52-C82B-8CCC9291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64947F-A7E4-447B-BAEA-D93F1A9DA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905" y="1081984"/>
            <a:ext cx="10688190" cy="502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88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8B30-B06E-91A5-73EB-EF958497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275D9-2F42-4432-1066-ADDFE2203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103" y="1027906"/>
            <a:ext cx="10896442" cy="509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2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</Words>
  <Application>Microsoft Office PowerPoint</Application>
  <PresentationFormat>Widescreen</PresentationFormat>
  <Paragraphs>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So, what is the problem with degenerate solutions? </vt:lpstr>
      <vt:lpstr>Bland’s rule to prevent cycling</vt:lpstr>
      <vt:lpstr>Example</vt:lpstr>
      <vt:lpstr>given a final simplex table how can I recognize that this is a multiple solutions, unique solution, infeasible solution, unbounded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Agarwal</dc:creator>
  <cp:lastModifiedBy>Siddharth Agarwal</cp:lastModifiedBy>
  <cp:revision>2</cp:revision>
  <dcterms:created xsi:type="dcterms:W3CDTF">2025-08-20T05:06:05Z</dcterms:created>
  <dcterms:modified xsi:type="dcterms:W3CDTF">2025-08-20T05:18:00Z</dcterms:modified>
</cp:coreProperties>
</file>