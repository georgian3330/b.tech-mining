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048F-DCDF-8043-563F-A3D52E03D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7F655-19E4-A291-E14C-7A9B3E3D7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1FA06-30C9-E17F-733E-F1E3DF00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EF241-90D3-D16E-2710-8F4F1246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4609E-F4A2-B5DE-58B1-903E178A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4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4305-7476-7506-95BA-9205A36F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E468-087D-084E-04C9-8D4AB2C9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6A113-F0F2-1CB2-CE9A-D530CF4F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03A5D-A540-1FC7-A1A6-5334A41B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AD95-946C-B660-C9C9-10E10F28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4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5E0E-3186-B58C-76F0-64F4DF0E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BD175-D2E8-7E72-9716-BB4032DA4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920AB-20CD-CB67-7852-A9207040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0125-2BFA-D0E5-1E8C-41F1C74F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6084B-4600-E0D0-D9B6-26D94B36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5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CBAE-F8E4-24DD-95BC-FA66D736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618BD-0CC7-9904-98A0-2901E71B6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E949D-C357-526C-450A-41B5E8B05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6E85A-2F30-2A4B-58E1-A72ED64D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C4CB0-E304-2CCF-A9EF-D131C228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8D940-6445-07E0-A602-2B4F2A28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6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189C-8A1B-A04C-6BDD-27565373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C24D4-4E2C-293F-85B2-30F66ADDB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F4C90-ABD1-90E8-0C4D-FB3E62A43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55586-B5CF-979F-88E3-0E7C3439C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92A8DE-FC70-9DB6-A38B-3811383DC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330BA-952D-E06A-65B5-E3B1EF930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59C85-A389-E658-2DCF-847F5E58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7B6577-9302-938F-783D-E54C74B9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7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0663-F584-5615-C6F6-91E3F11B4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E92AF-5B2A-1BC7-E92B-812F2F78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63684-942F-91DA-291A-9FD10AA0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194C3-B7E7-A05D-0331-AF62A1F77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8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EA319-73DC-D968-A570-780EB8C0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6011E-EB20-F708-463D-4FF1F20B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C3344-73BA-8FF1-AF1F-E8B4C3B0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58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265E-8736-9A45-F5D6-8C9F6FAE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D96E2-C25B-F587-A8BE-BDF7417C7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E31F4-F345-227F-7349-7EAD433C1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967BE-C43E-B786-E7B2-423C82B5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40E87-4D82-5C0D-7D17-EB48E8A1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E6048-21E2-E76A-DDA1-F8197D41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3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DA74-2AB1-3987-53CB-3ABD8CF1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570F4-FB4B-614A-0509-9EC19A9DD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8588D-693B-3817-B37F-EB8A6868A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0953C-6E2B-9717-FC26-6EA60454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A5814-51D1-7D30-07EC-EBB0AA31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7B1BE-2600-B86D-F976-7C502458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7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F21B-F94F-E400-49F0-816FAD5D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966DF-995B-DF1E-B6B2-E06C4F51D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9F678-80A7-DD90-5E2C-C28E6C12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A32D-F951-A7E6-8B5D-9A093BCB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AA30-CD08-E650-6727-549046B0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5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BACB64-DEF9-B3A7-A9FA-B05329833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868FA-85E2-683A-C0E6-F464ABBBF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A2161-D4B1-F6F0-0514-2FCFAA80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E768-A1D7-F91C-9541-C7566BA9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8D1A6-40AB-1ABB-45EC-B72A64BA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5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54087-F2FC-A94B-98ED-892C9BF8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3E151-5A1D-B7A0-BBEA-25874C65B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142D-4B1B-921C-805C-EDCAC98DF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86249-E0B0-4399-9F9E-09ECB825C700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8B71-23C7-BFAA-F254-C6EED1EF4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1A2E5-666C-C574-56B0-2E47AA742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708C5-D5E0-4942-89A8-6C8523AF5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4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5447-692C-2D6A-90EB-F99836883F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Integer Value Optimization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7E3B9-94D8-FEF4-4D1D-C080D1DFE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Siddhartha Agarwal</a:t>
            </a:r>
          </a:p>
          <a:p>
            <a:r>
              <a:rPr lang="en-IN" dirty="0"/>
              <a:t>MND 404</a:t>
            </a:r>
          </a:p>
          <a:p>
            <a:r>
              <a:rPr lang="en-IN" dirty="0"/>
              <a:t>Systems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440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9D16-6646-1212-F292-FBFE07B4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B1060-8DF5-E63F-B526-96F64D70B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301" y="365125"/>
            <a:ext cx="9250579" cy="631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5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3242-9AD3-4117-D0A8-F060CCF5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29FA17-2C96-9AFC-4C7E-FF7AF8546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259" y="1280160"/>
            <a:ext cx="11067033" cy="464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1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A19F-E786-57FA-18E9-18F19E76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Optimal solution of IP   ≤   Optimal solution of LP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D40F2-6283-E69A-53CA-84015B564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166" y="1690688"/>
            <a:ext cx="10718755" cy="483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34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2643B2-0A65-9218-2124-F18A1CDC4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840" y="1496899"/>
            <a:ext cx="8567928" cy="521543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244EF9A-A510-A86F-32B0-2B009C38D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06085" y="495323"/>
            <a:ext cx="10379829" cy="461665"/>
          </a:xfrm>
          <a:prstGeom prst="rect">
            <a:avLst/>
          </a:prstGeom>
          <a:solidFill>
            <a:srgbClr val="E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Optimal Solution of IP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may not be equal to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 the Optimal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Solotion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</a:rPr>
              <a:t> of LP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37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A3F961-3BAC-A0EA-BCF7-AD629F0D6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3411987"/>
              </p:ext>
            </p:extLst>
          </p:nvPr>
        </p:nvGraphicFramePr>
        <p:xfrm>
          <a:off x="838200" y="1754696"/>
          <a:ext cx="10515600" cy="640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78387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b="1" i="1" dirty="0"/>
                        <a:t>IF</a:t>
                      </a:r>
                      <a:r>
                        <a:rPr lang="en-US" dirty="0"/>
                        <a:t> the </a:t>
                      </a:r>
                      <a:r>
                        <a:rPr lang="en-US" b="1" dirty="0"/>
                        <a:t>optimal solution of LP</a:t>
                      </a:r>
                      <a:r>
                        <a:rPr lang="en-US" dirty="0"/>
                        <a:t> is </a:t>
                      </a:r>
                      <a:r>
                        <a:rPr lang="en-US" b="1" i="1" dirty="0"/>
                        <a:t>integral</a:t>
                      </a:r>
                      <a:r>
                        <a:rPr lang="en-US" dirty="0"/>
                        <a:t> (= all values are integers), </a:t>
                      </a:r>
                      <a:r>
                        <a:rPr lang="en-US" b="1" i="1" dirty="0"/>
                        <a:t>then</a:t>
                      </a:r>
                      <a:r>
                        <a:rPr lang="en-US" dirty="0"/>
                        <a:t> this solution is </a:t>
                      </a:r>
                      <a:r>
                        <a:rPr lang="en-US" b="1" i="1" dirty="0"/>
                        <a:t>also</a:t>
                      </a:r>
                      <a:r>
                        <a:rPr lang="en-US" dirty="0"/>
                        <a:t> the </a:t>
                      </a:r>
                      <a:r>
                        <a:rPr lang="en-US" b="1" dirty="0"/>
                        <a:t>optimal solution of the derived </a:t>
                      </a:r>
                      <a:r>
                        <a:rPr lang="en-US" b="1" i="1" dirty="0"/>
                        <a:t>IP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94829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185E85D-DEC5-F9EA-82B8-C6503EB39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8472" y="429133"/>
            <a:ext cx="10515600" cy="13255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1840C5-0883-57E6-DED4-6F7D94BB5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580114"/>
              </p:ext>
            </p:extLst>
          </p:nvPr>
        </p:nvGraphicFramePr>
        <p:xfrm>
          <a:off x="728472" y="3080259"/>
          <a:ext cx="10515600" cy="640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67651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b="1" i="1" dirty="0"/>
                        <a:t>IF</a:t>
                      </a:r>
                      <a:r>
                        <a:rPr lang="en-US" dirty="0"/>
                        <a:t> the </a:t>
                      </a:r>
                      <a:r>
                        <a:rPr lang="en-US" b="1" dirty="0"/>
                        <a:t>Linear Program LP</a:t>
                      </a:r>
                      <a:r>
                        <a:rPr lang="en-US" dirty="0"/>
                        <a:t> is </a:t>
                      </a:r>
                      <a:r>
                        <a:rPr lang="en-US" b="1" i="1" dirty="0"/>
                        <a:t>infeasible</a:t>
                      </a:r>
                      <a:r>
                        <a:rPr lang="en-US" dirty="0"/>
                        <a:t> (i.e., the </a:t>
                      </a:r>
                      <a:r>
                        <a:rPr lang="en-US" b="1" i="1" dirty="0"/>
                        <a:t>feasible region</a:t>
                      </a:r>
                      <a:r>
                        <a:rPr lang="en-US" dirty="0"/>
                        <a:t> is </a:t>
                      </a:r>
                      <a:r>
                        <a:rPr lang="en-US" b="1" dirty="0"/>
                        <a:t>empty</a:t>
                      </a:r>
                      <a:r>
                        <a:rPr lang="en-US" dirty="0"/>
                        <a:t>), then the </a:t>
                      </a:r>
                      <a:r>
                        <a:rPr lang="en-US" b="1" dirty="0"/>
                        <a:t>Integer Program IP</a:t>
                      </a:r>
                      <a:r>
                        <a:rPr lang="en-US" dirty="0"/>
                        <a:t> is </a:t>
                      </a:r>
                      <a:r>
                        <a:rPr lang="en-US" b="1" i="1" dirty="0"/>
                        <a:t>also</a:t>
                      </a:r>
                      <a:r>
                        <a:rPr lang="en-US" dirty="0"/>
                        <a:t> </a:t>
                      </a:r>
                      <a:r>
                        <a:rPr lang="en-US" b="1" i="1" dirty="0"/>
                        <a:t>infeasible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67241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401EBC88-F892-3F87-C9F6-81463A8BA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472" y="3080418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76B3-267C-587A-BA8E-D9782E79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C99455-58C8-4AEB-8892-FB3329F63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079" y="1186980"/>
            <a:ext cx="10195721" cy="472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7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EDF8-D23C-898D-83AB-36F10247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Class Problem</a:t>
            </a:r>
            <a:endParaRPr lang="en-US" dirty="0"/>
          </a:p>
        </p:txBody>
      </p:sp>
      <p:pic>
        <p:nvPicPr>
          <p:cNvPr id="4098" name="Picture 2" descr="Solved Consider the following optimization model where the | Chegg.com">
            <a:extLst>
              <a:ext uri="{FF2B5EF4-FFF2-40B4-BE49-F238E27FC236}">
                <a16:creationId xmlns:a16="http://schemas.microsoft.com/office/drawing/2014/main" id="{5BCDA58B-644B-989A-EC69-63F41E0CC7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992" y="1771196"/>
            <a:ext cx="7315200" cy="435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37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89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Office Theme</vt:lpstr>
      <vt:lpstr>Integer Value Optimization</vt:lpstr>
      <vt:lpstr>PowerPoint Presentation</vt:lpstr>
      <vt:lpstr>PowerPoint Presentation</vt:lpstr>
      <vt:lpstr>Optimal solution of IP   ≤   Optimal solution of LP</vt:lpstr>
      <vt:lpstr>Optimal Solution of IP may not be equal to the Optimal Solotion of LP </vt:lpstr>
      <vt:lpstr>  </vt:lpstr>
      <vt:lpstr>PowerPoint Presentation</vt:lpstr>
      <vt:lpstr>Class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Agarwal</dc:creator>
  <cp:lastModifiedBy>Siddharth Agarwal</cp:lastModifiedBy>
  <cp:revision>3</cp:revision>
  <dcterms:created xsi:type="dcterms:W3CDTF">2025-08-14T05:09:55Z</dcterms:created>
  <dcterms:modified xsi:type="dcterms:W3CDTF">2025-08-14T05:42:53Z</dcterms:modified>
</cp:coreProperties>
</file>