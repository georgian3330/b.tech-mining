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58" r:id="rId1"/>
    <p:sldMasterId id="2147483657" r:id="rId2"/>
  </p:sldMasterIdLst>
  <p:notesMasterIdLst>
    <p:notesMasterId r:id="rId27"/>
  </p:notesMasterIdLst>
  <p:handoutMasterIdLst>
    <p:handoutMasterId r:id="rId28"/>
  </p:handoutMasterIdLst>
  <p:sldIdLst>
    <p:sldId id="362" r:id="rId3"/>
    <p:sldId id="276" r:id="rId4"/>
    <p:sldId id="308" r:id="rId5"/>
    <p:sldId id="309" r:id="rId6"/>
    <p:sldId id="357" r:id="rId7"/>
    <p:sldId id="310" r:id="rId8"/>
    <p:sldId id="359" r:id="rId9"/>
    <p:sldId id="358" r:id="rId10"/>
    <p:sldId id="311" r:id="rId11"/>
    <p:sldId id="361" r:id="rId12"/>
    <p:sldId id="342" r:id="rId13"/>
    <p:sldId id="312" r:id="rId14"/>
    <p:sldId id="313" r:id="rId15"/>
    <p:sldId id="351" r:id="rId16"/>
    <p:sldId id="352" r:id="rId17"/>
    <p:sldId id="353" r:id="rId18"/>
    <p:sldId id="317" r:id="rId19"/>
    <p:sldId id="354" r:id="rId20"/>
    <p:sldId id="344" r:id="rId21"/>
    <p:sldId id="345" r:id="rId22"/>
    <p:sldId id="346" r:id="rId23"/>
    <p:sldId id="347" r:id="rId24"/>
    <p:sldId id="349" r:id="rId25"/>
    <p:sldId id="355" r:id="rId26"/>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fontAlgn="base">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12EA"/>
    <a:srgbClr val="FFE8C5"/>
    <a:srgbClr val="333333"/>
    <a:srgbClr val="FFBFFF"/>
    <a:srgbClr val="510C9C"/>
    <a:srgbClr val="FF3101"/>
    <a:srgbClr val="4DB1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080" autoAdjust="0"/>
    <p:restoredTop sz="94640" autoAdjust="0"/>
  </p:normalViewPr>
  <p:slideViewPr>
    <p:cSldViewPr snapToGrid="0">
      <p:cViewPr varScale="1">
        <p:scale>
          <a:sx n="66" d="100"/>
          <a:sy n="66" d="100"/>
        </p:scale>
        <p:origin x="1452" y="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p:cViewPr varScale="1">
        <p:scale>
          <a:sx n="58" d="100"/>
          <a:sy n="58" d="100"/>
        </p:scale>
        <p:origin x="-1674" y="-78"/>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handoutMaster" Target="handoutMasters/handoutMaster1.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notesMaster" Target="notesMasters/notesMaster1.xml"/><Relationship Id="rId30"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4.w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901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cs typeface="+mn-cs"/>
              </a:defRPr>
            </a:lvl1pPr>
          </a:lstStyle>
          <a:p>
            <a:pPr>
              <a:defRPr/>
            </a:pPr>
            <a:endParaRPr lang="en-US"/>
          </a:p>
        </p:txBody>
      </p:sp>
      <p:sp>
        <p:nvSpPr>
          <p:cNvPr id="299011"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cs typeface="+mn-cs"/>
              </a:defRPr>
            </a:lvl1pPr>
          </a:lstStyle>
          <a:p>
            <a:pPr>
              <a:defRPr/>
            </a:pPr>
            <a:endParaRPr lang="en-US"/>
          </a:p>
        </p:txBody>
      </p:sp>
      <p:sp>
        <p:nvSpPr>
          <p:cNvPr id="299012"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cs typeface="+mn-cs"/>
              </a:defRPr>
            </a:lvl1pPr>
          </a:lstStyle>
          <a:p>
            <a:pPr>
              <a:defRPr/>
            </a:pPr>
            <a:endParaRPr lang="en-US"/>
          </a:p>
        </p:txBody>
      </p:sp>
      <p:sp>
        <p:nvSpPr>
          <p:cNvPr id="299013"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fld id="{5EDFA18D-5A86-4F0E-B643-E1891D818101}" type="slidenum">
              <a:rPr lang="en-US"/>
              <a:pPr/>
              <a:t>‹#›</a:t>
            </a:fld>
            <a:endParaRPr lang="en-US"/>
          </a:p>
        </p:txBody>
      </p:sp>
    </p:spTree>
    <p:extLst>
      <p:ext uri="{BB962C8B-B14F-4D97-AF65-F5344CB8AC3E}">
        <p14:creationId xmlns:p14="http://schemas.microsoft.com/office/powerpoint/2010/main" val="370962082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0" hangingPunct="0">
              <a:defRPr sz="1200">
                <a:latin typeface="Times New Roman" pitchFamily="18" charset="0"/>
                <a:cs typeface="+mn-cs"/>
              </a:defRPr>
            </a:lvl1pPr>
          </a:lstStyle>
          <a:p>
            <a:pPr>
              <a:defRPr/>
            </a:pPr>
            <a:endParaRPr lang="en-US"/>
          </a:p>
        </p:txBody>
      </p:sp>
      <p:sp>
        <p:nvSpPr>
          <p:cNvPr id="27651"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0" hangingPunct="0">
              <a:defRPr sz="1200">
                <a:latin typeface="Times New Roman" pitchFamily="18" charset="0"/>
                <a:cs typeface="+mn-cs"/>
              </a:defRPr>
            </a:lvl1pPr>
          </a:lstStyle>
          <a:p>
            <a:pPr>
              <a:defRPr/>
            </a:pPr>
            <a:endParaRPr lang="en-US"/>
          </a:p>
        </p:txBody>
      </p:sp>
      <p:sp>
        <p:nvSpPr>
          <p:cNvPr id="28676"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3"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smtClean="0"/>
              <a:t>Click to edit Master text styles</a:t>
            </a:r>
          </a:p>
          <a:p>
            <a:pPr lvl="1"/>
            <a:r>
              <a:rPr lang="en-US" noProof="0" smtClean="0"/>
              <a:t>Second level</a:t>
            </a:r>
          </a:p>
          <a:p>
            <a:pPr lvl="2"/>
            <a:r>
              <a:rPr lang="en-US" noProof="0" smtClean="0"/>
              <a:t>Third level</a:t>
            </a:r>
          </a:p>
          <a:p>
            <a:pPr lvl="3"/>
            <a:r>
              <a:rPr lang="en-US" noProof="0" smtClean="0"/>
              <a:t>Fourth level</a:t>
            </a:r>
          </a:p>
          <a:p>
            <a:pPr lvl="4"/>
            <a:r>
              <a:rPr lang="en-US" noProof="0" smtClean="0"/>
              <a:t>Fifth level</a:t>
            </a:r>
          </a:p>
        </p:txBody>
      </p:sp>
      <p:sp>
        <p:nvSpPr>
          <p:cNvPr id="27654"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0" hangingPunct="0">
              <a:defRPr sz="1200">
                <a:latin typeface="Times New Roman" pitchFamily="18" charset="0"/>
                <a:cs typeface="+mn-cs"/>
              </a:defRPr>
            </a:lvl1pPr>
          </a:lstStyle>
          <a:p>
            <a:pPr>
              <a:defRPr/>
            </a:pPr>
            <a:endParaRPr lang="en-US"/>
          </a:p>
        </p:txBody>
      </p:sp>
      <p:sp>
        <p:nvSpPr>
          <p:cNvPr id="27655"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0" hangingPunct="0">
              <a:defRPr sz="1200">
                <a:latin typeface="Times New Roman" panose="02020603050405020304" pitchFamily="18" charset="0"/>
              </a:defRPr>
            </a:lvl1pPr>
          </a:lstStyle>
          <a:p>
            <a:fld id="{FD18E7AA-F7F4-47C9-BABC-D4D62F93E736}" type="slidenum">
              <a:rPr lang="en-US"/>
              <a:pPr/>
              <a:t>‹#›</a:t>
            </a:fld>
            <a:endParaRPr lang="en-US"/>
          </a:p>
        </p:txBody>
      </p:sp>
    </p:spTree>
    <p:extLst>
      <p:ext uri="{BB962C8B-B14F-4D97-AF65-F5344CB8AC3E}">
        <p14:creationId xmlns:p14="http://schemas.microsoft.com/office/powerpoint/2010/main" val="39338362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1B6926E-CF9E-4962-BC85-A5581CF2A6CB}" type="slidenum">
              <a:rPr lang="en-US">
                <a:latin typeface="Times New Roman" panose="02020603050405020304" pitchFamily="18" charset="0"/>
              </a:rPr>
              <a:pPr/>
              <a:t>2</a:t>
            </a:fld>
            <a:endParaRPr lang="en-US">
              <a:latin typeface="Times New Roman" panose="02020603050405020304" pitchFamily="18" charset="0"/>
            </a:endParaRPr>
          </a:p>
        </p:txBody>
      </p:sp>
      <p:sp>
        <p:nvSpPr>
          <p:cNvPr id="30723" name="Rectangle 2"/>
          <p:cNvSpPr>
            <a:spLocks noGrp="1" noRot="1" noChangeAspect="1" noChangeArrowheads="1" noTextEdit="1"/>
          </p:cNvSpPr>
          <p:nvPr>
            <p:ph type="sldImg"/>
          </p:nvPr>
        </p:nvSpPr>
        <p:spPr>
          <a:ln/>
        </p:spPr>
      </p:sp>
      <p:sp>
        <p:nvSpPr>
          <p:cNvPr id="3072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700811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5580CF6-EE5E-4D21-A41F-8CA8076094F3}" type="slidenum">
              <a:rPr lang="en-US">
                <a:latin typeface="Times New Roman" panose="02020603050405020304" pitchFamily="18" charset="0"/>
              </a:rPr>
              <a:pPr/>
              <a:t>3</a:t>
            </a:fld>
            <a:endParaRPr lang="en-US">
              <a:latin typeface="Times New Roman" panose="02020603050405020304" pitchFamily="18" charset="0"/>
            </a:endParaRPr>
          </a:p>
        </p:txBody>
      </p:sp>
      <p:sp>
        <p:nvSpPr>
          <p:cNvPr id="31747" name="Rectangle 2"/>
          <p:cNvSpPr>
            <a:spLocks noGrp="1" noRot="1" noChangeAspect="1" noChangeArrowheads="1" noTextEdit="1"/>
          </p:cNvSpPr>
          <p:nvPr>
            <p:ph type="sldImg"/>
          </p:nvPr>
        </p:nvSpPr>
        <p:spPr>
          <a:ln w="12700" cap="flat">
            <a:solidFill>
              <a:schemeClr val="tx1"/>
            </a:solidFill>
          </a:ln>
        </p:spPr>
      </p:sp>
      <p:sp>
        <p:nvSpPr>
          <p:cNvPr id="3174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242868480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400C876A-C198-4BAF-8AB4-C79A8F201949}" type="slidenum">
              <a:rPr lang="en-US">
                <a:latin typeface="Times New Roman" panose="02020603050405020304" pitchFamily="18" charset="0"/>
              </a:rPr>
              <a:pPr/>
              <a:t>4</a:t>
            </a:fld>
            <a:endParaRPr lang="en-US">
              <a:latin typeface="Times New Roman" panose="02020603050405020304" pitchFamily="18" charset="0"/>
            </a:endParaRPr>
          </a:p>
        </p:txBody>
      </p:sp>
      <p:sp>
        <p:nvSpPr>
          <p:cNvPr id="32771" name="Rectangle 2"/>
          <p:cNvSpPr>
            <a:spLocks noGrp="1" noRot="1" noChangeAspect="1" noChangeArrowheads="1" noTextEdit="1"/>
          </p:cNvSpPr>
          <p:nvPr>
            <p:ph type="sldImg"/>
          </p:nvPr>
        </p:nvSpPr>
        <p:spPr>
          <a:ln w="12700" cap="flat">
            <a:solidFill>
              <a:schemeClr val="tx1"/>
            </a:solidFill>
          </a:ln>
        </p:spPr>
      </p:sp>
      <p:sp>
        <p:nvSpPr>
          <p:cNvPr id="3277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27630090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B21434B-8E71-4D0D-BC84-F25E172BEF4C}" type="slidenum">
              <a:rPr lang="en-US">
                <a:latin typeface="Times New Roman" panose="02020603050405020304" pitchFamily="18" charset="0"/>
              </a:rPr>
              <a:pPr/>
              <a:t>5</a:t>
            </a:fld>
            <a:endParaRPr lang="en-US">
              <a:latin typeface="Times New Roman" panose="02020603050405020304" pitchFamily="18" charset="0"/>
            </a:endParaRPr>
          </a:p>
        </p:txBody>
      </p:sp>
      <p:sp>
        <p:nvSpPr>
          <p:cNvPr id="33795" name="Rectangle 2"/>
          <p:cNvSpPr>
            <a:spLocks noGrp="1" noRot="1" noChangeAspect="1" noChangeArrowheads="1" noTextEdit="1"/>
          </p:cNvSpPr>
          <p:nvPr>
            <p:ph type="sldImg"/>
          </p:nvPr>
        </p:nvSpPr>
        <p:spPr>
          <a:ln w="12700" cap="flat">
            <a:solidFill>
              <a:schemeClr val="tx1"/>
            </a:solidFill>
          </a:ln>
        </p:spPr>
      </p:sp>
      <p:sp>
        <p:nvSpPr>
          <p:cNvPr id="3379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29231116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21F9442E-C33B-4F8E-8FD8-5A15964C3011}" type="slidenum">
              <a:rPr lang="en-US">
                <a:latin typeface="Times New Roman" panose="02020603050405020304" pitchFamily="18" charset="0"/>
              </a:rPr>
              <a:pPr/>
              <a:t>6</a:t>
            </a:fld>
            <a:endParaRPr lang="en-US">
              <a:latin typeface="Times New Roman" panose="02020603050405020304" pitchFamily="18" charset="0"/>
            </a:endParaRPr>
          </a:p>
        </p:txBody>
      </p:sp>
      <p:sp>
        <p:nvSpPr>
          <p:cNvPr id="34819" name="Rectangle 2"/>
          <p:cNvSpPr>
            <a:spLocks noGrp="1" noRot="1" noChangeAspect="1" noChangeArrowheads="1" noTextEdit="1"/>
          </p:cNvSpPr>
          <p:nvPr>
            <p:ph type="sldImg"/>
          </p:nvPr>
        </p:nvSpPr>
        <p:spPr>
          <a:ln w="12700" cap="flat">
            <a:solidFill>
              <a:schemeClr val="tx1"/>
            </a:solidFill>
          </a:ln>
        </p:spPr>
      </p:sp>
      <p:sp>
        <p:nvSpPr>
          <p:cNvPr id="3482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383141932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37AD888-041D-475C-A692-943AB0BFAEEB}" type="slidenum">
              <a:rPr lang="en-US">
                <a:latin typeface="Times New Roman" panose="02020603050405020304" pitchFamily="18" charset="0"/>
              </a:rPr>
              <a:pPr/>
              <a:t>7</a:t>
            </a:fld>
            <a:endParaRPr lang="en-US">
              <a:latin typeface="Times New Roman" panose="02020603050405020304" pitchFamily="18" charset="0"/>
            </a:endParaRPr>
          </a:p>
        </p:txBody>
      </p:sp>
      <p:sp>
        <p:nvSpPr>
          <p:cNvPr id="35843" name="Rectangle 2"/>
          <p:cNvSpPr>
            <a:spLocks noGrp="1" noRot="1" noChangeAspect="1" noChangeArrowheads="1" noTextEdit="1"/>
          </p:cNvSpPr>
          <p:nvPr>
            <p:ph type="sldImg"/>
          </p:nvPr>
        </p:nvSpPr>
        <p:spPr>
          <a:ln w="12700" cap="flat">
            <a:solidFill>
              <a:schemeClr val="tx1"/>
            </a:solidFill>
          </a:ln>
        </p:spPr>
      </p:sp>
      <p:sp>
        <p:nvSpPr>
          <p:cNvPr id="3584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36281179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135D010-645E-40C7-90E0-799676636B07}" type="slidenum">
              <a:rPr lang="en-US">
                <a:latin typeface="Times New Roman" panose="02020603050405020304" pitchFamily="18" charset="0"/>
              </a:rPr>
              <a:pPr/>
              <a:t>8</a:t>
            </a:fld>
            <a:endParaRPr lang="en-US">
              <a:latin typeface="Times New Roman" panose="02020603050405020304" pitchFamily="18" charset="0"/>
            </a:endParaRPr>
          </a:p>
        </p:txBody>
      </p:sp>
      <p:sp>
        <p:nvSpPr>
          <p:cNvPr id="36867" name="Rectangle 2"/>
          <p:cNvSpPr>
            <a:spLocks noGrp="1" noRot="1" noChangeAspect="1" noChangeArrowheads="1" noTextEdit="1"/>
          </p:cNvSpPr>
          <p:nvPr>
            <p:ph type="sldImg"/>
          </p:nvPr>
        </p:nvSpPr>
        <p:spPr>
          <a:ln w="12700" cap="flat">
            <a:solidFill>
              <a:schemeClr val="tx1"/>
            </a:solidFill>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22541042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04F7435-35F8-46C4-92B5-5E43A191A511}" type="slidenum">
              <a:rPr lang="en-US">
                <a:latin typeface="Times New Roman" panose="02020603050405020304" pitchFamily="18" charset="0"/>
              </a:rPr>
              <a:pPr/>
              <a:t>9</a:t>
            </a:fld>
            <a:endParaRPr lang="en-US">
              <a:latin typeface="Times New Roman" panose="02020603050405020304" pitchFamily="18" charset="0"/>
            </a:endParaRPr>
          </a:p>
        </p:txBody>
      </p:sp>
      <p:sp>
        <p:nvSpPr>
          <p:cNvPr id="37891" name="Rectangle 2"/>
          <p:cNvSpPr>
            <a:spLocks noGrp="1" noRot="1" noChangeAspect="1" noChangeArrowheads="1" noTextEdit="1"/>
          </p:cNvSpPr>
          <p:nvPr>
            <p:ph type="sldImg"/>
          </p:nvPr>
        </p:nvSpPr>
        <p:spPr>
          <a:ln w="12700" cap="flat">
            <a:solidFill>
              <a:schemeClr val="tx1"/>
            </a:solidFill>
          </a:ln>
        </p:spPr>
      </p:sp>
      <p:sp>
        <p:nvSpPr>
          <p:cNvPr id="3789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710504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A34F67B3-F022-4FF4-ACAE-843B928901D6}" type="slidenum">
              <a:rPr lang="en-US">
                <a:latin typeface="Times New Roman" panose="02020603050405020304" pitchFamily="18" charset="0"/>
              </a:rPr>
              <a:pPr/>
              <a:t>10</a:t>
            </a:fld>
            <a:endParaRPr lang="en-US">
              <a:latin typeface="Times New Roman" panose="02020603050405020304" pitchFamily="18" charset="0"/>
            </a:endParaRPr>
          </a:p>
        </p:txBody>
      </p:sp>
      <p:sp>
        <p:nvSpPr>
          <p:cNvPr id="38915" name="Rectangle 2"/>
          <p:cNvSpPr>
            <a:spLocks noGrp="1" noRot="1" noChangeAspect="1" noChangeArrowheads="1" noTextEdit="1"/>
          </p:cNvSpPr>
          <p:nvPr>
            <p:ph type="sldImg"/>
          </p:nvPr>
        </p:nvSpPr>
        <p:spPr>
          <a:ln w="12700" cap="flat">
            <a:solidFill>
              <a:schemeClr val="tx1"/>
            </a:solidFill>
          </a:ln>
        </p:spPr>
      </p:sp>
      <p:sp>
        <p:nvSpPr>
          <p:cNvPr id="3891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9828977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730C7CF4-02EC-4007-8174-A2836728A118}" type="slidenum">
              <a:rPr lang="en-US">
                <a:latin typeface="Times New Roman" panose="02020603050405020304" pitchFamily="18" charset="0"/>
              </a:rPr>
              <a:pPr/>
              <a:t>11</a:t>
            </a:fld>
            <a:endParaRPr lang="en-US">
              <a:latin typeface="Times New Roman" panose="02020603050405020304" pitchFamily="18" charset="0"/>
            </a:endParaRPr>
          </a:p>
        </p:txBody>
      </p:sp>
      <p:sp>
        <p:nvSpPr>
          <p:cNvPr id="39939" name="Rectangle 2"/>
          <p:cNvSpPr>
            <a:spLocks noGrp="1" noRot="1" noChangeAspect="1" noChangeArrowheads="1" noTextEdit="1"/>
          </p:cNvSpPr>
          <p:nvPr>
            <p:ph type="sldImg"/>
          </p:nvPr>
        </p:nvSpPr>
        <p:spPr>
          <a:ln/>
        </p:spPr>
      </p:sp>
      <p:sp>
        <p:nvSpPr>
          <p:cNvPr id="3994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57593095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3871A0E-AD12-446A-8B0C-D48C4626BD70}" type="slidenum">
              <a:rPr lang="en-US">
                <a:latin typeface="Times New Roman" panose="02020603050405020304" pitchFamily="18" charset="0"/>
              </a:rPr>
              <a:pPr/>
              <a:t>12</a:t>
            </a:fld>
            <a:endParaRPr lang="en-US">
              <a:latin typeface="Times New Roman" panose="02020603050405020304" pitchFamily="18" charset="0"/>
            </a:endParaRPr>
          </a:p>
        </p:txBody>
      </p:sp>
      <p:sp>
        <p:nvSpPr>
          <p:cNvPr id="40963" name="Rectangle 2"/>
          <p:cNvSpPr>
            <a:spLocks noGrp="1" noRot="1" noChangeAspect="1" noChangeArrowheads="1" noTextEdit="1"/>
          </p:cNvSpPr>
          <p:nvPr>
            <p:ph type="sldImg"/>
          </p:nvPr>
        </p:nvSpPr>
        <p:spPr>
          <a:ln w="12700" cap="flat">
            <a:solidFill>
              <a:schemeClr val="tx1"/>
            </a:solidFill>
          </a:ln>
        </p:spPr>
      </p:sp>
      <p:sp>
        <p:nvSpPr>
          <p:cNvPr id="4096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19592578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8E273281-B412-494B-9C48-74B9001472C8}" type="slidenum">
              <a:rPr lang="en-US">
                <a:latin typeface="Times New Roman" panose="02020603050405020304" pitchFamily="18" charset="0"/>
              </a:rPr>
              <a:pPr/>
              <a:t>13</a:t>
            </a:fld>
            <a:endParaRPr lang="en-US">
              <a:latin typeface="Times New Roman" panose="02020603050405020304" pitchFamily="18" charset="0"/>
            </a:endParaRPr>
          </a:p>
        </p:txBody>
      </p:sp>
      <p:sp>
        <p:nvSpPr>
          <p:cNvPr id="41987" name="Rectangle 2"/>
          <p:cNvSpPr>
            <a:spLocks noGrp="1" noRot="1" noChangeAspect="1" noChangeArrowheads="1" noTextEdit="1"/>
          </p:cNvSpPr>
          <p:nvPr>
            <p:ph type="sldImg"/>
          </p:nvPr>
        </p:nvSpPr>
        <p:spPr>
          <a:ln w="12700" cap="flat">
            <a:solidFill>
              <a:schemeClr val="tx1"/>
            </a:solidFill>
          </a:ln>
        </p:spPr>
      </p:sp>
      <p:sp>
        <p:nvSpPr>
          <p:cNvPr id="4198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34016244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9F304012-C1A8-491D-8671-33E78B19B301}" type="slidenum">
              <a:rPr lang="en-US">
                <a:latin typeface="Times New Roman" panose="02020603050405020304" pitchFamily="18" charset="0"/>
              </a:rPr>
              <a:pPr/>
              <a:t>14</a:t>
            </a:fld>
            <a:endParaRPr lang="en-US">
              <a:latin typeface="Times New Roman" panose="02020603050405020304" pitchFamily="18" charset="0"/>
            </a:endParaRPr>
          </a:p>
        </p:txBody>
      </p:sp>
      <p:sp>
        <p:nvSpPr>
          <p:cNvPr id="43011" name="Rectangle 2"/>
          <p:cNvSpPr>
            <a:spLocks noGrp="1" noRot="1" noChangeAspect="1" noChangeArrowheads="1" noTextEdit="1"/>
          </p:cNvSpPr>
          <p:nvPr>
            <p:ph type="sldImg"/>
          </p:nvPr>
        </p:nvSpPr>
        <p:spPr>
          <a:ln/>
        </p:spPr>
      </p:sp>
      <p:sp>
        <p:nvSpPr>
          <p:cNvPr id="4301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312584755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683EB9A-C85F-425E-8BEC-8100D0831ED8}" type="slidenum">
              <a:rPr lang="en-US">
                <a:latin typeface="Times New Roman" panose="02020603050405020304" pitchFamily="18" charset="0"/>
              </a:rPr>
              <a:pPr/>
              <a:t>15</a:t>
            </a:fld>
            <a:endParaRPr lang="en-US">
              <a:latin typeface="Times New Roman" panose="02020603050405020304" pitchFamily="18" charset="0"/>
            </a:endParaRPr>
          </a:p>
        </p:txBody>
      </p:sp>
      <p:sp>
        <p:nvSpPr>
          <p:cNvPr id="44035" name="Rectangle 2"/>
          <p:cNvSpPr>
            <a:spLocks noGrp="1" noRot="1" noChangeAspect="1" noChangeArrowheads="1" noTextEdit="1"/>
          </p:cNvSpPr>
          <p:nvPr>
            <p:ph type="sldImg"/>
          </p:nvPr>
        </p:nvSpPr>
        <p:spPr>
          <a:ln/>
        </p:spPr>
      </p:sp>
      <p:sp>
        <p:nvSpPr>
          <p:cNvPr id="4403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412452971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D5B0C204-3734-4A68-BB98-48F84CDA2F20}" type="slidenum">
              <a:rPr lang="en-US">
                <a:latin typeface="Times New Roman" panose="02020603050405020304" pitchFamily="18" charset="0"/>
              </a:rPr>
              <a:pPr/>
              <a:t>16</a:t>
            </a:fld>
            <a:endParaRPr lang="en-US">
              <a:latin typeface="Times New Roman" panose="02020603050405020304" pitchFamily="18" charset="0"/>
            </a:endParaRPr>
          </a:p>
        </p:txBody>
      </p:sp>
      <p:sp>
        <p:nvSpPr>
          <p:cNvPr id="45059" name="Rectangle 2"/>
          <p:cNvSpPr>
            <a:spLocks noGrp="1" noRot="1" noChangeAspect="1" noChangeArrowheads="1" noTextEdit="1"/>
          </p:cNvSpPr>
          <p:nvPr>
            <p:ph type="sldImg"/>
          </p:nvPr>
        </p:nvSpPr>
        <p:spPr>
          <a:ln/>
        </p:spPr>
      </p:sp>
      <p:sp>
        <p:nvSpPr>
          <p:cNvPr id="4506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370496292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5EC9B5A-BFAF-4C32-9DEB-35A7D56F00F0}" type="slidenum">
              <a:rPr lang="en-US">
                <a:latin typeface="Times New Roman" panose="02020603050405020304" pitchFamily="18" charset="0"/>
              </a:rPr>
              <a:pPr/>
              <a:t>17</a:t>
            </a:fld>
            <a:endParaRPr lang="en-US">
              <a:latin typeface="Times New Roman" panose="02020603050405020304" pitchFamily="18" charset="0"/>
            </a:endParaRPr>
          </a:p>
        </p:txBody>
      </p:sp>
      <p:sp>
        <p:nvSpPr>
          <p:cNvPr id="46083" name="Rectangle 2"/>
          <p:cNvSpPr>
            <a:spLocks noGrp="1" noRot="1" noChangeAspect="1" noChangeArrowheads="1" noTextEdit="1"/>
          </p:cNvSpPr>
          <p:nvPr>
            <p:ph type="sldImg"/>
          </p:nvPr>
        </p:nvSpPr>
        <p:spPr>
          <a:ln w="12700" cap="flat">
            <a:solidFill>
              <a:schemeClr val="tx1"/>
            </a:solidFill>
          </a:ln>
        </p:spPr>
      </p:sp>
      <p:sp>
        <p:nvSpPr>
          <p:cNvPr id="460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p>
            <a:endParaRPr lang="en-US" smtClean="0"/>
          </a:p>
        </p:txBody>
      </p:sp>
    </p:spTree>
    <p:extLst>
      <p:ext uri="{BB962C8B-B14F-4D97-AF65-F5344CB8AC3E}">
        <p14:creationId xmlns:p14="http://schemas.microsoft.com/office/powerpoint/2010/main" val="266153615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E70A3E7E-EC41-4139-91D4-B96A3745F809}" type="slidenum">
              <a:rPr lang="en-US">
                <a:latin typeface="Times New Roman" panose="02020603050405020304" pitchFamily="18" charset="0"/>
              </a:rPr>
              <a:pPr/>
              <a:t>18</a:t>
            </a:fld>
            <a:endParaRPr lang="en-US">
              <a:latin typeface="Times New Roman" panose="02020603050405020304" pitchFamily="18" charset="0"/>
            </a:endParaRPr>
          </a:p>
        </p:txBody>
      </p:sp>
      <p:sp>
        <p:nvSpPr>
          <p:cNvPr id="47107" name="Rectangle 2"/>
          <p:cNvSpPr>
            <a:spLocks noGrp="1" noRot="1" noChangeAspect="1" noChangeArrowheads="1" noTextEdit="1"/>
          </p:cNvSpPr>
          <p:nvPr>
            <p:ph type="sldImg"/>
          </p:nvPr>
        </p:nvSpPr>
        <p:spPr>
          <a:ln/>
        </p:spPr>
      </p:sp>
      <p:sp>
        <p:nvSpPr>
          <p:cNvPr id="471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382727390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6F296986-6D3F-485E-B4AF-FC1C188613B6}" type="slidenum">
              <a:rPr lang="en-US">
                <a:latin typeface="Times New Roman" panose="02020603050405020304" pitchFamily="18" charset="0"/>
              </a:rPr>
              <a:pPr/>
              <a:t>19</a:t>
            </a:fld>
            <a:endParaRPr lang="en-US">
              <a:latin typeface="Times New Roman" panose="02020603050405020304" pitchFamily="18" charset="0"/>
            </a:endParaRPr>
          </a:p>
        </p:txBody>
      </p:sp>
      <p:sp>
        <p:nvSpPr>
          <p:cNvPr id="48131" name="Rectangle 2"/>
          <p:cNvSpPr>
            <a:spLocks noGrp="1" noRot="1" noChangeAspect="1" noChangeArrowheads="1" noTextEdit="1"/>
          </p:cNvSpPr>
          <p:nvPr>
            <p:ph type="sldImg"/>
          </p:nvPr>
        </p:nvSpPr>
        <p:spPr>
          <a:ln/>
        </p:spPr>
      </p:sp>
      <p:sp>
        <p:nvSpPr>
          <p:cNvPr id="4813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902377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149CE2B4-45CF-4875-88DF-15EA23CE0700}" type="slidenum">
              <a:rPr lang="en-US">
                <a:latin typeface="Times New Roman" panose="02020603050405020304" pitchFamily="18" charset="0"/>
              </a:rPr>
              <a:pPr/>
              <a:t>20</a:t>
            </a:fld>
            <a:endParaRPr lang="en-US">
              <a:latin typeface="Times New Roman" panose="02020603050405020304" pitchFamily="18" charset="0"/>
            </a:endParaRPr>
          </a:p>
        </p:txBody>
      </p:sp>
      <p:sp>
        <p:nvSpPr>
          <p:cNvPr id="49155" name="Rectangle 2"/>
          <p:cNvSpPr>
            <a:spLocks noGrp="1" noRot="1" noChangeAspect="1" noChangeArrowheads="1" noTextEdit="1"/>
          </p:cNvSpPr>
          <p:nvPr>
            <p:ph type="sldImg"/>
          </p:nvPr>
        </p:nvSpPr>
        <p:spPr>
          <a:ln/>
        </p:spPr>
      </p:sp>
      <p:sp>
        <p:nvSpPr>
          <p:cNvPr id="49156"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8805536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FCFDB4D3-6996-4234-B876-F6AF039169E9}" type="slidenum">
              <a:rPr lang="en-US">
                <a:latin typeface="Times New Roman" panose="02020603050405020304" pitchFamily="18" charset="0"/>
              </a:rPr>
              <a:pPr/>
              <a:t>21</a:t>
            </a:fld>
            <a:endParaRPr lang="en-US">
              <a:latin typeface="Times New Roman" panose="02020603050405020304" pitchFamily="18" charset="0"/>
            </a:endParaRPr>
          </a:p>
        </p:txBody>
      </p:sp>
      <p:sp>
        <p:nvSpPr>
          <p:cNvPr id="50179" name="Rectangle 2"/>
          <p:cNvSpPr>
            <a:spLocks noGrp="1" noRot="1" noChangeAspect="1" noChangeArrowheads="1" noTextEdit="1"/>
          </p:cNvSpPr>
          <p:nvPr>
            <p:ph type="sldImg"/>
          </p:nvPr>
        </p:nvSpPr>
        <p:spPr>
          <a:ln/>
        </p:spPr>
      </p:sp>
      <p:sp>
        <p:nvSpPr>
          <p:cNvPr id="50180"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6887972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51F4F940-3F22-4619-B626-9B1B71D30D4D}" type="slidenum">
              <a:rPr lang="en-US">
                <a:latin typeface="Times New Roman" panose="02020603050405020304" pitchFamily="18" charset="0"/>
              </a:rPr>
              <a:pPr/>
              <a:t>22</a:t>
            </a:fld>
            <a:endParaRPr lang="en-US">
              <a:latin typeface="Times New Roman" panose="02020603050405020304" pitchFamily="18" charset="0"/>
            </a:endParaRPr>
          </a:p>
        </p:txBody>
      </p:sp>
      <p:sp>
        <p:nvSpPr>
          <p:cNvPr id="51203" name="Rectangle 2"/>
          <p:cNvSpPr>
            <a:spLocks noGrp="1" noRot="1" noChangeAspect="1" noChangeArrowheads="1" noTextEdit="1"/>
          </p:cNvSpPr>
          <p:nvPr>
            <p:ph type="sldImg"/>
          </p:nvPr>
        </p:nvSpPr>
        <p:spPr>
          <a:ln/>
        </p:spPr>
      </p:sp>
      <p:sp>
        <p:nvSpPr>
          <p:cNvPr id="5120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41826699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CEA8CB10-009C-4F25-8002-A6D9FA79EF55}" type="slidenum">
              <a:rPr lang="en-US">
                <a:latin typeface="Times New Roman" panose="02020603050405020304" pitchFamily="18" charset="0"/>
              </a:rPr>
              <a:pPr/>
              <a:t>23</a:t>
            </a:fld>
            <a:endParaRPr lang="en-US">
              <a:latin typeface="Times New Roman" panose="02020603050405020304" pitchFamily="18" charset="0"/>
            </a:endParaRPr>
          </a:p>
        </p:txBody>
      </p:sp>
      <p:sp>
        <p:nvSpPr>
          <p:cNvPr id="52227" name="Rectangle 2"/>
          <p:cNvSpPr>
            <a:spLocks noGrp="1" noRot="1" noChangeAspect="1" noChangeArrowheads="1" noTextEdit="1"/>
          </p:cNvSpPr>
          <p:nvPr>
            <p:ph type="sldImg"/>
          </p:nvPr>
        </p:nvSpPr>
        <p:spPr>
          <a:ln/>
        </p:spPr>
      </p:sp>
      <p:sp>
        <p:nvSpPr>
          <p:cNvPr id="5222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241829392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fld id="{0CAC343C-6CA7-4AB7-8EC0-EE1CB52F181F}" type="slidenum">
              <a:rPr lang="en-US">
                <a:latin typeface="Times New Roman" panose="02020603050405020304" pitchFamily="18" charset="0"/>
              </a:rPr>
              <a:pPr/>
              <a:t>24</a:t>
            </a:fld>
            <a:endParaRPr lang="en-US">
              <a:latin typeface="Times New Roman" panose="02020603050405020304" pitchFamily="18" charset="0"/>
            </a:endParaRPr>
          </a:p>
        </p:txBody>
      </p:sp>
      <p:sp>
        <p:nvSpPr>
          <p:cNvPr id="53251" name="Rectangle 2"/>
          <p:cNvSpPr>
            <a:spLocks noGrp="1" noRot="1" noChangeAspect="1" noChangeArrowheads="1" noTextEdit="1"/>
          </p:cNvSpPr>
          <p:nvPr>
            <p:ph type="sldImg"/>
          </p:nvPr>
        </p:nvSpPr>
        <p:spPr>
          <a:ln/>
        </p:spPr>
      </p:sp>
      <p:sp>
        <p:nvSpPr>
          <p:cNvPr id="53252"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smtClean="0"/>
          </a:p>
        </p:txBody>
      </p:sp>
    </p:spTree>
    <p:extLst>
      <p:ext uri="{BB962C8B-B14F-4D97-AF65-F5344CB8AC3E}">
        <p14:creationId xmlns:p14="http://schemas.microsoft.com/office/powerpoint/2010/main" val="87330646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showMasterPhAnim="0" type="title" preserve="1">
  <p:cSld name="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0" y="0"/>
            <a:ext cx="5867400" cy="6858000"/>
            <a:chOff x="0" y="0"/>
            <a:chExt cx="3696" cy="4320"/>
          </a:xfrm>
        </p:grpSpPr>
        <p:sp>
          <p:nvSpPr>
            <p:cNvPr id="5" name="Rectangle 3"/>
            <p:cNvSpPr>
              <a:spLocks noChangeArrowheads="1"/>
            </p:cNvSpPr>
            <p:nvPr/>
          </p:nvSpPr>
          <p:spPr bwMode="auto">
            <a:xfrm>
              <a:off x="0" y="0"/>
              <a:ext cx="2880" cy="4320"/>
            </a:xfrm>
            <a:prstGeom prst="rect">
              <a:avLst/>
            </a:prstGeom>
            <a:solidFill>
              <a:schemeClr val="accent2"/>
            </a:solidFill>
            <a:ln w="9525">
              <a:noFill/>
              <a:miter lim="800000"/>
              <a:headEnd/>
              <a:tailEnd/>
            </a:ln>
            <a:effectLst/>
          </p:spPr>
          <p:txBody>
            <a:bodyPr wrap="none" anchor="ctr"/>
            <a:lstStyle/>
            <a:p>
              <a:pPr algn="ctr">
                <a:defRPr/>
              </a:pPr>
              <a:endParaRPr kumimoji="1" lang="en-US" sz="2400">
                <a:latin typeface="Times New Roman" pitchFamily="18" charset="0"/>
                <a:cs typeface="+mn-cs"/>
              </a:endParaRPr>
            </a:p>
          </p:txBody>
        </p:sp>
        <p:sp>
          <p:nvSpPr>
            <p:cNvPr id="6" name="AutoShape 4"/>
            <p:cNvSpPr>
              <a:spLocks noChangeArrowheads="1"/>
            </p:cNvSpPr>
            <p:nvPr/>
          </p:nvSpPr>
          <p:spPr bwMode="white">
            <a:xfrm>
              <a:off x="432" y="624"/>
              <a:ext cx="3264" cy="1200"/>
            </a:xfrm>
            <a:prstGeom prst="roundRect">
              <a:avLst>
                <a:gd name="adj" fmla="val 50000"/>
              </a:avLst>
            </a:prstGeom>
            <a:solidFill>
              <a:schemeClr val="bg1"/>
            </a:solidFill>
            <a:ln w="9525">
              <a:noFill/>
              <a:round/>
              <a:headEnd/>
              <a:tailEnd/>
            </a:ln>
            <a:effectLst/>
          </p:spPr>
          <p:txBody>
            <a:bodyPr wrap="none" anchor="ctr"/>
            <a:lstStyle/>
            <a:p>
              <a:pPr algn="ctr">
                <a:defRPr/>
              </a:pPr>
              <a:endParaRPr kumimoji="1" lang="en-US" sz="2400">
                <a:latin typeface="Times New Roman" pitchFamily="18" charset="0"/>
                <a:cs typeface="+mn-cs"/>
              </a:endParaRPr>
            </a:p>
          </p:txBody>
        </p:sp>
      </p:grpSp>
      <p:grpSp>
        <p:nvGrpSpPr>
          <p:cNvPr id="7" name="Group 5"/>
          <p:cNvGrpSpPr>
            <a:grpSpLocks/>
          </p:cNvGrpSpPr>
          <p:nvPr/>
        </p:nvGrpSpPr>
        <p:grpSpPr bwMode="auto">
          <a:xfrm>
            <a:off x="3632200" y="4889500"/>
            <a:ext cx="4876800" cy="319088"/>
            <a:chOff x="2288" y="3080"/>
            <a:chExt cx="3072" cy="201"/>
          </a:xfrm>
        </p:grpSpPr>
        <p:sp>
          <p:nvSpPr>
            <p:cNvPr id="8" name="AutoShape 6"/>
            <p:cNvSpPr>
              <a:spLocks noChangeArrowheads="1"/>
            </p:cNvSpPr>
            <p:nvPr/>
          </p:nvSpPr>
          <p:spPr bwMode="auto">
            <a:xfrm flipH="1">
              <a:off x="2288" y="3080"/>
              <a:ext cx="2914" cy="200"/>
            </a:xfrm>
            <a:prstGeom prst="roundRect">
              <a:avLst>
                <a:gd name="adj" fmla="val 0"/>
              </a:avLst>
            </a:prstGeom>
            <a:solidFill>
              <a:schemeClr val="hlink"/>
            </a:solidFill>
            <a:ln w="9525">
              <a:noFill/>
              <a:round/>
              <a:headEnd/>
              <a:tailEnd/>
            </a:ln>
            <a:effectLst/>
          </p:spPr>
          <p:txBody>
            <a:bodyPr wrap="none" anchor="ctr"/>
            <a:lstStyle/>
            <a:p>
              <a:pPr eaLnBrk="0" hangingPunct="0">
                <a:defRPr/>
              </a:pPr>
              <a:endParaRPr lang="en-US">
                <a:latin typeface="Arial" charset="0"/>
                <a:cs typeface="+mn-cs"/>
              </a:endParaRPr>
            </a:p>
          </p:txBody>
        </p:sp>
        <p:sp>
          <p:nvSpPr>
            <p:cNvPr id="9" name="AutoShape 7"/>
            <p:cNvSpPr>
              <a:spLocks noChangeArrowheads="1"/>
            </p:cNvSpPr>
            <p:nvPr/>
          </p:nvSpPr>
          <p:spPr bwMode="auto">
            <a:xfrm>
              <a:off x="5196" y="3080"/>
              <a:ext cx="164" cy="201"/>
            </a:xfrm>
            <a:prstGeom prst="flowChartDelay">
              <a:avLst/>
            </a:prstGeom>
            <a:solidFill>
              <a:schemeClr val="hlink"/>
            </a:solidFill>
            <a:ln w="9525">
              <a:noFill/>
              <a:miter lim="800000"/>
              <a:headEnd/>
              <a:tailEnd/>
            </a:ln>
            <a:effectLst/>
          </p:spPr>
          <p:txBody>
            <a:bodyPr wrap="none" anchor="ctr"/>
            <a:lstStyle/>
            <a:p>
              <a:pPr eaLnBrk="0" hangingPunct="0">
                <a:defRPr/>
              </a:pPr>
              <a:endParaRPr lang="en-US">
                <a:latin typeface="Arial" charset="0"/>
                <a:cs typeface="+mn-cs"/>
              </a:endParaRPr>
            </a:p>
          </p:txBody>
        </p:sp>
      </p:grpSp>
      <p:sp>
        <p:nvSpPr>
          <p:cNvPr id="10" name="Text Box 13"/>
          <p:cNvSpPr txBox="1">
            <a:spLocks noChangeArrowheads="1"/>
          </p:cNvSpPr>
          <p:nvPr userDrawn="1"/>
        </p:nvSpPr>
        <p:spPr bwMode="auto">
          <a:xfrm>
            <a:off x="11113" y="6583363"/>
            <a:ext cx="16065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en-US" sz="1200" b="1" i="1">
                <a:latin typeface="Times" panose="02020603050405020304" pitchFamily="18" charset="0"/>
              </a:rPr>
              <a:t>McGraw-Hill/Irwin</a:t>
            </a:r>
            <a:endParaRPr lang="en-US" sz="2400">
              <a:latin typeface="Times New Roman" panose="02020603050405020304" pitchFamily="18" charset="0"/>
            </a:endParaRPr>
          </a:p>
        </p:txBody>
      </p:sp>
      <p:sp>
        <p:nvSpPr>
          <p:cNvPr id="11" name="Text Box 12"/>
          <p:cNvSpPr txBox="1">
            <a:spLocks noChangeArrowheads="1"/>
          </p:cNvSpPr>
          <p:nvPr userDrawn="1"/>
        </p:nvSpPr>
        <p:spPr bwMode="auto">
          <a:xfrm>
            <a:off x="3524250" y="6545263"/>
            <a:ext cx="5803900" cy="274637"/>
          </a:xfrm>
          <a:prstGeom prst="rect">
            <a:avLst/>
          </a:prstGeom>
          <a:noFill/>
          <a:ln w="9525">
            <a:noFill/>
            <a:miter lim="800000"/>
            <a:headEnd/>
            <a:tailEnd/>
          </a:ln>
          <a:effec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1200" b="1" i="1">
                <a:latin typeface="Times" panose="02020603050405020304" pitchFamily="18" charset="0"/>
              </a:rPr>
              <a:t>Copyright © 2010 by The McGraw-Hill Companies, Inc. All rights reserved.</a:t>
            </a:r>
          </a:p>
        </p:txBody>
      </p:sp>
      <p:sp>
        <p:nvSpPr>
          <p:cNvPr id="342024" name="Rectangle 8"/>
          <p:cNvSpPr>
            <a:spLocks noGrp="1" noChangeArrowheads="1"/>
          </p:cNvSpPr>
          <p:nvPr>
            <p:ph type="subTitle" idx="1"/>
          </p:nvPr>
        </p:nvSpPr>
        <p:spPr>
          <a:xfrm>
            <a:off x="4673600" y="2927350"/>
            <a:ext cx="4013200" cy="1822450"/>
          </a:xfrm>
        </p:spPr>
        <p:txBody>
          <a:bodyPr anchor="b"/>
          <a:lstStyle>
            <a:lvl1pPr marL="0" indent="0">
              <a:buFont typeface="Wingdings" pitchFamily="2" charset="2"/>
              <a:buNone/>
              <a:defRPr>
                <a:solidFill>
                  <a:srgbClr val="C00000"/>
                </a:solidFill>
              </a:defRPr>
            </a:lvl1pPr>
          </a:lstStyle>
          <a:p>
            <a:r>
              <a:rPr lang="en-US" dirty="0"/>
              <a:t>Click to edit Master subtitle style</a:t>
            </a:r>
          </a:p>
        </p:txBody>
      </p:sp>
      <p:sp>
        <p:nvSpPr>
          <p:cNvPr id="342027" name="AutoShape 11"/>
          <p:cNvSpPr>
            <a:spLocks noGrp="1" noChangeArrowheads="1"/>
          </p:cNvSpPr>
          <p:nvPr>
            <p:ph type="ctrTitle" sz="quarter"/>
          </p:nvPr>
        </p:nvSpPr>
        <p:spPr>
          <a:xfrm>
            <a:off x="685800" y="990600"/>
            <a:ext cx="8229600" cy="1905000"/>
          </a:xfrm>
          <a:prstGeom prst="roundRect">
            <a:avLst>
              <a:gd name="adj" fmla="val 50000"/>
            </a:avLst>
          </a:prstGeom>
        </p:spPr>
        <p:txBody>
          <a:bodyPr anchor="ctr"/>
          <a:lstStyle>
            <a:lvl1pPr algn="ctr">
              <a:defRPr>
                <a:solidFill>
                  <a:schemeClr val="tx1"/>
                </a:solidFill>
              </a:defRPr>
            </a:lvl1pPr>
          </a:lstStyle>
          <a:p>
            <a:r>
              <a:rPr lang="en-US"/>
              <a:t>Click to edit Master title style</a:t>
            </a:r>
          </a:p>
        </p:txBody>
      </p:sp>
    </p:spTree>
    <p:extLst>
      <p:ext uri="{BB962C8B-B14F-4D97-AF65-F5344CB8AC3E}">
        <p14:creationId xmlns:p14="http://schemas.microsoft.com/office/powerpoint/2010/main" val="3572812993"/>
      </p:ext>
    </p:extLst>
  </p:cSld>
  <p:clrMapOvr>
    <a:masterClrMapping/>
  </p:clrMapOvr>
  <p:transition>
    <p:wipe dir="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697892970"/>
      </p:ext>
    </p:extLst>
  </p:cSld>
  <p:clrMapOvr>
    <a:masterClrMapping/>
  </p:clrMapOvr>
  <p:transition>
    <p:wipe dir="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541259238"/>
      </p:ext>
    </p:extLst>
  </p:cSld>
  <p:clrMapOvr>
    <a:masterClrMapping/>
  </p:clrMapOvr>
  <p:transition>
    <p:wipe dir="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905000"/>
            <a:ext cx="3770313" cy="4181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0913" y="1905000"/>
            <a:ext cx="3770312" cy="41814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570245666"/>
      </p:ext>
    </p:extLst>
  </p:cSld>
  <p:clrMapOvr>
    <a:masterClrMapping/>
  </p:clrMapOvr>
  <p:transition>
    <p:wipe dir="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09500127"/>
      </p:ext>
    </p:extLst>
  </p:cSld>
  <p:clrMapOvr>
    <a:masterClrMapping/>
  </p:clrMapOvr>
  <p:transition>
    <p:wipe dir="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508743868"/>
      </p:ext>
    </p:extLst>
  </p:cSld>
  <p:clrMapOvr>
    <a:masterClrMapping/>
  </p:clrMapOvr>
  <p:transition>
    <p:wipe dir="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633498892"/>
      </p:ext>
    </p:extLst>
  </p:cSld>
  <p:clrMapOvr>
    <a:masterClrMapping/>
  </p:clrMapOvr>
  <p:transition>
    <p:wipe dir="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177270495"/>
      </p:ext>
    </p:extLst>
  </p:cSld>
  <p:clrMapOvr>
    <a:masterClrMapping/>
  </p:clrMapOvr>
  <p:transition>
    <p:wipe dir="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036131595"/>
      </p:ext>
    </p:extLst>
  </p:cSld>
  <p:clrMapOvr>
    <a:masterClrMapping/>
  </p:clrMapOvr>
  <p:transition>
    <p:wipe dir="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87213890"/>
      </p:ext>
    </p:extLst>
  </p:cSld>
  <p:clrMapOvr>
    <a:masterClrMapping/>
  </p:clrMapOvr>
  <p:transition>
    <p:wipe dir="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32563" y="457200"/>
            <a:ext cx="1998662" cy="56292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33400" y="457200"/>
            <a:ext cx="5846763" cy="56292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952735035"/>
      </p:ext>
    </p:extLst>
  </p:cSld>
  <p:clrMapOvr>
    <a:masterClrMapping/>
  </p:clrMapOvr>
  <p:transition>
    <p:wipe dir="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33400" y="457200"/>
            <a:ext cx="7924800" cy="9144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838200" y="1905000"/>
            <a:ext cx="3770313" cy="4181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0913" y="1905000"/>
            <a:ext cx="3770312" cy="418147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9"/>
          <p:cNvSpPr>
            <a:spLocks noGrp="1" noChangeArrowheads="1"/>
          </p:cNvSpPr>
          <p:nvPr>
            <p:ph type="ftr" sz="quarter" idx="10"/>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157780465"/>
      </p:ext>
    </p:extLst>
  </p:cSld>
  <p:clrMapOvr>
    <a:masterClrMapping/>
  </p:clrMapOvr>
  <p:transition>
    <p:wipe dir="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848763870"/>
      </p:ext>
    </p:extLst>
  </p:cSld>
  <p:clrMapOvr>
    <a:masterClrMapping/>
  </p:clrMapOvr>
  <p:transition>
    <p:wipe dir="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54214188"/>
      </p:ext>
    </p:extLst>
  </p:cSld>
  <p:clrMapOvr>
    <a:masterClrMapping/>
  </p:clrMapOvr>
  <p:transition>
    <p:wipe dir="r"/>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998720855"/>
      </p:ext>
    </p:extLst>
  </p:cSld>
  <p:clrMapOvr>
    <a:masterClrMapping/>
  </p:clrMapOvr>
  <p:transition>
    <p:wipe dir="r"/>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2362200"/>
            <a:ext cx="3770313"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760913" y="2362200"/>
            <a:ext cx="3770312" cy="372427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377855117"/>
      </p:ext>
    </p:extLst>
  </p:cSld>
  <p:clrMapOvr>
    <a:masterClrMapping/>
  </p:clrMapOvr>
  <p:transition>
    <p:wipe dir="r"/>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Rectangle 11"/>
          <p:cNvSpPr>
            <a:spLocks noGrp="1" noChangeArrowheads="1"/>
          </p:cNvSpPr>
          <p:nvPr>
            <p:ph type="dt" sz="half" idx="10"/>
          </p:nvPr>
        </p:nvSpPr>
        <p:spPr>
          <a:ln/>
        </p:spPr>
        <p:txBody>
          <a:bodyPr/>
          <a:lstStyle>
            <a:lvl1pPr>
              <a:defRPr/>
            </a:lvl1pPr>
          </a:lstStyle>
          <a:p>
            <a:pPr>
              <a:defRPr/>
            </a:pPr>
            <a:endParaRPr lang="en-US"/>
          </a:p>
        </p:txBody>
      </p:sp>
      <p:sp>
        <p:nvSpPr>
          <p:cNvPr id="8"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314175945"/>
      </p:ext>
    </p:extLst>
  </p:cSld>
  <p:clrMapOvr>
    <a:masterClrMapping/>
  </p:clrMapOvr>
  <p:transition>
    <p:wipe dir="r"/>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Rectangle 11"/>
          <p:cNvSpPr>
            <a:spLocks noGrp="1" noChangeArrowheads="1"/>
          </p:cNvSpPr>
          <p:nvPr>
            <p:ph type="dt" sz="half" idx="10"/>
          </p:nvPr>
        </p:nvSpPr>
        <p:spPr>
          <a:ln/>
        </p:spPr>
        <p:txBody>
          <a:bodyPr/>
          <a:lstStyle>
            <a:lvl1pPr>
              <a:defRPr/>
            </a:lvl1pPr>
          </a:lstStyle>
          <a:p>
            <a:pPr>
              <a:defRPr/>
            </a:pPr>
            <a:endParaRPr lang="en-US"/>
          </a:p>
        </p:txBody>
      </p:sp>
      <p:sp>
        <p:nvSpPr>
          <p:cNvPr id="4"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767389110"/>
      </p:ext>
    </p:extLst>
  </p:cSld>
  <p:clrMapOvr>
    <a:masterClrMapping/>
  </p:clrMapOvr>
  <p:transition>
    <p:wipe dir="r"/>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11"/>
          <p:cNvSpPr>
            <a:spLocks noGrp="1" noChangeArrowheads="1"/>
          </p:cNvSpPr>
          <p:nvPr>
            <p:ph type="dt" sz="half" idx="10"/>
          </p:nvPr>
        </p:nvSpPr>
        <p:spPr>
          <a:ln/>
        </p:spPr>
        <p:txBody>
          <a:bodyPr/>
          <a:lstStyle>
            <a:lvl1pPr>
              <a:defRPr/>
            </a:lvl1pPr>
          </a:lstStyle>
          <a:p>
            <a:pPr>
              <a:defRPr/>
            </a:pPr>
            <a:endParaRPr lang="en-US"/>
          </a:p>
        </p:txBody>
      </p:sp>
      <p:sp>
        <p:nvSpPr>
          <p:cNvPr id="3"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236533075"/>
      </p:ext>
    </p:extLst>
  </p:cSld>
  <p:clrMapOvr>
    <a:masterClrMapping/>
  </p:clrMapOvr>
  <p:transition>
    <p:wipe dir="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3202348963"/>
      </p:ext>
    </p:extLst>
  </p:cSld>
  <p:clrMapOvr>
    <a:masterClrMapping/>
  </p:clrMapOvr>
  <p:transition>
    <p:wipe dir="r"/>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Rectangle 11"/>
          <p:cNvSpPr>
            <a:spLocks noGrp="1" noChangeArrowheads="1"/>
          </p:cNvSpPr>
          <p:nvPr>
            <p:ph type="dt" sz="half" idx="10"/>
          </p:nvPr>
        </p:nvSpPr>
        <p:spPr>
          <a:ln/>
        </p:spPr>
        <p:txBody>
          <a:bodyPr/>
          <a:lstStyle>
            <a:lvl1pPr>
              <a:defRPr/>
            </a:lvl1pPr>
          </a:lstStyle>
          <a:p>
            <a:pPr>
              <a:defRPr/>
            </a:pPr>
            <a:endParaRPr lang="en-US"/>
          </a:p>
        </p:txBody>
      </p:sp>
      <p:sp>
        <p:nvSpPr>
          <p:cNvPr id="6"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2882180896"/>
      </p:ext>
    </p:extLst>
  </p:cSld>
  <p:clrMapOvr>
    <a:masterClrMapping/>
  </p:clrMapOvr>
  <p:transition>
    <p:wipe dir="r"/>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378321515"/>
      </p:ext>
    </p:extLst>
  </p:cSld>
  <p:clrMapOvr>
    <a:masterClrMapping/>
  </p:clrMapOvr>
  <p:transition>
    <p:wipe dir="r"/>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05600" y="762000"/>
            <a:ext cx="1981200" cy="532447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762000" y="762000"/>
            <a:ext cx="5791200" cy="532447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Rectangle 11"/>
          <p:cNvSpPr>
            <a:spLocks noGrp="1" noChangeArrowheads="1"/>
          </p:cNvSpPr>
          <p:nvPr>
            <p:ph type="dt" sz="half" idx="10"/>
          </p:nvPr>
        </p:nvSpPr>
        <p:spPr>
          <a:ln/>
        </p:spPr>
        <p:txBody>
          <a:bodyPr/>
          <a:lstStyle>
            <a:lvl1pPr>
              <a:defRPr/>
            </a:lvl1pPr>
          </a:lstStyle>
          <a:p>
            <a:pPr>
              <a:defRPr/>
            </a:pPr>
            <a:endParaRPr lang="en-US"/>
          </a:p>
        </p:txBody>
      </p:sp>
      <p:sp>
        <p:nvSpPr>
          <p:cNvPr id="5" name="Rectangle 12"/>
          <p:cNvSpPr>
            <a:spLocks noGrp="1" noChangeArrowheads="1"/>
          </p:cNvSpPr>
          <p:nvPr>
            <p:ph type="ftr" sz="quarter" idx="11"/>
          </p:nvPr>
        </p:nvSpPr>
        <p:spPr>
          <a:ln/>
        </p:spPr>
        <p:txBody>
          <a:bodyPr/>
          <a:lstStyle>
            <a:lvl1pPr>
              <a:defRPr/>
            </a:lvl1pPr>
          </a:lstStyle>
          <a:p>
            <a:pPr>
              <a:defRPr/>
            </a:pPr>
            <a:endParaRPr lang="en-US"/>
          </a:p>
        </p:txBody>
      </p:sp>
    </p:spTree>
    <p:extLst>
      <p:ext uri="{BB962C8B-B14F-4D97-AF65-F5344CB8AC3E}">
        <p14:creationId xmlns:p14="http://schemas.microsoft.com/office/powerpoint/2010/main" val="1029218507"/>
      </p:ext>
    </p:extLst>
  </p:cSld>
  <p:clrMapOvr>
    <a:masterClrMapping/>
  </p:clrMapOvr>
  <p:transition>
    <p:wipe dir="r"/>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40994" name="Rectangle 2"/>
          <p:cNvSpPr>
            <a:spLocks noChangeArrowheads="1"/>
          </p:cNvSpPr>
          <p:nvPr/>
        </p:nvSpPr>
        <p:spPr bwMode="auto">
          <a:xfrm>
            <a:off x="0" y="0"/>
            <a:ext cx="457200" cy="6858000"/>
          </a:xfrm>
          <a:prstGeom prst="rect">
            <a:avLst/>
          </a:prstGeom>
          <a:solidFill>
            <a:schemeClr val="accent2"/>
          </a:solidFill>
          <a:ln w="9525">
            <a:noFill/>
            <a:miter lim="800000"/>
            <a:headEnd/>
            <a:tailEnd/>
          </a:ln>
          <a:effectLst/>
        </p:spPr>
        <p:txBody>
          <a:bodyPr wrap="none" anchor="ctr"/>
          <a:lstStyle/>
          <a:p>
            <a:pPr eaLnBrk="0" hangingPunct="0">
              <a:defRPr/>
            </a:pPr>
            <a:endParaRPr lang="en-US">
              <a:latin typeface="Arial" charset="0"/>
              <a:cs typeface="+mn-cs"/>
            </a:endParaRPr>
          </a:p>
        </p:txBody>
      </p:sp>
      <p:sp>
        <p:nvSpPr>
          <p:cNvPr id="340995" name="Freeform 3"/>
          <p:cNvSpPr>
            <a:spLocks/>
          </p:cNvSpPr>
          <p:nvPr/>
        </p:nvSpPr>
        <p:spPr bwMode="auto">
          <a:xfrm>
            <a:off x="0" y="0"/>
            <a:ext cx="3886200" cy="685800"/>
          </a:xfrm>
          <a:custGeom>
            <a:avLst/>
            <a:gdLst/>
            <a:ahLst/>
            <a:cxnLst>
              <a:cxn ang="0">
                <a:pos x="1728" y="0"/>
              </a:cxn>
              <a:cxn ang="0">
                <a:pos x="1728" y="480"/>
              </a:cxn>
              <a:cxn ang="0">
                <a:pos x="380" y="482"/>
              </a:cxn>
              <a:cxn ang="0">
                <a:pos x="354" y="480"/>
              </a:cxn>
              <a:cxn ang="0">
                <a:pos x="308" y="489"/>
              </a:cxn>
              <a:cxn ang="0">
                <a:pos x="246" y="531"/>
              </a:cxn>
              <a:cxn ang="0">
                <a:pos x="206" y="597"/>
              </a:cxn>
              <a:cxn ang="0">
                <a:pos x="192" y="666"/>
              </a:cxn>
              <a:cxn ang="0">
                <a:pos x="192" y="735"/>
              </a:cxn>
              <a:cxn ang="0">
                <a:pos x="0" y="735"/>
              </a:cxn>
              <a:cxn ang="0">
                <a:pos x="0" y="480"/>
              </a:cxn>
              <a:cxn ang="0">
                <a:pos x="0" y="0"/>
              </a:cxn>
              <a:cxn ang="0">
                <a:pos x="1728" y="0"/>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w="9525" cap="flat" cmpd="sng">
            <a:noFill/>
            <a:prstDash val="solid"/>
            <a:miter lim="800000"/>
            <a:headEnd type="none" w="med" len="med"/>
            <a:tailEnd type="none" w="med" len="med"/>
          </a:ln>
          <a:effectLst/>
        </p:spPr>
        <p:txBody>
          <a:bodyPr wrap="none"/>
          <a:lstStyle/>
          <a:p>
            <a:pPr eaLnBrk="0" hangingPunct="0">
              <a:defRPr/>
            </a:pPr>
            <a:endParaRPr lang="en-US">
              <a:latin typeface="Arial" charset="0"/>
              <a:cs typeface="+mn-cs"/>
            </a:endParaRPr>
          </a:p>
        </p:txBody>
      </p:sp>
      <p:grpSp>
        <p:nvGrpSpPr>
          <p:cNvPr id="4100" name="Group 4"/>
          <p:cNvGrpSpPr>
            <a:grpSpLocks/>
          </p:cNvGrpSpPr>
          <p:nvPr userDrawn="1"/>
        </p:nvGrpSpPr>
        <p:grpSpPr bwMode="auto">
          <a:xfrm>
            <a:off x="228600" y="1371600"/>
            <a:ext cx="7391400" cy="319088"/>
            <a:chOff x="144" y="1104"/>
            <a:chExt cx="4656" cy="201"/>
          </a:xfrm>
        </p:grpSpPr>
        <p:sp>
          <p:nvSpPr>
            <p:cNvPr id="340997" name="AutoShape 5"/>
            <p:cNvSpPr>
              <a:spLocks noChangeArrowheads="1"/>
            </p:cNvSpPr>
            <p:nvPr/>
          </p:nvSpPr>
          <p:spPr bwMode="auto">
            <a:xfrm>
              <a:off x="384" y="1104"/>
              <a:ext cx="4416" cy="200"/>
            </a:xfrm>
            <a:prstGeom prst="roundRect">
              <a:avLst>
                <a:gd name="adj" fmla="val 0"/>
              </a:avLst>
            </a:prstGeom>
            <a:solidFill>
              <a:schemeClr val="hlink"/>
            </a:solidFill>
            <a:ln w="9525">
              <a:noFill/>
              <a:round/>
              <a:headEnd/>
              <a:tailEnd/>
            </a:ln>
            <a:effectLst/>
          </p:spPr>
          <p:txBody>
            <a:bodyPr wrap="none" anchor="ctr"/>
            <a:lstStyle/>
            <a:p>
              <a:pPr eaLnBrk="0" hangingPunct="0">
                <a:defRPr/>
              </a:pPr>
              <a:endParaRPr lang="en-US">
                <a:latin typeface="Arial" charset="0"/>
                <a:cs typeface="+mn-cs"/>
              </a:endParaRPr>
            </a:p>
          </p:txBody>
        </p:sp>
        <p:sp>
          <p:nvSpPr>
            <p:cNvPr id="340998" name="AutoShape 6"/>
            <p:cNvSpPr>
              <a:spLocks noChangeArrowheads="1"/>
            </p:cNvSpPr>
            <p:nvPr/>
          </p:nvSpPr>
          <p:spPr bwMode="auto">
            <a:xfrm flipH="1">
              <a:off x="144" y="1104"/>
              <a:ext cx="248" cy="201"/>
            </a:xfrm>
            <a:prstGeom prst="flowChartDelay">
              <a:avLst/>
            </a:prstGeom>
            <a:solidFill>
              <a:schemeClr val="hlink"/>
            </a:solidFill>
            <a:ln w="9525">
              <a:noFill/>
              <a:miter lim="800000"/>
              <a:headEnd/>
              <a:tailEnd/>
            </a:ln>
            <a:effectLst/>
          </p:spPr>
          <p:txBody>
            <a:bodyPr wrap="none" anchor="ctr"/>
            <a:lstStyle/>
            <a:p>
              <a:pPr eaLnBrk="0" hangingPunct="0">
                <a:defRPr/>
              </a:pPr>
              <a:endParaRPr lang="en-US">
                <a:latin typeface="Arial" charset="0"/>
                <a:cs typeface="+mn-cs"/>
              </a:endParaRPr>
            </a:p>
          </p:txBody>
        </p:sp>
      </p:grpSp>
      <p:sp>
        <p:nvSpPr>
          <p:cNvPr id="4101" name="AutoShape 7"/>
          <p:cNvSpPr>
            <a:spLocks noGrp="1" noChangeArrowheads="1"/>
          </p:cNvSpPr>
          <p:nvPr>
            <p:ph type="title"/>
          </p:nvPr>
        </p:nvSpPr>
        <p:spPr bwMode="auto">
          <a:xfrm>
            <a:off x="533400" y="457200"/>
            <a:ext cx="7924800" cy="9144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341000" name="Rectangle 8"/>
          <p:cNvSpPr>
            <a:spLocks noGrp="1" noChangeArrowheads="1"/>
          </p:cNvSpPr>
          <p:nvPr>
            <p:ph type="body" idx="1"/>
          </p:nvPr>
        </p:nvSpPr>
        <p:spPr bwMode="auto">
          <a:xfrm>
            <a:off x="838200" y="1905000"/>
            <a:ext cx="7693025" cy="4181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41001" name="Rectangle 9"/>
          <p:cNvSpPr>
            <a:spLocks noGrp="1" noChangeArrowheads="1"/>
          </p:cNvSpPr>
          <p:nvPr>
            <p:ph type="ftr" sz="quarter" idx="3"/>
          </p:nvPr>
        </p:nvSpPr>
        <p:spPr bwMode="auto">
          <a:xfrm>
            <a:off x="5791200" y="6248400"/>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charset="0"/>
                <a:cs typeface="+mn-cs"/>
              </a:defRPr>
            </a:lvl1pPr>
          </a:lstStyle>
          <a:p>
            <a:pPr>
              <a:defRPr/>
            </a:pPr>
            <a:endParaRPr lang="en-US"/>
          </a:p>
        </p:txBody>
      </p:sp>
      <p:sp>
        <p:nvSpPr>
          <p:cNvPr id="4107" name="Rectangle 11"/>
          <p:cNvSpPr>
            <a:spLocks noChangeArrowheads="1"/>
          </p:cNvSpPr>
          <p:nvPr userDrawn="1"/>
        </p:nvSpPr>
        <p:spPr bwMode="auto">
          <a:xfrm>
            <a:off x="0" y="6521450"/>
            <a:ext cx="477838" cy="260350"/>
          </a:xfrm>
          <a:prstGeom prst="rect">
            <a:avLst/>
          </a:prstGeom>
          <a:noFill/>
          <a:ln>
            <a:noFill/>
          </a:ln>
          <a:effectLst/>
          <a:extLst>
            <a:ext uri="{909E8E84-426E-40DD-AFC4-6F175D3DCCD1}">
              <a14:hiddenFill xmlns:a14="http://schemas.microsoft.com/office/drawing/2010/main">
                <a:solidFill>
                  <a:srgbClr val="FFF05B"/>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sz="1100"/>
              <a:t>8-</a:t>
            </a:r>
            <a:fld id="{FDC0B1A6-050B-4D29-B05B-B2DAFF2C8105}" type="slidenum">
              <a:rPr lang="en-US" sz="1100"/>
              <a:pPr algn="ctr"/>
              <a:t>‹#›</a:t>
            </a:fld>
            <a:endParaRPr lang="en-US" sz="1100"/>
          </a:p>
        </p:txBody>
      </p:sp>
    </p:spTree>
  </p:cSld>
  <p:clrMap bg1="lt1" tx1="dk1" bg2="lt2" tx2="dk2" accent1="accent1" accent2="accent2" accent3="accent3" accent4="accent4" accent5="accent5" accent6="accent6" hlink="hlink" folHlink="folHlink"/>
  <p:sldLayoutIdLst>
    <p:sldLayoutId id="2147483705" r:id="rId1"/>
    <p:sldLayoutId id="2147483693" r:id="rId2"/>
    <p:sldLayoutId id="2147483692" r:id="rId3"/>
    <p:sldLayoutId id="2147483691" r:id="rId4"/>
    <p:sldLayoutId id="2147483690" r:id="rId5"/>
    <p:sldLayoutId id="2147483689" r:id="rId6"/>
    <p:sldLayoutId id="2147483688" r:id="rId7"/>
    <p:sldLayoutId id="2147483687" r:id="rId8"/>
    <p:sldLayoutId id="2147483686" r:id="rId9"/>
    <p:sldLayoutId id="2147483685" r:id="rId10"/>
    <p:sldLayoutId id="2147483684" r:id="rId11"/>
    <p:sldLayoutId id="2147483683" r:id="rId12"/>
  </p:sldLayoutIdLst>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41000">
                                            <p:txEl>
                                              <p:pRg st="0" end="0"/>
                                            </p:txEl>
                                          </p:spTgt>
                                        </p:tgtEl>
                                        <p:attrNameLst>
                                          <p:attrName>style.visibility</p:attrName>
                                        </p:attrNameLst>
                                      </p:cBhvr>
                                      <p:to>
                                        <p:strVal val="visible"/>
                                      </p:to>
                                    </p:set>
                                    <p:animEffect transition="in" filter="wipe(left)">
                                      <p:cBhvr>
                                        <p:cTn id="7" dur="500"/>
                                        <p:tgtEl>
                                          <p:spTgt spid="341000">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41000">
                                            <p:txEl>
                                              <p:pRg st="1" end="1"/>
                                            </p:txEl>
                                          </p:spTgt>
                                        </p:tgtEl>
                                        <p:attrNameLst>
                                          <p:attrName>style.visibility</p:attrName>
                                        </p:attrNameLst>
                                      </p:cBhvr>
                                      <p:to>
                                        <p:strVal val="visible"/>
                                      </p:to>
                                    </p:set>
                                    <p:animEffect transition="in" filter="wipe(left)">
                                      <p:cBhvr>
                                        <p:cTn id="10" dur="500"/>
                                        <p:tgtEl>
                                          <p:spTgt spid="341000">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41000">
                                            <p:txEl>
                                              <p:pRg st="2" end="2"/>
                                            </p:txEl>
                                          </p:spTgt>
                                        </p:tgtEl>
                                        <p:attrNameLst>
                                          <p:attrName>style.visibility</p:attrName>
                                        </p:attrNameLst>
                                      </p:cBhvr>
                                      <p:to>
                                        <p:strVal val="visible"/>
                                      </p:to>
                                    </p:set>
                                    <p:animEffect transition="in" filter="wipe(left)">
                                      <p:cBhvr>
                                        <p:cTn id="13" dur="500"/>
                                        <p:tgtEl>
                                          <p:spTgt spid="341000">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41000">
                                            <p:txEl>
                                              <p:pRg st="3" end="3"/>
                                            </p:txEl>
                                          </p:spTgt>
                                        </p:tgtEl>
                                        <p:attrNameLst>
                                          <p:attrName>style.visibility</p:attrName>
                                        </p:attrNameLst>
                                      </p:cBhvr>
                                      <p:to>
                                        <p:strVal val="visible"/>
                                      </p:to>
                                    </p:set>
                                    <p:animEffect transition="in" filter="wipe(left)">
                                      <p:cBhvr>
                                        <p:cTn id="16" dur="500"/>
                                        <p:tgtEl>
                                          <p:spTgt spid="341000">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41000">
                                            <p:txEl>
                                              <p:pRg st="4" end="4"/>
                                            </p:txEl>
                                          </p:spTgt>
                                        </p:tgtEl>
                                        <p:attrNameLst>
                                          <p:attrName>style.visibility</p:attrName>
                                        </p:attrNameLst>
                                      </p:cBhvr>
                                      <p:to>
                                        <p:strVal val="visible"/>
                                      </p:to>
                                    </p:set>
                                    <p:animEffect transition="in" filter="wipe(left)">
                                      <p:cBhvr>
                                        <p:cTn id="19" dur="500"/>
                                        <p:tgtEl>
                                          <p:spTgt spid="3410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1000" grpId="0" build="p">
        <p:tmplLst>
          <p:tmpl lvl="1">
            <p:tnLst>
              <p:par>
                <p:cTn presetID="22" presetClass="entr" presetSubtype="8" fill="hold" nodeType="clickEffect">
                  <p:stCondLst>
                    <p:cond delay="0"/>
                  </p:stCondLst>
                  <p:childTnLst>
                    <p:set>
                      <p:cBhvr>
                        <p:cTn dur="1" fill="hold">
                          <p:stCondLst>
                            <p:cond delay="0"/>
                          </p:stCondLst>
                        </p:cTn>
                        <p:tgtEl>
                          <p:spTgt spid="341000"/>
                        </p:tgtEl>
                        <p:attrNameLst>
                          <p:attrName>style.visibility</p:attrName>
                        </p:attrNameLst>
                      </p:cBhvr>
                      <p:to>
                        <p:strVal val="visible"/>
                      </p:to>
                    </p:set>
                    <p:animEffect transition="in" filter="wipe(left)">
                      <p:cBhvr>
                        <p:cTn dur="500"/>
                        <p:tgtEl>
                          <p:spTgt spid="341000"/>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341000"/>
                        </p:tgtEl>
                        <p:attrNameLst>
                          <p:attrName>style.visibility</p:attrName>
                        </p:attrNameLst>
                      </p:cBhvr>
                      <p:to>
                        <p:strVal val="visible"/>
                      </p:to>
                    </p:set>
                    <p:animEffect transition="in" filter="wipe(left)">
                      <p:cBhvr>
                        <p:cTn dur="500"/>
                        <p:tgtEl>
                          <p:spTgt spid="341000"/>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341000"/>
                        </p:tgtEl>
                        <p:attrNameLst>
                          <p:attrName>style.visibility</p:attrName>
                        </p:attrNameLst>
                      </p:cBhvr>
                      <p:to>
                        <p:strVal val="visible"/>
                      </p:to>
                    </p:set>
                    <p:animEffect transition="in" filter="wipe(left)">
                      <p:cBhvr>
                        <p:cTn dur="500"/>
                        <p:tgtEl>
                          <p:spTgt spid="341000"/>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341000"/>
                        </p:tgtEl>
                        <p:attrNameLst>
                          <p:attrName>style.visibility</p:attrName>
                        </p:attrNameLst>
                      </p:cBhvr>
                      <p:to>
                        <p:strVal val="visible"/>
                      </p:to>
                    </p:set>
                    <p:animEffect transition="in" filter="wipe(left)">
                      <p:cBhvr>
                        <p:cTn dur="500"/>
                        <p:tgtEl>
                          <p:spTgt spid="341000"/>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341000"/>
                        </p:tgtEl>
                        <p:attrNameLst>
                          <p:attrName>style.visibility</p:attrName>
                        </p:attrNameLst>
                      </p:cBhvr>
                      <p:to>
                        <p:strVal val="visible"/>
                      </p:to>
                    </p:set>
                    <p:animEffect transition="in" filter="wipe(left)">
                      <p:cBhvr>
                        <p:cTn dur="500"/>
                        <p:tgtEl>
                          <p:spTgt spid="341000"/>
                        </p:tgtEl>
                      </p:cBhvr>
                    </p:animEffect>
                  </p:childTnLst>
                </p:cTn>
              </p:par>
            </p:tnLst>
          </p:tmpl>
        </p:tmplLst>
      </p:bldP>
    </p:bldLst>
  </p:timing>
  <p:hf hdr="0" ftr="0" dt="0"/>
  <p:txStyles>
    <p:titleStyle>
      <a:lvl1pPr algn="l" rtl="0" eaLnBrk="0" fontAlgn="base" hangingPunct="0">
        <a:lnSpc>
          <a:spcPct val="90000"/>
        </a:lnSpc>
        <a:spcBef>
          <a:spcPct val="0"/>
        </a:spcBef>
        <a:spcAft>
          <a:spcPct val="0"/>
        </a:spcAft>
        <a:defRPr sz="3600" b="1">
          <a:solidFill>
            <a:srgbClr val="C00000"/>
          </a:solidFill>
          <a:latin typeface="+mj-lt"/>
          <a:ea typeface="+mj-ea"/>
          <a:cs typeface="+mj-cs"/>
        </a:defRPr>
      </a:lvl1pPr>
      <a:lvl2pPr algn="l" rtl="0" eaLnBrk="0" fontAlgn="base" hangingPunct="0">
        <a:lnSpc>
          <a:spcPct val="90000"/>
        </a:lnSpc>
        <a:spcBef>
          <a:spcPct val="0"/>
        </a:spcBef>
        <a:spcAft>
          <a:spcPct val="0"/>
        </a:spcAft>
        <a:defRPr sz="3600" b="1">
          <a:solidFill>
            <a:srgbClr val="C00000"/>
          </a:solidFill>
          <a:latin typeface="Arial" charset="0"/>
        </a:defRPr>
      </a:lvl2pPr>
      <a:lvl3pPr algn="l" rtl="0" eaLnBrk="0" fontAlgn="base" hangingPunct="0">
        <a:lnSpc>
          <a:spcPct val="90000"/>
        </a:lnSpc>
        <a:spcBef>
          <a:spcPct val="0"/>
        </a:spcBef>
        <a:spcAft>
          <a:spcPct val="0"/>
        </a:spcAft>
        <a:defRPr sz="3600" b="1">
          <a:solidFill>
            <a:srgbClr val="C00000"/>
          </a:solidFill>
          <a:latin typeface="Arial" charset="0"/>
        </a:defRPr>
      </a:lvl3pPr>
      <a:lvl4pPr algn="l" rtl="0" eaLnBrk="0" fontAlgn="base" hangingPunct="0">
        <a:lnSpc>
          <a:spcPct val="90000"/>
        </a:lnSpc>
        <a:spcBef>
          <a:spcPct val="0"/>
        </a:spcBef>
        <a:spcAft>
          <a:spcPct val="0"/>
        </a:spcAft>
        <a:defRPr sz="3600" b="1">
          <a:solidFill>
            <a:srgbClr val="C00000"/>
          </a:solidFill>
          <a:latin typeface="Arial" charset="0"/>
        </a:defRPr>
      </a:lvl4pPr>
      <a:lvl5pPr algn="l" rtl="0" eaLnBrk="0" fontAlgn="base" hangingPunct="0">
        <a:lnSpc>
          <a:spcPct val="90000"/>
        </a:lnSpc>
        <a:spcBef>
          <a:spcPct val="0"/>
        </a:spcBef>
        <a:spcAft>
          <a:spcPct val="0"/>
        </a:spcAft>
        <a:defRPr sz="3600" b="1">
          <a:solidFill>
            <a:srgbClr val="C00000"/>
          </a:solidFill>
          <a:latin typeface="Arial"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80000"/>
        <a:buChar char="–"/>
        <a:defRPr>
          <a:solidFill>
            <a:schemeClr val="tx1"/>
          </a:solidFill>
          <a:latin typeface="+mn-lt"/>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mn-lt"/>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5122" name="Group 2"/>
          <p:cNvGrpSpPr>
            <a:grpSpLocks/>
          </p:cNvGrpSpPr>
          <p:nvPr/>
        </p:nvGrpSpPr>
        <p:grpSpPr bwMode="auto">
          <a:xfrm>
            <a:off x="0" y="0"/>
            <a:ext cx="7620000" cy="6858000"/>
            <a:chOff x="0" y="0"/>
            <a:chExt cx="4800" cy="4320"/>
          </a:xfrm>
        </p:grpSpPr>
        <p:grpSp>
          <p:nvGrpSpPr>
            <p:cNvPr id="5128" name="Group 3"/>
            <p:cNvGrpSpPr>
              <a:grpSpLocks/>
            </p:cNvGrpSpPr>
            <p:nvPr userDrawn="1"/>
          </p:nvGrpSpPr>
          <p:grpSpPr bwMode="auto">
            <a:xfrm>
              <a:off x="0" y="0"/>
              <a:ext cx="2016" cy="4320"/>
              <a:chOff x="0" y="0"/>
              <a:chExt cx="2016" cy="4320"/>
            </a:xfrm>
          </p:grpSpPr>
          <p:sp>
            <p:nvSpPr>
              <p:cNvPr id="337924" name="Rectangle 4"/>
              <p:cNvSpPr>
                <a:spLocks noChangeArrowheads="1"/>
              </p:cNvSpPr>
              <p:nvPr userDrawn="1"/>
            </p:nvSpPr>
            <p:spPr bwMode="auto">
              <a:xfrm>
                <a:off x="0" y="0"/>
                <a:ext cx="480" cy="4320"/>
              </a:xfrm>
              <a:prstGeom prst="rect">
                <a:avLst/>
              </a:prstGeom>
              <a:solidFill>
                <a:schemeClr val="accent2"/>
              </a:solidFill>
              <a:ln w="9525">
                <a:noFill/>
                <a:miter lim="800000"/>
                <a:headEnd/>
                <a:tailEnd/>
              </a:ln>
              <a:effectLst/>
            </p:spPr>
            <p:txBody>
              <a:bodyPr wrap="none" anchor="ctr"/>
              <a:lstStyle/>
              <a:p>
                <a:pPr eaLnBrk="0" hangingPunct="0">
                  <a:defRPr/>
                </a:pPr>
                <a:endParaRPr lang="en-US">
                  <a:latin typeface="Arial" charset="0"/>
                  <a:cs typeface="+mn-cs"/>
                </a:endParaRPr>
              </a:p>
            </p:txBody>
          </p:sp>
          <p:sp>
            <p:nvSpPr>
              <p:cNvPr id="337925" name="Freeform 5"/>
              <p:cNvSpPr>
                <a:spLocks/>
              </p:cNvSpPr>
              <p:nvPr userDrawn="1"/>
            </p:nvSpPr>
            <p:spPr bwMode="auto">
              <a:xfrm>
                <a:off x="288" y="0"/>
                <a:ext cx="1728" cy="735"/>
              </a:xfrm>
              <a:custGeom>
                <a:avLst/>
                <a:gdLst/>
                <a:ahLst/>
                <a:cxnLst>
                  <a:cxn ang="0">
                    <a:pos x="1728" y="0"/>
                  </a:cxn>
                  <a:cxn ang="0">
                    <a:pos x="1728" y="480"/>
                  </a:cxn>
                  <a:cxn ang="0">
                    <a:pos x="380" y="482"/>
                  </a:cxn>
                  <a:cxn ang="0">
                    <a:pos x="354" y="480"/>
                  </a:cxn>
                  <a:cxn ang="0">
                    <a:pos x="308" y="489"/>
                  </a:cxn>
                  <a:cxn ang="0">
                    <a:pos x="246" y="531"/>
                  </a:cxn>
                  <a:cxn ang="0">
                    <a:pos x="206" y="597"/>
                  </a:cxn>
                  <a:cxn ang="0">
                    <a:pos x="192" y="666"/>
                  </a:cxn>
                  <a:cxn ang="0">
                    <a:pos x="192" y="735"/>
                  </a:cxn>
                  <a:cxn ang="0">
                    <a:pos x="0" y="735"/>
                  </a:cxn>
                  <a:cxn ang="0">
                    <a:pos x="0" y="480"/>
                  </a:cxn>
                  <a:cxn ang="0">
                    <a:pos x="0" y="0"/>
                  </a:cxn>
                  <a:cxn ang="0">
                    <a:pos x="1728" y="0"/>
                  </a:cxn>
                </a:cxnLst>
                <a:rect l="0" t="0" r="r" b="b"/>
                <a:pathLst>
                  <a:path w="1728" h="735">
                    <a:moveTo>
                      <a:pt x="1728" y="0"/>
                    </a:moveTo>
                    <a:lnTo>
                      <a:pt x="1728" y="480"/>
                    </a:lnTo>
                    <a:lnTo>
                      <a:pt x="380" y="482"/>
                    </a:lnTo>
                    <a:lnTo>
                      <a:pt x="354" y="480"/>
                    </a:lnTo>
                    <a:lnTo>
                      <a:pt x="308" y="489"/>
                    </a:lnTo>
                    <a:cubicBezTo>
                      <a:pt x="290" y="498"/>
                      <a:pt x="263" y="513"/>
                      <a:pt x="246" y="531"/>
                    </a:cubicBezTo>
                    <a:cubicBezTo>
                      <a:pt x="229" y="549"/>
                      <a:pt x="215" y="574"/>
                      <a:pt x="206" y="597"/>
                    </a:cubicBezTo>
                    <a:cubicBezTo>
                      <a:pt x="197" y="620"/>
                      <a:pt x="194" y="643"/>
                      <a:pt x="192" y="666"/>
                    </a:cubicBezTo>
                    <a:lnTo>
                      <a:pt x="192" y="735"/>
                    </a:lnTo>
                    <a:lnTo>
                      <a:pt x="0" y="735"/>
                    </a:lnTo>
                    <a:lnTo>
                      <a:pt x="0" y="480"/>
                    </a:lnTo>
                    <a:lnTo>
                      <a:pt x="0" y="0"/>
                    </a:lnTo>
                    <a:lnTo>
                      <a:pt x="1728" y="0"/>
                    </a:lnTo>
                    <a:close/>
                  </a:path>
                </a:pathLst>
              </a:custGeom>
              <a:solidFill>
                <a:schemeClr val="accent2"/>
              </a:solidFill>
              <a:ln w="9525" cap="flat" cmpd="sng">
                <a:noFill/>
                <a:prstDash val="solid"/>
                <a:miter lim="800000"/>
                <a:headEnd type="none" w="med" len="med"/>
                <a:tailEnd type="none" w="med" len="med"/>
              </a:ln>
              <a:effectLst/>
            </p:spPr>
            <p:txBody>
              <a:bodyPr wrap="none"/>
              <a:lstStyle/>
              <a:p>
                <a:pPr eaLnBrk="0" hangingPunct="0">
                  <a:defRPr/>
                </a:pPr>
                <a:endParaRPr lang="en-US">
                  <a:latin typeface="Arial" charset="0"/>
                  <a:cs typeface="+mn-cs"/>
                </a:endParaRPr>
              </a:p>
            </p:txBody>
          </p:sp>
        </p:grpSp>
        <p:grpSp>
          <p:nvGrpSpPr>
            <p:cNvPr id="5129" name="Group 6"/>
            <p:cNvGrpSpPr>
              <a:grpSpLocks/>
            </p:cNvGrpSpPr>
            <p:nvPr/>
          </p:nvGrpSpPr>
          <p:grpSpPr bwMode="auto">
            <a:xfrm>
              <a:off x="144" y="1248"/>
              <a:ext cx="4656" cy="201"/>
              <a:chOff x="144" y="1248"/>
              <a:chExt cx="4656" cy="201"/>
            </a:xfrm>
          </p:grpSpPr>
          <p:sp>
            <p:nvSpPr>
              <p:cNvPr id="337927" name="AutoShape 7"/>
              <p:cNvSpPr>
                <a:spLocks noChangeArrowheads="1"/>
              </p:cNvSpPr>
              <p:nvPr/>
            </p:nvSpPr>
            <p:spPr bwMode="auto">
              <a:xfrm>
                <a:off x="384" y="1248"/>
                <a:ext cx="4416" cy="200"/>
              </a:xfrm>
              <a:prstGeom prst="roundRect">
                <a:avLst>
                  <a:gd name="adj" fmla="val 0"/>
                </a:avLst>
              </a:prstGeom>
              <a:solidFill>
                <a:schemeClr val="hlink"/>
              </a:solidFill>
              <a:ln w="9525">
                <a:noFill/>
                <a:round/>
                <a:headEnd/>
                <a:tailEnd/>
              </a:ln>
              <a:effectLst/>
            </p:spPr>
            <p:txBody>
              <a:bodyPr wrap="none" anchor="ctr"/>
              <a:lstStyle/>
              <a:p>
                <a:pPr eaLnBrk="0" hangingPunct="0">
                  <a:defRPr/>
                </a:pPr>
                <a:endParaRPr lang="en-US">
                  <a:latin typeface="Arial" charset="0"/>
                  <a:cs typeface="+mn-cs"/>
                </a:endParaRPr>
              </a:p>
            </p:txBody>
          </p:sp>
          <p:sp>
            <p:nvSpPr>
              <p:cNvPr id="337928" name="AutoShape 8"/>
              <p:cNvSpPr>
                <a:spLocks noChangeArrowheads="1"/>
              </p:cNvSpPr>
              <p:nvPr/>
            </p:nvSpPr>
            <p:spPr bwMode="auto">
              <a:xfrm flipH="1">
                <a:off x="144" y="1248"/>
                <a:ext cx="248" cy="201"/>
              </a:xfrm>
              <a:prstGeom prst="flowChartDelay">
                <a:avLst/>
              </a:prstGeom>
              <a:solidFill>
                <a:schemeClr val="hlink"/>
              </a:solidFill>
              <a:ln w="9525">
                <a:noFill/>
                <a:miter lim="800000"/>
                <a:headEnd/>
                <a:tailEnd/>
              </a:ln>
              <a:effectLst/>
            </p:spPr>
            <p:txBody>
              <a:bodyPr wrap="none" anchor="ctr"/>
              <a:lstStyle/>
              <a:p>
                <a:pPr eaLnBrk="0" hangingPunct="0">
                  <a:defRPr/>
                </a:pPr>
                <a:endParaRPr lang="en-US">
                  <a:latin typeface="Arial" charset="0"/>
                  <a:cs typeface="+mn-cs"/>
                </a:endParaRPr>
              </a:p>
            </p:txBody>
          </p:sp>
        </p:grpSp>
      </p:grpSp>
      <p:sp>
        <p:nvSpPr>
          <p:cNvPr id="5123" name="AutoShape 9"/>
          <p:cNvSpPr>
            <a:spLocks noGrp="1" noChangeArrowheads="1"/>
          </p:cNvSpPr>
          <p:nvPr>
            <p:ph type="title"/>
          </p:nvPr>
        </p:nvSpPr>
        <p:spPr bwMode="auto">
          <a:xfrm>
            <a:off x="762000" y="762000"/>
            <a:ext cx="7924800" cy="1143000"/>
          </a:xfrm>
          <a:prstGeom prst="roundRect">
            <a:avLst>
              <a:gd name="adj" fmla="val 21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b" anchorCtr="0" compatLnSpc="1">
            <a:prstTxWarp prst="textNoShape">
              <a:avLst/>
            </a:prstTxWarp>
          </a:bodyPr>
          <a:lstStyle/>
          <a:p>
            <a:pPr lvl="0"/>
            <a:r>
              <a:rPr lang="en-US" smtClean="0"/>
              <a:t>Click to edit Master title style</a:t>
            </a:r>
          </a:p>
        </p:txBody>
      </p:sp>
      <p:sp>
        <p:nvSpPr>
          <p:cNvPr id="337930" name="Rectangle 10"/>
          <p:cNvSpPr>
            <a:spLocks noGrp="1" noChangeArrowheads="1"/>
          </p:cNvSpPr>
          <p:nvPr>
            <p:ph type="body" idx="1"/>
          </p:nvPr>
        </p:nvSpPr>
        <p:spPr bwMode="auto">
          <a:xfrm>
            <a:off x="838200" y="2362200"/>
            <a:ext cx="7693025" cy="3724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337931" name="Rectangle 11"/>
          <p:cNvSpPr>
            <a:spLocks noGrp="1" noChangeArrowheads="1"/>
          </p:cNvSpPr>
          <p:nvPr>
            <p:ph type="dt" sz="half" idx="2"/>
          </p:nvPr>
        </p:nvSpPr>
        <p:spPr bwMode="auto">
          <a:xfrm>
            <a:off x="2438400" y="6248400"/>
            <a:ext cx="2130425"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400">
                <a:latin typeface="Arial" charset="0"/>
                <a:cs typeface="+mn-cs"/>
              </a:defRPr>
            </a:lvl1pPr>
          </a:lstStyle>
          <a:p>
            <a:pPr>
              <a:defRPr/>
            </a:pPr>
            <a:endParaRPr lang="en-US"/>
          </a:p>
        </p:txBody>
      </p:sp>
      <p:sp>
        <p:nvSpPr>
          <p:cNvPr id="337932" name="Rectangle 12"/>
          <p:cNvSpPr>
            <a:spLocks noGrp="1" noChangeArrowheads="1"/>
          </p:cNvSpPr>
          <p:nvPr>
            <p:ph type="ftr" sz="quarter" idx="3"/>
          </p:nvPr>
        </p:nvSpPr>
        <p:spPr bwMode="auto">
          <a:xfrm>
            <a:off x="5791200" y="6248400"/>
            <a:ext cx="2897188" cy="474663"/>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ctr" eaLnBrk="1" hangingPunct="1">
              <a:defRPr sz="1400">
                <a:latin typeface="Arial" charset="0"/>
                <a:cs typeface="+mn-cs"/>
              </a:defRPr>
            </a:lvl1pPr>
          </a:lstStyle>
          <a:p>
            <a:pPr>
              <a:defRPr/>
            </a:pPr>
            <a:endParaRPr lang="en-US"/>
          </a:p>
        </p:txBody>
      </p:sp>
      <p:sp>
        <p:nvSpPr>
          <p:cNvPr id="5134" name="Rectangle 14"/>
          <p:cNvSpPr>
            <a:spLocks noChangeArrowheads="1"/>
          </p:cNvSpPr>
          <p:nvPr userDrawn="1"/>
        </p:nvSpPr>
        <p:spPr bwMode="auto">
          <a:xfrm>
            <a:off x="0" y="6521450"/>
            <a:ext cx="477838" cy="260350"/>
          </a:xfrm>
          <a:prstGeom prst="rect">
            <a:avLst/>
          </a:prstGeom>
          <a:noFill/>
          <a:ln>
            <a:noFill/>
          </a:ln>
          <a:effectLst/>
          <a:extLst>
            <a:ext uri="{909E8E84-426E-40DD-AFC4-6F175D3DCCD1}">
              <a14:hiddenFill xmlns:a14="http://schemas.microsoft.com/office/drawing/2010/main">
                <a:solidFill>
                  <a:srgbClr val="FFF05B"/>
                </a:solidFill>
              </a14:hiddenFill>
            </a:ext>
            <a:ext uri="{91240B29-F687-4F45-9708-019B960494DF}">
              <a14:hiddenLine xmlns:a14="http://schemas.microsoft.com/office/drawing/2010/main" w="38100">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ctr"/>
            <a:r>
              <a:rPr lang="en-US" sz="1100"/>
              <a:t>8-</a:t>
            </a:r>
            <a:fld id="{5CA36CC8-F79E-4017-A861-0CE54CB98652}" type="slidenum">
              <a:rPr lang="en-US" sz="1100"/>
              <a:pPr algn="ctr"/>
              <a:t>‹#›</a:t>
            </a:fld>
            <a:endParaRPr lang="en-US" sz="1100"/>
          </a:p>
        </p:txBody>
      </p:sp>
    </p:spTree>
  </p:cSld>
  <p:clrMap bg1="lt1" tx1="dk1" bg2="lt2" tx2="dk2" accent1="accent1" accent2="accent2" accent3="accent3" accent4="accent4" accent5="accent5" accent6="accent6" hlink="hlink" folHlink="folHlink"/>
  <p:sldLayoutIdLst>
    <p:sldLayoutId id="2147483704" r:id="rId1"/>
    <p:sldLayoutId id="2147483703" r:id="rId2"/>
    <p:sldLayoutId id="2147483702" r:id="rId3"/>
    <p:sldLayoutId id="2147483701" r:id="rId4"/>
    <p:sldLayoutId id="2147483700" r:id="rId5"/>
    <p:sldLayoutId id="2147483699" r:id="rId6"/>
    <p:sldLayoutId id="2147483698" r:id="rId7"/>
    <p:sldLayoutId id="2147483697" r:id="rId8"/>
    <p:sldLayoutId id="2147483696" r:id="rId9"/>
    <p:sldLayoutId id="2147483695" r:id="rId10"/>
    <p:sldLayoutId id="2147483694" r:id="rId11"/>
  </p:sldLayoutIdLst>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7930">
                                            <p:txEl>
                                              <p:pRg st="0" end="0"/>
                                            </p:txEl>
                                          </p:spTgt>
                                        </p:tgtEl>
                                        <p:attrNameLst>
                                          <p:attrName>style.visibility</p:attrName>
                                        </p:attrNameLst>
                                      </p:cBhvr>
                                      <p:to>
                                        <p:strVal val="visible"/>
                                      </p:to>
                                    </p:set>
                                    <p:animEffect transition="in" filter="wipe(left)">
                                      <p:cBhvr>
                                        <p:cTn id="7" dur="500"/>
                                        <p:tgtEl>
                                          <p:spTgt spid="337930">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337930">
                                            <p:txEl>
                                              <p:pRg st="1" end="1"/>
                                            </p:txEl>
                                          </p:spTgt>
                                        </p:tgtEl>
                                        <p:attrNameLst>
                                          <p:attrName>style.visibility</p:attrName>
                                        </p:attrNameLst>
                                      </p:cBhvr>
                                      <p:to>
                                        <p:strVal val="visible"/>
                                      </p:to>
                                    </p:set>
                                    <p:animEffect transition="in" filter="wipe(left)">
                                      <p:cBhvr>
                                        <p:cTn id="10" dur="500"/>
                                        <p:tgtEl>
                                          <p:spTgt spid="337930">
                                            <p:txEl>
                                              <p:pRg st="1" end="1"/>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337930">
                                            <p:txEl>
                                              <p:pRg st="2" end="2"/>
                                            </p:txEl>
                                          </p:spTgt>
                                        </p:tgtEl>
                                        <p:attrNameLst>
                                          <p:attrName>style.visibility</p:attrName>
                                        </p:attrNameLst>
                                      </p:cBhvr>
                                      <p:to>
                                        <p:strVal val="visible"/>
                                      </p:to>
                                    </p:set>
                                    <p:animEffect transition="in" filter="wipe(left)">
                                      <p:cBhvr>
                                        <p:cTn id="13" dur="500"/>
                                        <p:tgtEl>
                                          <p:spTgt spid="337930">
                                            <p:txEl>
                                              <p:pRg st="2" end="2"/>
                                            </p:txEl>
                                          </p:spTgt>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337930">
                                            <p:txEl>
                                              <p:pRg st="3" end="3"/>
                                            </p:txEl>
                                          </p:spTgt>
                                        </p:tgtEl>
                                        <p:attrNameLst>
                                          <p:attrName>style.visibility</p:attrName>
                                        </p:attrNameLst>
                                      </p:cBhvr>
                                      <p:to>
                                        <p:strVal val="visible"/>
                                      </p:to>
                                    </p:set>
                                    <p:animEffect transition="in" filter="wipe(left)">
                                      <p:cBhvr>
                                        <p:cTn id="16" dur="500"/>
                                        <p:tgtEl>
                                          <p:spTgt spid="337930">
                                            <p:txEl>
                                              <p:pRg st="3" end="3"/>
                                            </p:txEl>
                                          </p:spTgt>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337930">
                                            <p:txEl>
                                              <p:pRg st="4" end="4"/>
                                            </p:txEl>
                                          </p:spTgt>
                                        </p:tgtEl>
                                        <p:attrNameLst>
                                          <p:attrName>style.visibility</p:attrName>
                                        </p:attrNameLst>
                                      </p:cBhvr>
                                      <p:to>
                                        <p:strVal val="visible"/>
                                      </p:to>
                                    </p:set>
                                    <p:animEffect transition="in" filter="wipe(left)">
                                      <p:cBhvr>
                                        <p:cTn id="19" dur="500"/>
                                        <p:tgtEl>
                                          <p:spTgt spid="33793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7930" grpId="0" build="p">
        <p:tmplLst>
          <p:tmpl lvl="1">
            <p:tnLst>
              <p:par>
                <p:cTn presetID="22" presetClass="entr" presetSubtype="8" fill="hold" nodeType="clickEffect">
                  <p:stCondLst>
                    <p:cond delay="0"/>
                  </p:stCondLst>
                  <p:childTnLst>
                    <p:set>
                      <p:cBhvr>
                        <p:cTn dur="1" fill="hold">
                          <p:stCondLst>
                            <p:cond delay="0"/>
                          </p:stCondLst>
                        </p:cTn>
                        <p:tgtEl>
                          <p:spTgt spid="337930"/>
                        </p:tgtEl>
                        <p:attrNameLst>
                          <p:attrName>style.visibility</p:attrName>
                        </p:attrNameLst>
                      </p:cBhvr>
                      <p:to>
                        <p:strVal val="visible"/>
                      </p:to>
                    </p:set>
                    <p:animEffect transition="in" filter="wipe(left)">
                      <p:cBhvr>
                        <p:cTn dur="500"/>
                        <p:tgtEl>
                          <p:spTgt spid="337930"/>
                        </p:tgtEl>
                      </p:cBhvr>
                    </p:animEffect>
                  </p:childTnLst>
                </p:cTn>
              </p:par>
            </p:tnLst>
          </p:tmpl>
          <p:tmpl lvl="2">
            <p:tnLst>
              <p:par>
                <p:cTn presetID="22" presetClass="entr" presetSubtype="8" fill="hold" nodeType="withEffect">
                  <p:stCondLst>
                    <p:cond delay="0"/>
                  </p:stCondLst>
                  <p:childTnLst>
                    <p:set>
                      <p:cBhvr>
                        <p:cTn dur="1" fill="hold">
                          <p:stCondLst>
                            <p:cond delay="0"/>
                          </p:stCondLst>
                        </p:cTn>
                        <p:tgtEl>
                          <p:spTgt spid="337930"/>
                        </p:tgtEl>
                        <p:attrNameLst>
                          <p:attrName>style.visibility</p:attrName>
                        </p:attrNameLst>
                      </p:cBhvr>
                      <p:to>
                        <p:strVal val="visible"/>
                      </p:to>
                    </p:set>
                    <p:animEffect transition="in" filter="wipe(left)">
                      <p:cBhvr>
                        <p:cTn dur="500"/>
                        <p:tgtEl>
                          <p:spTgt spid="337930"/>
                        </p:tgtEl>
                      </p:cBhvr>
                    </p:animEffect>
                  </p:childTnLst>
                </p:cTn>
              </p:par>
            </p:tnLst>
          </p:tmpl>
          <p:tmpl lvl="3">
            <p:tnLst>
              <p:par>
                <p:cTn presetID="22" presetClass="entr" presetSubtype="8" fill="hold" nodeType="withEffect">
                  <p:stCondLst>
                    <p:cond delay="0"/>
                  </p:stCondLst>
                  <p:childTnLst>
                    <p:set>
                      <p:cBhvr>
                        <p:cTn dur="1" fill="hold">
                          <p:stCondLst>
                            <p:cond delay="0"/>
                          </p:stCondLst>
                        </p:cTn>
                        <p:tgtEl>
                          <p:spTgt spid="337930"/>
                        </p:tgtEl>
                        <p:attrNameLst>
                          <p:attrName>style.visibility</p:attrName>
                        </p:attrNameLst>
                      </p:cBhvr>
                      <p:to>
                        <p:strVal val="visible"/>
                      </p:to>
                    </p:set>
                    <p:animEffect transition="in" filter="wipe(left)">
                      <p:cBhvr>
                        <p:cTn dur="500"/>
                        <p:tgtEl>
                          <p:spTgt spid="337930"/>
                        </p:tgtEl>
                      </p:cBhvr>
                    </p:animEffect>
                  </p:childTnLst>
                </p:cTn>
              </p:par>
            </p:tnLst>
          </p:tmpl>
          <p:tmpl lvl="4">
            <p:tnLst>
              <p:par>
                <p:cTn presetID="22" presetClass="entr" presetSubtype="8" fill="hold" nodeType="withEffect">
                  <p:stCondLst>
                    <p:cond delay="0"/>
                  </p:stCondLst>
                  <p:childTnLst>
                    <p:set>
                      <p:cBhvr>
                        <p:cTn dur="1" fill="hold">
                          <p:stCondLst>
                            <p:cond delay="0"/>
                          </p:stCondLst>
                        </p:cTn>
                        <p:tgtEl>
                          <p:spTgt spid="337930"/>
                        </p:tgtEl>
                        <p:attrNameLst>
                          <p:attrName>style.visibility</p:attrName>
                        </p:attrNameLst>
                      </p:cBhvr>
                      <p:to>
                        <p:strVal val="visible"/>
                      </p:to>
                    </p:set>
                    <p:animEffect transition="in" filter="wipe(left)">
                      <p:cBhvr>
                        <p:cTn dur="500"/>
                        <p:tgtEl>
                          <p:spTgt spid="337930"/>
                        </p:tgtEl>
                      </p:cBhvr>
                    </p:animEffect>
                  </p:childTnLst>
                </p:cTn>
              </p:par>
            </p:tnLst>
          </p:tmpl>
          <p:tmpl lvl="5">
            <p:tnLst>
              <p:par>
                <p:cTn presetID="22" presetClass="entr" presetSubtype="8" fill="hold" nodeType="withEffect">
                  <p:stCondLst>
                    <p:cond delay="0"/>
                  </p:stCondLst>
                  <p:childTnLst>
                    <p:set>
                      <p:cBhvr>
                        <p:cTn dur="1" fill="hold">
                          <p:stCondLst>
                            <p:cond delay="0"/>
                          </p:stCondLst>
                        </p:cTn>
                        <p:tgtEl>
                          <p:spTgt spid="337930"/>
                        </p:tgtEl>
                        <p:attrNameLst>
                          <p:attrName>style.visibility</p:attrName>
                        </p:attrNameLst>
                      </p:cBhvr>
                      <p:to>
                        <p:strVal val="visible"/>
                      </p:to>
                    </p:set>
                    <p:animEffect transition="in" filter="wipe(left)">
                      <p:cBhvr>
                        <p:cTn dur="500"/>
                        <p:tgtEl>
                          <p:spTgt spid="337930"/>
                        </p:tgtEl>
                      </p:cBhvr>
                    </p:animEffect>
                  </p:childTnLst>
                </p:cTn>
              </p:par>
            </p:tnLst>
          </p:tmpl>
        </p:tmplLst>
      </p:bldP>
    </p:bldLst>
  </p:timing>
  <p:hf hdr="0" ftr="0" dt="0"/>
  <p:txStyles>
    <p:titleStyle>
      <a:lvl1pPr algn="l" rtl="0" eaLnBrk="0" fontAlgn="base" hangingPunct="0">
        <a:lnSpc>
          <a:spcPct val="90000"/>
        </a:lnSpc>
        <a:spcBef>
          <a:spcPct val="0"/>
        </a:spcBef>
        <a:spcAft>
          <a:spcPct val="0"/>
        </a:spcAft>
        <a:defRPr sz="3600" b="1">
          <a:solidFill>
            <a:schemeClr val="tx2"/>
          </a:solidFill>
          <a:latin typeface="+mj-lt"/>
          <a:ea typeface="+mj-ea"/>
          <a:cs typeface="+mj-cs"/>
        </a:defRPr>
      </a:lvl1pPr>
      <a:lvl2pPr algn="l" rtl="0" eaLnBrk="0" fontAlgn="base" hangingPunct="0">
        <a:lnSpc>
          <a:spcPct val="90000"/>
        </a:lnSpc>
        <a:spcBef>
          <a:spcPct val="0"/>
        </a:spcBef>
        <a:spcAft>
          <a:spcPct val="0"/>
        </a:spcAft>
        <a:defRPr sz="3600" b="1">
          <a:solidFill>
            <a:schemeClr val="tx2"/>
          </a:solidFill>
          <a:latin typeface="Arial" charset="0"/>
        </a:defRPr>
      </a:lvl2pPr>
      <a:lvl3pPr algn="l" rtl="0" eaLnBrk="0" fontAlgn="base" hangingPunct="0">
        <a:lnSpc>
          <a:spcPct val="90000"/>
        </a:lnSpc>
        <a:spcBef>
          <a:spcPct val="0"/>
        </a:spcBef>
        <a:spcAft>
          <a:spcPct val="0"/>
        </a:spcAft>
        <a:defRPr sz="3600" b="1">
          <a:solidFill>
            <a:schemeClr val="tx2"/>
          </a:solidFill>
          <a:latin typeface="Arial" charset="0"/>
        </a:defRPr>
      </a:lvl3pPr>
      <a:lvl4pPr algn="l" rtl="0" eaLnBrk="0" fontAlgn="base" hangingPunct="0">
        <a:lnSpc>
          <a:spcPct val="90000"/>
        </a:lnSpc>
        <a:spcBef>
          <a:spcPct val="0"/>
        </a:spcBef>
        <a:spcAft>
          <a:spcPct val="0"/>
        </a:spcAft>
        <a:defRPr sz="3600" b="1">
          <a:solidFill>
            <a:schemeClr val="tx2"/>
          </a:solidFill>
          <a:latin typeface="Arial" charset="0"/>
        </a:defRPr>
      </a:lvl4pPr>
      <a:lvl5pPr algn="l" rtl="0" eaLnBrk="0" fontAlgn="base" hangingPunct="0">
        <a:lnSpc>
          <a:spcPct val="90000"/>
        </a:lnSpc>
        <a:spcBef>
          <a:spcPct val="0"/>
        </a:spcBef>
        <a:spcAft>
          <a:spcPct val="0"/>
        </a:spcAft>
        <a:defRPr sz="3600" b="1">
          <a:solidFill>
            <a:schemeClr val="tx2"/>
          </a:solidFill>
          <a:latin typeface="Arial" charset="0"/>
        </a:defRPr>
      </a:lvl5pPr>
      <a:lvl6pPr marL="457200" algn="l" rtl="0" fontAlgn="base">
        <a:lnSpc>
          <a:spcPct val="90000"/>
        </a:lnSpc>
        <a:spcBef>
          <a:spcPct val="0"/>
        </a:spcBef>
        <a:spcAft>
          <a:spcPct val="0"/>
        </a:spcAft>
        <a:defRPr sz="3600" b="1">
          <a:solidFill>
            <a:schemeClr val="tx2"/>
          </a:solidFill>
          <a:latin typeface="Arial" charset="0"/>
        </a:defRPr>
      </a:lvl6pPr>
      <a:lvl7pPr marL="914400" algn="l" rtl="0" fontAlgn="base">
        <a:lnSpc>
          <a:spcPct val="90000"/>
        </a:lnSpc>
        <a:spcBef>
          <a:spcPct val="0"/>
        </a:spcBef>
        <a:spcAft>
          <a:spcPct val="0"/>
        </a:spcAft>
        <a:defRPr sz="3600" b="1">
          <a:solidFill>
            <a:schemeClr val="tx2"/>
          </a:solidFill>
          <a:latin typeface="Arial" charset="0"/>
        </a:defRPr>
      </a:lvl7pPr>
      <a:lvl8pPr marL="1371600" algn="l" rtl="0" fontAlgn="base">
        <a:lnSpc>
          <a:spcPct val="90000"/>
        </a:lnSpc>
        <a:spcBef>
          <a:spcPct val="0"/>
        </a:spcBef>
        <a:spcAft>
          <a:spcPct val="0"/>
        </a:spcAft>
        <a:defRPr sz="3600" b="1">
          <a:solidFill>
            <a:schemeClr val="tx2"/>
          </a:solidFill>
          <a:latin typeface="Arial" charset="0"/>
        </a:defRPr>
      </a:lvl8pPr>
      <a:lvl9pPr marL="1828800" algn="l" rtl="0" fontAlgn="base">
        <a:lnSpc>
          <a:spcPct val="90000"/>
        </a:lnSpc>
        <a:spcBef>
          <a:spcPct val="0"/>
        </a:spcBef>
        <a:spcAft>
          <a:spcPct val="0"/>
        </a:spcAft>
        <a:defRPr sz="3600" b="1">
          <a:solidFill>
            <a:schemeClr val="tx2"/>
          </a:solidFill>
          <a:latin typeface="Arial" charset="0"/>
        </a:defRPr>
      </a:lvl9pPr>
    </p:titleStyle>
    <p:bodyStyle>
      <a:lvl1pPr marL="342900" indent="-342900" algn="l" rtl="0" eaLnBrk="0" fontAlgn="base" hangingPunct="0">
        <a:spcBef>
          <a:spcPct val="20000"/>
        </a:spcBef>
        <a:spcAft>
          <a:spcPct val="0"/>
        </a:spcAft>
        <a:buClr>
          <a:schemeClr val="tx1"/>
        </a:buClr>
        <a:buSzPct val="75000"/>
        <a:buFont typeface="Wingdings" panose="05000000000000000000" pitchFamily="2" charset="2"/>
        <a:buChar char="l"/>
        <a:defRPr sz="2800">
          <a:solidFill>
            <a:schemeClr val="tx1"/>
          </a:solidFill>
          <a:latin typeface="+mn-lt"/>
          <a:ea typeface="+mn-ea"/>
          <a:cs typeface="+mn-cs"/>
        </a:defRPr>
      </a:lvl1pPr>
      <a:lvl2pPr marL="742950" indent="-285750" algn="l" rtl="0" eaLnBrk="0" fontAlgn="base" hangingPunct="0">
        <a:spcBef>
          <a:spcPct val="20000"/>
        </a:spcBef>
        <a:spcAft>
          <a:spcPct val="0"/>
        </a:spcAft>
        <a:buClr>
          <a:schemeClr val="tx1"/>
        </a:buClr>
        <a:buSzPct val="75000"/>
        <a:buChar char="–"/>
        <a:defRPr sz="2400">
          <a:solidFill>
            <a:schemeClr val="tx1"/>
          </a:solidFill>
          <a:latin typeface="+mn-lt"/>
        </a:defRPr>
      </a:lvl2pPr>
      <a:lvl3pPr marL="1143000" indent="-228600" algn="l" rtl="0" eaLnBrk="0" fontAlgn="base" hangingPunct="0">
        <a:spcBef>
          <a:spcPct val="20000"/>
        </a:spcBef>
        <a:spcAft>
          <a:spcPct val="0"/>
        </a:spcAft>
        <a:buClr>
          <a:schemeClr val="tx1"/>
        </a:buClr>
        <a:buSzPct val="75000"/>
        <a:buFont typeface="Wingdings" panose="05000000000000000000" pitchFamily="2" charset="2"/>
        <a:buChar char="l"/>
        <a:defRPr sz="2000">
          <a:solidFill>
            <a:schemeClr val="tx1"/>
          </a:solidFill>
          <a:latin typeface="+mn-lt"/>
        </a:defRPr>
      </a:lvl3pPr>
      <a:lvl4pPr marL="1600200" indent="-228600" algn="l" rtl="0" eaLnBrk="0" fontAlgn="base" hangingPunct="0">
        <a:spcBef>
          <a:spcPct val="20000"/>
        </a:spcBef>
        <a:spcAft>
          <a:spcPct val="0"/>
        </a:spcAft>
        <a:buClr>
          <a:schemeClr val="tx1"/>
        </a:buClr>
        <a:buSzPct val="80000"/>
        <a:buChar char="–"/>
        <a:defRPr>
          <a:solidFill>
            <a:schemeClr val="tx1"/>
          </a:solidFill>
          <a:latin typeface="+mn-lt"/>
        </a:defRPr>
      </a:lvl4pPr>
      <a:lvl5pPr marL="2057400" indent="-228600" algn="l" rtl="0" eaLnBrk="0" fontAlgn="base" hangingPunct="0">
        <a:spcBef>
          <a:spcPct val="20000"/>
        </a:spcBef>
        <a:spcAft>
          <a:spcPct val="0"/>
        </a:spcAft>
        <a:buClr>
          <a:schemeClr val="tx1"/>
        </a:buClr>
        <a:buSzPct val="65000"/>
        <a:buFont typeface="Wingdings" panose="05000000000000000000" pitchFamily="2" charset="2"/>
        <a:buChar char="l"/>
        <a:defRPr>
          <a:solidFill>
            <a:schemeClr val="tx1"/>
          </a:solidFill>
          <a:latin typeface="+mn-lt"/>
        </a:defRPr>
      </a:lvl5pPr>
      <a:lvl6pPr marL="25146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6pPr>
      <a:lvl7pPr marL="29718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7pPr>
      <a:lvl8pPr marL="34290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8pPr>
      <a:lvl9pPr marL="3886200" indent="-228600" algn="l" rtl="0" fontAlgn="base">
        <a:spcBef>
          <a:spcPct val="20000"/>
        </a:spcBef>
        <a:spcAft>
          <a:spcPct val="0"/>
        </a:spcAft>
        <a:buClr>
          <a:schemeClr val="tx1"/>
        </a:buClr>
        <a:buSzPct val="65000"/>
        <a:buFont typeface="Wingdings" pitchFamily="2" charset="2"/>
        <a:buChar char="l"/>
        <a:defRPr>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12.wmf"/><Relationship Id="rId4" Type="http://schemas.openxmlformats.org/officeDocument/2006/relationships/oleObject" Target="../embeddings/oleObject1.bin"/></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13.wmf"/><Relationship Id="rId4"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12.xml"/><Relationship Id="rId1" Type="http://schemas.openxmlformats.org/officeDocument/2006/relationships/vmlDrawing" Target="../drawings/vmlDrawing3.vml"/><Relationship Id="rId5" Type="http://schemas.openxmlformats.org/officeDocument/2006/relationships/image" Target="../media/image14.wmf"/><Relationship Id="rId4" Type="http://schemas.openxmlformats.org/officeDocument/2006/relationships/oleObject" Target="../embeddings/oleObject3.bin"/></Relationships>
</file>

<file path=ppt/slides/_rels/slide2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AutoShape 2"/>
          <p:cNvSpPr>
            <a:spLocks noGrp="1" noChangeArrowheads="1"/>
          </p:cNvSpPr>
          <p:nvPr>
            <p:ph idx="1"/>
          </p:nvPr>
        </p:nvSpPr>
        <p:spPr/>
        <p:txBody>
          <a:bodyPr/>
          <a:lstStyle/>
          <a:p>
            <a:pPr algn="l" eaLnBrk="1" hangingPunct="1">
              <a:defRPr/>
            </a:pPr>
            <a:r>
              <a:rPr lang="en-US" b="0" dirty="0"/>
              <a:t>Sampling Methods and </a:t>
            </a:r>
            <a:br>
              <a:rPr lang="en-US" b="0" dirty="0"/>
            </a:br>
            <a:r>
              <a:rPr lang="en-US" b="0" dirty="0"/>
              <a:t>the Central Limit Theorem</a:t>
            </a:r>
            <a:r>
              <a:rPr lang="en-US" b="0" i="1" dirty="0">
                <a:effectLst>
                  <a:outerShdw blurRad="38100" dist="38100" dir="2700000" algn="tl">
                    <a:srgbClr val="C0C0C0"/>
                  </a:outerShdw>
                </a:effectLst>
              </a:rPr>
              <a:t/>
            </a:r>
            <a:br>
              <a:rPr lang="en-US" b="0" i="1" dirty="0">
                <a:effectLst>
                  <a:outerShdw blurRad="38100" dist="38100" dir="2700000" algn="tl">
                    <a:srgbClr val="C0C0C0"/>
                  </a:outerShdw>
                </a:effectLst>
              </a:rPr>
            </a:br>
            <a:endParaRPr lang="en-US" b="0" i="1" dirty="0">
              <a:effectLst>
                <a:outerShdw blurRad="38100" dist="38100" dir="2700000" algn="tl">
                  <a:srgbClr val="C0C0C0"/>
                </a:outerShdw>
              </a:effectLst>
            </a:endParaRPr>
          </a:p>
        </p:txBody>
      </p:sp>
      <p:sp>
        <p:nvSpPr>
          <p:cNvPr id="5" name="AutoShape 2"/>
          <p:cNvSpPr>
            <a:spLocks noGrp="1" noChangeArrowheads="1"/>
          </p:cNvSpPr>
          <p:nvPr>
            <p:ph type="title"/>
          </p:nvPr>
        </p:nvSpPr>
        <p:spPr/>
        <p:txBody>
          <a:bodyPr/>
          <a:lstStyle/>
          <a:p>
            <a:pPr algn="l" eaLnBrk="1" hangingPunct="1">
              <a:defRPr/>
            </a:pPr>
            <a:r>
              <a:rPr lang="en-US" b="0" dirty="0"/>
              <a:t>Sampling Methods and </a:t>
            </a:r>
            <a:br>
              <a:rPr lang="en-US" b="0" dirty="0"/>
            </a:br>
            <a:r>
              <a:rPr lang="en-US" b="0" dirty="0"/>
              <a:t>the Central Limit </a:t>
            </a:r>
            <a:r>
              <a:rPr lang="en-US" b="0" dirty="0" smtClean="0"/>
              <a:t>Theorem</a:t>
            </a:r>
            <a:endParaRPr lang="en-US" b="0" i="1" dirty="0">
              <a:effectLst>
                <a:outerShdw blurRad="38100" dist="38100" dir="2700000" algn="tl">
                  <a:srgbClr val="C0C0C0"/>
                </a:outerShdw>
              </a:effectLst>
            </a:endParaRPr>
          </a:p>
        </p:txBody>
      </p:sp>
    </p:spTree>
    <p:extLst>
      <p:ext uri="{BB962C8B-B14F-4D97-AF65-F5344CB8AC3E}">
        <p14:creationId xmlns:p14="http://schemas.microsoft.com/office/powerpoint/2010/main" val="543659538"/>
      </p:ext>
    </p:extLst>
  </p:cSld>
  <p:clrMapOvr>
    <a:masterClrMapping/>
  </p:clrMapOvr>
  <p:transition>
    <p:wipe dir="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5" name="AutoShape 17"/>
          <p:cNvSpPr>
            <a:spLocks noGrp="1" noChangeArrowheads="1"/>
          </p:cNvSpPr>
          <p:nvPr>
            <p:ph type="title"/>
          </p:nvPr>
        </p:nvSpPr>
        <p:spPr>
          <a:xfrm>
            <a:off x="476250" y="476250"/>
            <a:ext cx="7924800" cy="914400"/>
          </a:xfrm>
        </p:spPr>
        <p:txBody>
          <a:bodyPr/>
          <a:lstStyle/>
          <a:p>
            <a:pPr eaLnBrk="1" hangingPunct="1"/>
            <a:r>
              <a:rPr lang="en-US" smtClean="0"/>
              <a:t>GOALS</a:t>
            </a:r>
          </a:p>
        </p:txBody>
      </p:sp>
      <p:sp>
        <p:nvSpPr>
          <p:cNvPr id="8196" name="Rectangle 18"/>
          <p:cNvSpPr>
            <a:spLocks noGrp="1" noChangeArrowheads="1"/>
          </p:cNvSpPr>
          <p:nvPr>
            <p:ph type="body" idx="1"/>
          </p:nvPr>
        </p:nvSpPr>
        <p:spPr>
          <a:xfrm>
            <a:off x="685800" y="2009775"/>
            <a:ext cx="7693025" cy="4181475"/>
          </a:xfrm>
        </p:spPr>
        <p:txBody>
          <a:bodyPr/>
          <a:lstStyle/>
          <a:p>
            <a:pPr marL="533400" indent="-533400" eaLnBrk="1" hangingPunct="1">
              <a:lnSpc>
                <a:spcPct val="90000"/>
              </a:lnSpc>
              <a:buFont typeface="Wingdings" panose="05000000000000000000" pitchFamily="2" charset="2"/>
              <a:buAutoNum type="arabicPeriod"/>
            </a:pPr>
            <a:r>
              <a:rPr lang="en-US" smtClean="0"/>
              <a:t>Explain why a sample is the only feasible way to learn about a population.</a:t>
            </a:r>
            <a:endParaRPr lang="en-US" smtClean="0">
              <a:solidFill>
                <a:srgbClr val="333333"/>
              </a:solidFill>
            </a:endParaRPr>
          </a:p>
          <a:p>
            <a:pPr marL="533400" indent="-533400" eaLnBrk="1" hangingPunct="1">
              <a:lnSpc>
                <a:spcPct val="90000"/>
              </a:lnSpc>
              <a:buFont typeface="Wingdings" panose="05000000000000000000" pitchFamily="2" charset="2"/>
              <a:buAutoNum type="arabicPeriod"/>
            </a:pPr>
            <a:r>
              <a:rPr lang="en-US" smtClean="0"/>
              <a:t>Describe  methods to select a sample.</a:t>
            </a:r>
            <a:endParaRPr lang="en-US" smtClean="0">
              <a:solidFill>
                <a:srgbClr val="333333"/>
              </a:solidFill>
            </a:endParaRPr>
          </a:p>
          <a:p>
            <a:pPr marL="533400" indent="-533400" eaLnBrk="1" hangingPunct="1">
              <a:lnSpc>
                <a:spcPct val="90000"/>
              </a:lnSpc>
              <a:buFont typeface="Wingdings" panose="05000000000000000000" pitchFamily="2" charset="2"/>
              <a:buAutoNum type="arabicPeriod"/>
            </a:pPr>
            <a:r>
              <a:rPr lang="en-US" smtClean="0"/>
              <a:t>Define and construct a sampling distribution of the sample mean.</a:t>
            </a:r>
          </a:p>
          <a:p>
            <a:pPr marL="533400" indent="-533400" eaLnBrk="1" hangingPunct="1">
              <a:lnSpc>
                <a:spcPct val="90000"/>
              </a:lnSpc>
              <a:buFont typeface="Wingdings" panose="05000000000000000000" pitchFamily="2" charset="2"/>
              <a:buAutoNum type="arabicPeriod"/>
            </a:pPr>
            <a:r>
              <a:rPr lang="en-US" smtClean="0"/>
              <a:t>Explain the </a:t>
            </a:r>
            <a:r>
              <a:rPr lang="en-US" i="1" smtClean="0">
                <a:solidFill>
                  <a:schemeClr val="accent1"/>
                </a:solidFill>
              </a:rPr>
              <a:t>central limit theorem</a:t>
            </a:r>
            <a:r>
              <a:rPr lang="en-US" smtClean="0"/>
              <a:t>. </a:t>
            </a:r>
          </a:p>
          <a:p>
            <a:pPr marL="533400" indent="-533400" eaLnBrk="1" hangingPunct="1">
              <a:lnSpc>
                <a:spcPct val="90000"/>
              </a:lnSpc>
              <a:buFont typeface="Wingdings" panose="05000000000000000000" pitchFamily="2" charset="2"/>
              <a:buAutoNum type="arabicPeriod"/>
            </a:pPr>
            <a:r>
              <a:rPr lang="en-US" smtClean="0"/>
              <a:t>Use the central limit theorem to find probabilities of selecting possible sample means from a specified population.  </a:t>
            </a:r>
          </a:p>
          <a:p>
            <a:pPr marL="533400" indent="-533400" eaLnBrk="1" hangingPunct="1">
              <a:lnSpc>
                <a:spcPct val="90000"/>
              </a:lnSpc>
            </a:pPr>
            <a:endParaRPr lang="en-US" smtClean="0"/>
          </a:p>
        </p:txBody>
      </p:sp>
    </p:spTree>
  </p:cSld>
  <p:clrMapOvr>
    <a:masterClrMapping/>
  </p:clrMapOvr>
  <p:transition>
    <p:wipe dir="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9" name="AutoShape 2"/>
          <p:cNvSpPr>
            <a:spLocks noGrp="1" noChangeArrowheads="1"/>
          </p:cNvSpPr>
          <p:nvPr>
            <p:ph type="title"/>
          </p:nvPr>
        </p:nvSpPr>
        <p:spPr/>
        <p:txBody>
          <a:bodyPr lIns="92075" tIns="46038" rIns="92075" bIns="46038" anchor="ctr"/>
          <a:lstStyle/>
          <a:p>
            <a:pPr eaLnBrk="1" hangingPunct="1"/>
            <a:r>
              <a:rPr lang="en-US" smtClean="0"/>
              <a:t>Why Sample the Population?</a:t>
            </a:r>
          </a:p>
        </p:txBody>
      </p:sp>
      <p:sp>
        <p:nvSpPr>
          <p:cNvPr id="9220" name="Rectangle 3"/>
          <p:cNvSpPr>
            <a:spLocks noGrp="1" noChangeArrowheads="1"/>
          </p:cNvSpPr>
          <p:nvPr>
            <p:ph type="body" idx="1"/>
          </p:nvPr>
        </p:nvSpPr>
        <p:spPr>
          <a:xfrm>
            <a:off x="600075" y="2208213"/>
            <a:ext cx="7810500" cy="3395662"/>
          </a:xfrm>
        </p:spPr>
        <p:txBody>
          <a:bodyPr lIns="92075" tIns="46038" rIns="92075" bIns="46038"/>
          <a:lstStyle/>
          <a:p>
            <a:pPr marL="514350" indent="-514350" eaLnBrk="1" hangingPunct="1">
              <a:buFont typeface="Arial" panose="020B0604020202020204" pitchFamily="34" charset="0"/>
              <a:buAutoNum type="arabicPeriod"/>
            </a:pPr>
            <a:r>
              <a:rPr lang="en-US" smtClean="0"/>
              <a:t>To contact the whole population would be </a:t>
            </a:r>
            <a:r>
              <a:rPr lang="en-US" smtClean="0">
                <a:solidFill>
                  <a:schemeClr val="accent1"/>
                </a:solidFill>
              </a:rPr>
              <a:t>time consuming</a:t>
            </a:r>
            <a:r>
              <a:rPr lang="en-US" smtClean="0"/>
              <a:t>.</a:t>
            </a:r>
          </a:p>
          <a:p>
            <a:pPr marL="514350" indent="-514350" eaLnBrk="1" hangingPunct="1">
              <a:buFont typeface="Arial" panose="020B0604020202020204" pitchFamily="34" charset="0"/>
              <a:buAutoNum type="arabicPeriod"/>
            </a:pPr>
            <a:r>
              <a:rPr lang="en-US" smtClean="0"/>
              <a:t>The </a:t>
            </a:r>
            <a:r>
              <a:rPr lang="en-US" smtClean="0">
                <a:solidFill>
                  <a:schemeClr val="accent1"/>
                </a:solidFill>
              </a:rPr>
              <a:t>cost</a:t>
            </a:r>
            <a:r>
              <a:rPr lang="en-US" smtClean="0"/>
              <a:t> of studying all the items in a population </a:t>
            </a:r>
            <a:r>
              <a:rPr lang="en-US" smtClean="0">
                <a:solidFill>
                  <a:schemeClr val="accent1"/>
                </a:solidFill>
              </a:rPr>
              <a:t>may be prohibitive</a:t>
            </a:r>
            <a:r>
              <a:rPr lang="en-US" smtClean="0"/>
              <a:t>.</a:t>
            </a:r>
          </a:p>
          <a:p>
            <a:pPr marL="514350" indent="-514350" eaLnBrk="1" hangingPunct="1">
              <a:buFont typeface="Arial" panose="020B0604020202020204" pitchFamily="34" charset="0"/>
              <a:buAutoNum type="arabicPeriod"/>
            </a:pPr>
            <a:r>
              <a:rPr lang="en-US" smtClean="0"/>
              <a:t>The </a:t>
            </a:r>
            <a:r>
              <a:rPr lang="en-US" smtClean="0">
                <a:solidFill>
                  <a:schemeClr val="accent1"/>
                </a:solidFill>
              </a:rPr>
              <a:t>physical impossibility</a:t>
            </a:r>
            <a:r>
              <a:rPr lang="en-US" smtClean="0"/>
              <a:t> of checking all items in the population.</a:t>
            </a:r>
          </a:p>
          <a:p>
            <a:pPr marL="514350" indent="-514350" eaLnBrk="1" hangingPunct="1">
              <a:buFont typeface="Arial" panose="020B0604020202020204" pitchFamily="34" charset="0"/>
              <a:buAutoNum type="arabicPeriod"/>
            </a:pPr>
            <a:r>
              <a:rPr lang="en-US" smtClean="0"/>
              <a:t>The </a:t>
            </a:r>
            <a:r>
              <a:rPr lang="en-US" smtClean="0">
                <a:solidFill>
                  <a:schemeClr val="accent1"/>
                </a:solidFill>
              </a:rPr>
              <a:t>destructive nature</a:t>
            </a:r>
            <a:r>
              <a:rPr lang="en-US" smtClean="0"/>
              <a:t> of some tests.</a:t>
            </a:r>
          </a:p>
          <a:p>
            <a:pPr marL="514350" indent="-514350" eaLnBrk="1" hangingPunct="1">
              <a:buFont typeface="Arial" panose="020B0604020202020204" pitchFamily="34" charset="0"/>
              <a:buAutoNum type="arabicPeriod"/>
            </a:pPr>
            <a:r>
              <a:rPr lang="en-US" smtClean="0"/>
              <a:t>The </a:t>
            </a:r>
            <a:r>
              <a:rPr lang="en-US" smtClean="0">
                <a:solidFill>
                  <a:schemeClr val="accent1"/>
                </a:solidFill>
              </a:rPr>
              <a:t>sample</a:t>
            </a:r>
            <a:r>
              <a:rPr lang="en-US" smtClean="0"/>
              <a:t> </a:t>
            </a:r>
            <a:r>
              <a:rPr lang="en-US" smtClean="0">
                <a:solidFill>
                  <a:schemeClr val="accent1"/>
                </a:solidFill>
              </a:rPr>
              <a:t>results</a:t>
            </a:r>
            <a:r>
              <a:rPr lang="en-US" smtClean="0"/>
              <a:t> are </a:t>
            </a:r>
            <a:r>
              <a:rPr lang="en-US" smtClean="0">
                <a:solidFill>
                  <a:schemeClr val="accent1"/>
                </a:solidFill>
              </a:rPr>
              <a:t>adequate</a:t>
            </a:r>
            <a:r>
              <a:rPr lang="en-US" smtClean="0"/>
              <a:t>.</a:t>
            </a:r>
          </a:p>
        </p:txBody>
      </p:sp>
      <p:sp>
        <p:nvSpPr>
          <p:cNvPr id="9221"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spTree>
  </p:cSld>
  <p:clrMapOvr>
    <a:masterClrMapping/>
  </p:clrMapOvr>
  <p:transition>
    <p:wipe dir="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3" name="AutoShape 2"/>
          <p:cNvSpPr>
            <a:spLocks noGrp="1" noChangeArrowheads="1"/>
          </p:cNvSpPr>
          <p:nvPr>
            <p:ph type="title"/>
          </p:nvPr>
        </p:nvSpPr>
        <p:spPr/>
        <p:txBody>
          <a:bodyPr lIns="92075" tIns="46038" rIns="92075" bIns="46038" anchor="ctr"/>
          <a:lstStyle/>
          <a:p>
            <a:pPr eaLnBrk="1" hangingPunct="1"/>
            <a:r>
              <a:rPr lang="en-US" smtClean="0"/>
              <a:t>Probability Sampling</a:t>
            </a:r>
          </a:p>
        </p:txBody>
      </p:sp>
      <p:sp>
        <p:nvSpPr>
          <p:cNvPr id="10244" name="Rectangle 3"/>
          <p:cNvSpPr>
            <a:spLocks noGrp="1" noChangeArrowheads="1"/>
          </p:cNvSpPr>
          <p:nvPr>
            <p:ph type="body" idx="1"/>
          </p:nvPr>
        </p:nvSpPr>
        <p:spPr/>
        <p:txBody>
          <a:bodyPr lIns="92075" tIns="46038" rIns="92075" bIns="46038"/>
          <a:lstStyle/>
          <a:p>
            <a:pPr eaLnBrk="1" hangingPunct="1"/>
            <a:r>
              <a:rPr lang="en-US" sz="3600" smtClean="0"/>
              <a:t>A </a:t>
            </a:r>
            <a:r>
              <a:rPr lang="en-US" sz="3600" smtClean="0">
                <a:solidFill>
                  <a:schemeClr val="accent1"/>
                </a:solidFill>
              </a:rPr>
              <a:t>probability sample</a:t>
            </a:r>
            <a:r>
              <a:rPr lang="en-US" sz="3600" smtClean="0"/>
              <a:t> is a sample selected such that each item or person in the population being studied has a known likelihood of being included in the sample.</a:t>
            </a:r>
          </a:p>
        </p:txBody>
      </p:sp>
      <p:sp>
        <p:nvSpPr>
          <p:cNvPr id="10245"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spTree>
  </p:cSld>
  <p:clrMapOvr>
    <a:masterClrMapping/>
  </p:clrMapOvr>
  <p:transition>
    <p:wipe dir="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1267" name="AutoShape 2"/>
          <p:cNvSpPr>
            <a:spLocks noGrp="1" noChangeArrowheads="1"/>
          </p:cNvSpPr>
          <p:nvPr>
            <p:ph type="title"/>
          </p:nvPr>
        </p:nvSpPr>
        <p:spPr/>
        <p:txBody>
          <a:bodyPr lIns="92075" tIns="46038" rIns="92075" bIns="46038" anchor="ctr"/>
          <a:lstStyle/>
          <a:p>
            <a:pPr eaLnBrk="1" hangingPunct="1"/>
            <a:r>
              <a:rPr lang="en-US" sz="3200" smtClean="0"/>
              <a:t>Most Commonly Used Probability Sampling Methods</a:t>
            </a:r>
          </a:p>
        </p:txBody>
      </p:sp>
      <p:sp>
        <p:nvSpPr>
          <p:cNvPr id="238595" name="Rectangle 3"/>
          <p:cNvSpPr>
            <a:spLocks noGrp="1" noChangeArrowheads="1"/>
          </p:cNvSpPr>
          <p:nvPr>
            <p:ph type="body" idx="1"/>
          </p:nvPr>
        </p:nvSpPr>
        <p:spPr>
          <a:xfrm>
            <a:off x="582613" y="2336800"/>
            <a:ext cx="4381500" cy="4294188"/>
          </a:xfrm>
        </p:spPr>
        <p:txBody>
          <a:bodyPr lIns="92075" tIns="46038" rIns="92075" bIns="46038"/>
          <a:lstStyle/>
          <a:p>
            <a:pPr eaLnBrk="1" hangingPunct="1"/>
            <a:r>
              <a:rPr lang="en-US" smtClean="0"/>
              <a:t>Simple Random Sample </a:t>
            </a:r>
          </a:p>
          <a:p>
            <a:pPr eaLnBrk="1" hangingPunct="1"/>
            <a:r>
              <a:rPr lang="en-US" smtClean="0"/>
              <a:t>Systematic Random Sampling</a:t>
            </a:r>
          </a:p>
          <a:p>
            <a:pPr eaLnBrk="1" hangingPunct="1"/>
            <a:r>
              <a:rPr lang="en-US" smtClean="0"/>
              <a:t>Stratified Random Sampling</a:t>
            </a:r>
          </a:p>
          <a:p>
            <a:pPr eaLnBrk="1" hangingPunct="1"/>
            <a:r>
              <a:rPr lang="en-US" smtClean="0"/>
              <a:t>Cluster Sampling</a:t>
            </a:r>
          </a:p>
        </p:txBody>
      </p:sp>
      <p:sp>
        <p:nvSpPr>
          <p:cNvPr id="11269"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pic>
        <p:nvPicPr>
          <p:cNvPr id="11270" name="Picture 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208588" y="2627313"/>
            <a:ext cx="3482975" cy="2462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animEffect transition="in" filter="wipe(left)">
                                      <p:cBhvr>
                                        <p:cTn id="7" dur="500"/>
                                        <p:tgtEl>
                                          <p:spTgt spid="2385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8595">
                                            <p:txEl>
                                              <p:pRg st="1" end="1"/>
                                            </p:txEl>
                                          </p:spTgt>
                                        </p:tgtEl>
                                        <p:attrNameLst>
                                          <p:attrName>style.visibility</p:attrName>
                                        </p:attrNameLst>
                                      </p:cBhvr>
                                      <p:to>
                                        <p:strVal val="visible"/>
                                      </p:to>
                                    </p:set>
                                    <p:animEffect transition="in" filter="wipe(left)">
                                      <p:cBhvr>
                                        <p:cTn id="12" dur="500"/>
                                        <p:tgtEl>
                                          <p:spTgt spid="2385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8595">
                                            <p:txEl>
                                              <p:pRg st="2" end="2"/>
                                            </p:txEl>
                                          </p:spTgt>
                                        </p:tgtEl>
                                        <p:attrNameLst>
                                          <p:attrName>style.visibility</p:attrName>
                                        </p:attrNameLst>
                                      </p:cBhvr>
                                      <p:to>
                                        <p:strVal val="visible"/>
                                      </p:to>
                                    </p:set>
                                    <p:animEffect transition="in" filter="wipe(left)">
                                      <p:cBhvr>
                                        <p:cTn id="17" dur="500"/>
                                        <p:tgtEl>
                                          <p:spTgt spid="238595">
                                            <p:txEl>
                                              <p:pRg st="2" end="2"/>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38595">
                                            <p:txEl>
                                              <p:pRg st="3" end="3"/>
                                            </p:txEl>
                                          </p:spTgt>
                                        </p:tgtEl>
                                        <p:attrNameLst>
                                          <p:attrName>style.visibility</p:attrName>
                                        </p:attrNameLst>
                                      </p:cBhvr>
                                      <p:to>
                                        <p:strVal val="visible"/>
                                      </p:to>
                                    </p:set>
                                    <p:animEffect transition="in" filter="wipe(left)">
                                      <p:cBhvr>
                                        <p:cTn id="22" dur="500"/>
                                        <p:tgtEl>
                                          <p:spTgt spid="23859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2291" name="AutoShape 2"/>
          <p:cNvSpPr>
            <a:spLocks noGrp="1" noChangeArrowheads="1"/>
          </p:cNvSpPr>
          <p:nvPr>
            <p:ph type="title"/>
          </p:nvPr>
        </p:nvSpPr>
        <p:spPr/>
        <p:txBody>
          <a:bodyPr lIns="92075" tIns="46038" rIns="92075" bIns="46038" anchor="ctr"/>
          <a:lstStyle/>
          <a:p>
            <a:pPr eaLnBrk="1" hangingPunct="1"/>
            <a:r>
              <a:rPr lang="en-US" smtClean="0"/>
              <a:t>Simple Random Sample</a:t>
            </a:r>
          </a:p>
        </p:txBody>
      </p:sp>
      <p:sp>
        <p:nvSpPr>
          <p:cNvPr id="238595" name="Rectangle 3"/>
          <p:cNvSpPr>
            <a:spLocks noGrp="1" noChangeArrowheads="1"/>
          </p:cNvSpPr>
          <p:nvPr>
            <p:ph type="body" idx="1"/>
          </p:nvPr>
        </p:nvSpPr>
        <p:spPr>
          <a:xfrm>
            <a:off x="876300" y="3527425"/>
            <a:ext cx="7999413" cy="2700338"/>
          </a:xfrm>
        </p:spPr>
        <p:txBody>
          <a:bodyPr lIns="92075" tIns="46038" rIns="92075" bIns="46038"/>
          <a:lstStyle/>
          <a:p>
            <a:pPr eaLnBrk="1" hangingPunct="1">
              <a:buFont typeface="Wingdings" panose="05000000000000000000" pitchFamily="2" charset="2"/>
              <a:buNone/>
            </a:pPr>
            <a:endParaRPr lang="en-US" sz="800" smtClean="0"/>
          </a:p>
          <a:p>
            <a:pPr eaLnBrk="1" hangingPunct="1">
              <a:buFont typeface="Wingdings" panose="05000000000000000000" pitchFamily="2" charset="2"/>
              <a:buNone/>
            </a:pPr>
            <a:r>
              <a:rPr lang="en-US" smtClean="0"/>
              <a:t>EXAMPLE:</a:t>
            </a:r>
          </a:p>
          <a:p>
            <a:pPr eaLnBrk="1" hangingPunct="1">
              <a:buFont typeface="Wingdings" panose="05000000000000000000" pitchFamily="2" charset="2"/>
              <a:buNone/>
            </a:pPr>
            <a:r>
              <a:rPr lang="en-US" sz="2000" smtClean="0"/>
              <a:t>A population consists of 845 employees of Nitra Industries. A sample of 52 employees is to be selected from that population. The name of each employee is written on a small slip of paper and deposited all of the slips in a box. After they have been thoroughly mixed, the first selection is made by drawing a slip out of the box without looking at it. This process is repeated until the sample of 52 employees is chosen.</a:t>
            </a:r>
          </a:p>
          <a:p>
            <a:pPr eaLnBrk="1" hangingPunct="1">
              <a:buFont typeface="Wingdings" panose="05000000000000000000" pitchFamily="2" charset="2"/>
              <a:buNone/>
            </a:pPr>
            <a:endParaRPr lang="en-US" sz="2000" smtClean="0"/>
          </a:p>
        </p:txBody>
      </p:sp>
      <p:sp>
        <p:nvSpPr>
          <p:cNvPr id="12293"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grpSp>
        <p:nvGrpSpPr>
          <p:cNvPr id="12294" name="Group 7"/>
          <p:cNvGrpSpPr>
            <a:grpSpLocks/>
          </p:cNvGrpSpPr>
          <p:nvPr/>
        </p:nvGrpSpPr>
        <p:grpSpPr bwMode="auto">
          <a:xfrm>
            <a:off x="700088" y="1911350"/>
            <a:ext cx="7815262" cy="1319213"/>
            <a:chOff x="700644" y="1911927"/>
            <a:chExt cx="7813963" cy="1318161"/>
          </a:xfrm>
        </p:grpSpPr>
        <p:sp>
          <p:nvSpPr>
            <p:cNvPr id="7" name="Rounded Rectangle 6"/>
            <p:cNvSpPr/>
            <p:nvPr/>
          </p:nvSpPr>
          <p:spPr bwMode="auto">
            <a:xfrm>
              <a:off x="700644" y="1911927"/>
              <a:ext cx="7564767" cy="1318161"/>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eaLnBrk="0" hangingPunct="0">
                <a:defRPr/>
              </a:pPr>
              <a:endParaRPr lang="en-US">
                <a:solidFill>
                  <a:schemeClr val="tx1"/>
                </a:solidFill>
              </a:endParaRPr>
            </a:p>
          </p:txBody>
        </p:sp>
        <p:sp>
          <p:nvSpPr>
            <p:cNvPr id="12296" name="Rectangle 5"/>
            <p:cNvSpPr>
              <a:spLocks noChangeArrowheads="1"/>
            </p:cNvSpPr>
            <p:nvPr/>
          </p:nvSpPr>
          <p:spPr bwMode="auto">
            <a:xfrm>
              <a:off x="837210" y="1938186"/>
              <a:ext cx="7677397" cy="120032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400">
                  <a:solidFill>
                    <a:schemeClr val="accent1"/>
                  </a:solidFill>
                </a:rPr>
                <a:t>Simple Random Sample:</a:t>
              </a:r>
              <a:r>
                <a:rPr lang="en-US" sz="2400"/>
                <a:t> A sample selected so that each item or person in the population has the same chance of being included. </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8595">
                                            <p:txEl>
                                              <p:pRg st="1" end="1"/>
                                            </p:txEl>
                                          </p:spTgt>
                                        </p:tgtEl>
                                        <p:attrNameLst>
                                          <p:attrName>style.visibility</p:attrName>
                                        </p:attrNameLst>
                                      </p:cBhvr>
                                      <p:to>
                                        <p:strVal val="visible"/>
                                      </p:to>
                                    </p:set>
                                    <p:animEffect transition="in" filter="wipe(left)">
                                      <p:cBhvr>
                                        <p:cTn id="7" dur="500"/>
                                        <p:tgtEl>
                                          <p:spTgt spid="2385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8595">
                                            <p:txEl>
                                              <p:pRg st="2" end="2"/>
                                            </p:txEl>
                                          </p:spTgt>
                                        </p:tgtEl>
                                        <p:attrNameLst>
                                          <p:attrName>style.visibility</p:attrName>
                                        </p:attrNameLst>
                                      </p:cBhvr>
                                      <p:to>
                                        <p:strVal val="visible"/>
                                      </p:to>
                                    </p:set>
                                    <p:animEffect transition="in" filter="wipe(left)">
                                      <p:cBhvr>
                                        <p:cTn id="12" dur="500"/>
                                        <p:tgtEl>
                                          <p:spTgt spid="2385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Lst>
  </p:timing>
</p:sld>
</file>

<file path=ppt/slides/slide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3315" name="AutoShape 2"/>
          <p:cNvSpPr>
            <a:spLocks noGrp="1" noChangeArrowheads="1"/>
          </p:cNvSpPr>
          <p:nvPr>
            <p:ph type="title"/>
          </p:nvPr>
        </p:nvSpPr>
        <p:spPr/>
        <p:txBody>
          <a:bodyPr lIns="92075" tIns="46038" rIns="92075" bIns="46038" anchor="ctr"/>
          <a:lstStyle/>
          <a:p>
            <a:pPr eaLnBrk="1" hangingPunct="1"/>
            <a:r>
              <a:rPr lang="en-US" smtClean="0"/>
              <a:t>Simple Random Sample: Using Table of Random Numbers</a:t>
            </a:r>
          </a:p>
        </p:txBody>
      </p:sp>
      <p:sp>
        <p:nvSpPr>
          <p:cNvPr id="238595" name="Rectangle 3"/>
          <p:cNvSpPr>
            <a:spLocks noGrp="1" noChangeArrowheads="1"/>
          </p:cNvSpPr>
          <p:nvPr>
            <p:ph type="body" idx="1"/>
          </p:nvPr>
        </p:nvSpPr>
        <p:spPr>
          <a:xfrm>
            <a:off x="650875" y="1590675"/>
            <a:ext cx="7999413" cy="2701925"/>
          </a:xfrm>
        </p:spPr>
        <p:txBody>
          <a:bodyPr lIns="92075" tIns="46038" rIns="92075" bIns="46038"/>
          <a:lstStyle/>
          <a:p>
            <a:pPr eaLnBrk="1" hangingPunct="1">
              <a:buFont typeface="Wingdings" panose="05000000000000000000" pitchFamily="2" charset="2"/>
              <a:buNone/>
            </a:pPr>
            <a:endParaRPr lang="en-US" sz="800" smtClean="0"/>
          </a:p>
          <a:p>
            <a:pPr eaLnBrk="1" hangingPunct="1">
              <a:buFont typeface="Wingdings" panose="05000000000000000000" pitchFamily="2" charset="2"/>
              <a:buNone/>
            </a:pPr>
            <a:r>
              <a:rPr lang="en-US" sz="2000" smtClean="0"/>
              <a:t>A population consists of 845 employees of Nitra Industries. A sample of 52 employees is to be selected from that population.</a:t>
            </a:r>
          </a:p>
          <a:p>
            <a:pPr eaLnBrk="1" hangingPunct="1">
              <a:buFont typeface="Wingdings" panose="05000000000000000000" pitchFamily="2" charset="2"/>
              <a:buNone/>
            </a:pPr>
            <a:r>
              <a:rPr lang="en-US" sz="2000" smtClean="0"/>
              <a:t>A more convenient method of selecting a random sample is to use the identification number of each employee and a </a:t>
            </a:r>
            <a:r>
              <a:rPr lang="en-US" sz="2000" b="1" smtClean="0"/>
              <a:t>table of random numbers such as the </a:t>
            </a:r>
            <a:r>
              <a:rPr lang="en-US" sz="2000" smtClean="0"/>
              <a:t>one in Appendix B.6. </a:t>
            </a:r>
          </a:p>
          <a:p>
            <a:pPr eaLnBrk="1" hangingPunct="1">
              <a:buFont typeface="Wingdings" panose="05000000000000000000" pitchFamily="2" charset="2"/>
              <a:buNone/>
            </a:pPr>
            <a:endParaRPr lang="en-US" sz="2000" smtClean="0"/>
          </a:p>
          <a:p>
            <a:pPr eaLnBrk="1" hangingPunct="1">
              <a:buFont typeface="Wingdings" panose="05000000000000000000" pitchFamily="2" charset="2"/>
              <a:buNone/>
            </a:pPr>
            <a:endParaRPr lang="en-US" sz="2000" smtClean="0"/>
          </a:p>
          <a:p>
            <a:pPr eaLnBrk="1" hangingPunct="1">
              <a:buFont typeface="Wingdings" panose="05000000000000000000" pitchFamily="2" charset="2"/>
              <a:buNone/>
            </a:pPr>
            <a:endParaRPr lang="en-US" sz="2000" smtClean="0"/>
          </a:p>
        </p:txBody>
      </p:sp>
      <p:sp>
        <p:nvSpPr>
          <p:cNvPr id="13317"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pic>
        <p:nvPicPr>
          <p:cNvPr id="373762"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3138" y="3781425"/>
            <a:ext cx="7099300" cy="1963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8595">
                                            <p:txEl>
                                              <p:pRg st="1" end="1"/>
                                            </p:txEl>
                                          </p:spTgt>
                                        </p:tgtEl>
                                        <p:attrNameLst>
                                          <p:attrName>style.visibility</p:attrName>
                                        </p:attrNameLst>
                                      </p:cBhvr>
                                      <p:to>
                                        <p:strVal val="visible"/>
                                      </p:to>
                                    </p:set>
                                    <p:animEffect transition="in" filter="wipe(left)">
                                      <p:cBhvr>
                                        <p:cTn id="7" dur="500"/>
                                        <p:tgtEl>
                                          <p:spTgt spid="238595">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8595">
                                            <p:txEl>
                                              <p:pRg st="2" end="2"/>
                                            </p:txEl>
                                          </p:spTgt>
                                        </p:tgtEl>
                                        <p:attrNameLst>
                                          <p:attrName>style.visibility</p:attrName>
                                        </p:attrNameLst>
                                      </p:cBhvr>
                                      <p:to>
                                        <p:strVal val="visible"/>
                                      </p:to>
                                    </p:set>
                                    <p:animEffect transition="in" filter="wipe(left)">
                                      <p:cBhvr>
                                        <p:cTn id="12" dur="500"/>
                                        <p:tgtEl>
                                          <p:spTgt spid="238595">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1" fill="hold" nodeType="clickEffect">
                                  <p:stCondLst>
                                    <p:cond delay="0"/>
                                  </p:stCondLst>
                                  <p:childTnLst>
                                    <p:set>
                                      <p:cBhvr>
                                        <p:cTn id="16" dur="1" fill="hold">
                                          <p:stCondLst>
                                            <p:cond delay="0"/>
                                          </p:stCondLst>
                                        </p:cTn>
                                        <p:tgtEl>
                                          <p:spTgt spid="373762"/>
                                        </p:tgtEl>
                                        <p:attrNameLst>
                                          <p:attrName>style.visibility</p:attrName>
                                        </p:attrNameLst>
                                      </p:cBhvr>
                                      <p:to>
                                        <p:strVal val="visible"/>
                                      </p:to>
                                    </p:set>
                                    <p:animEffect transition="in" filter="wipe(up)">
                                      <p:cBhvr>
                                        <p:cTn id="17" dur="500"/>
                                        <p:tgtEl>
                                          <p:spTgt spid="3737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Lst>
  </p:timing>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4339" name="AutoShape 2"/>
          <p:cNvSpPr>
            <a:spLocks noGrp="1" noChangeArrowheads="1"/>
          </p:cNvSpPr>
          <p:nvPr>
            <p:ph type="title"/>
          </p:nvPr>
        </p:nvSpPr>
        <p:spPr/>
        <p:txBody>
          <a:bodyPr lIns="92075" tIns="46038" rIns="92075" bIns="46038" anchor="ctr"/>
          <a:lstStyle/>
          <a:p>
            <a:pPr eaLnBrk="1" hangingPunct="1"/>
            <a:r>
              <a:rPr lang="en-US" smtClean="0"/>
              <a:t>Systematic Random Sampling</a:t>
            </a:r>
          </a:p>
        </p:txBody>
      </p:sp>
      <p:sp>
        <p:nvSpPr>
          <p:cNvPr id="238595" name="Rectangle 3"/>
          <p:cNvSpPr>
            <a:spLocks noGrp="1" noChangeArrowheads="1"/>
          </p:cNvSpPr>
          <p:nvPr>
            <p:ph type="body" idx="1"/>
          </p:nvPr>
        </p:nvSpPr>
        <p:spPr>
          <a:xfrm>
            <a:off x="757238" y="3503613"/>
            <a:ext cx="7999412" cy="3187700"/>
          </a:xfrm>
        </p:spPr>
        <p:txBody>
          <a:bodyPr lIns="92075" tIns="46038" rIns="92075" bIns="46038"/>
          <a:lstStyle/>
          <a:p>
            <a:pPr eaLnBrk="1" hangingPunct="1">
              <a:buFont typeface="Wingdings" panose="05000000000000000000" pitchFamily="2" charset="2"/>
              <a:buNone/>
            </a:pPr>
            <a:r>
              <a:rPr lang="en-US" sz="2400" smtClean="0"/>
              <a:t>EXAMPLE</a:t>
            </a:r>
          </a:p>
          <a:p>
            <a:pPr eaLnBrk="1" hangingPunct="1">
              <a:buFont typeface="Wingdings" panose="05000000000000000000" pitchFamily="2" charset="2"/>
              <a:buNone/>
            </a:pPr>
            <a:r>
              <a:rPr lang="en-US" sz="2000" smtClean="0"/>
              <a:t>A population consists of 845 employees of Nitra Industries. A sample of 52 employees is to be selected from that population.</a:t>
            </a:r>
          </a:p>
          <a:p>
            <a:pPr eaLnBrk="1" hangingPunct="1">
              <a:buFont typeface="Wingdings" panose="05000000000000000000" pitchFamily="2" charset="2"/>
              <a:buNone/>
            </a:pPr>
            <a:r>
              <a:rPr lang="en-US" sz="2000" smtClean="0"/>
              <a:t>First, </a:t>
            </a:r>
            <a:r>
              <a:rPr lang="en-US" sz="2000" i="1" smtClean="0"/>
              <a:t>k </a:t>
            </a:r>
            <a:r>
              <a:rPr lang="en-US" sz="2000" smtClean="0"/>
              <a:t>is calculated as the population size divided by the sample size</a:t>
            </a:r>
            <a:r>
              <a:rPr lang="en-US" sz="2000" i="1" smtClean="0"/>
              <a:t>. For Nitra Industries</a:t>
            </a:r>
            <a:r>
              <a:rPr lang="en-US" sz="2000" smtClean="0"/>
              <a:t>, we would select every 16th (845/52) employee list. If </a:t>
            </a:r>
            <a:r>
              <a:rPr lang="en-US" sz="2000" i="1" smtClean="0"/>
              <a:t>k </a:t>
            </a:r>
            <a:r>
              <a:rPr lang="en-US" sz="2000" smtClean="0"/>
              <a:t>is not a whole number</a:t>
            </a:r>
            <a:r>
              <a:rPr lang="en-US" sz="2000" i="1" smtClean="0"/>
              <a:t>, </a:t>
            </a:r>
            <a:r>
              <a:rPr lang="en-US" sz="2000" smtClean="0"/>
              <a:t>then round down. Random sampling is used in the selection of the first name. Then, select every 16</a:t>
            </a:r>
            <a:r>
              <a:rPr lang="en-US" sz="2000" baseline="30000" smtClean="0"/>
              <a:t>th</a:t>
            </a:r>
            <a:r>
              <a:rPr lang="en-US" sz="2000" smtClean="0"/>
              <a:t> name on the list thereafter.</a:t>
            </a:r>
          </a:p>
          <a:p>
            <a:pPr eaLnBrk="1" hangingPunct="1">
              <a:buFont typeface="Wingdings" panose="05000000000000000000" pitchFamily="2" charset="2"/>
              <a:buNone/>
            </a:pPr>
            <a:endParaRPr lang="en-US" sz="2000" smtClean="0"/>
          </a:p>
        </p:txBody>
      </p:sp>
      <p:sp>
        <p:nvSpPr>
          <p:cNvPr id="14341"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grpSp>
        <p:nvGrpSpPr>
          <p:cNvPr id="14342" name="Group 6"/>
          <p:cNvGrpSpPr>
            <a:grpSpLocks/>
          </p:cNvGrpSpPr>
          <p:nvPr/>
        </p:nvGrpSpPr>
        <p:grpSpPr bwMode="auto">
          <a:xfrm>
            <a:off x="569913" y="1817688"/>
            <a:ext cx="8301037" cy="1590675"/>
            <a:chOff x="700644" y="1911927"/>
            <a:chExt cx="7564582" cy="1495279"/>
          </a:xfrm>
        </p:grpSpPr>
        <p:sp>
          <p:nvSpPr>
            <p:cNvPr id="8" name="Rounded Rectangle 7"/>
            <p:cNvSpPr/>
            <p:nvPr/>
          </p:nvSpPr>
          <p:spPr bwMode="auto">
            <a:xfrm>
              <a:off x="700644" y="1911927"/>
              <a:ext cx="7564582" cy="1317695"/>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eaLnBrk="0" hangingPunct="0">
                <a:defRPr/>
              </a:pPr>
              <a:endParaRPr lang="en-US">
                <a:solidFill>
                  <a:schemeClr val="tx1"/>
                </a:solidFill>
              </a:endParaRPr>
            </a:p>
          </p:txBody>
        </p:sp>
        <p:sp>
          <p:nvSpPr>
            <p:cNvPr id="14344" name="Rectangle 8"/>
            <p:cNvSpPr>
              <a:spLocks noChangeArrowheads="1"/>
            </p:cNvSpPr>
            <p:nvPr/>
          </p:nvSpPr>
          <p:spPr bwMode="auto">
            <a:xfrm>
              <a:off x="837210" y="1938186"/>
              <a:ext cx="7396008" cy="14690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000">
                  <a:solidFill>
                    <a:schemeClr val="accent1"/>
                  </a:solidFill>
                </a:rPr>
                <a:t>Systematic Random Sampling:</a:t>
              </a:r>
              <a:r>
                <a:rPr lang="en-US" sz="2000"/>
                <a:t> The items or individuals of the population are arranged in some order.  A random starting point is selected and then every </a:t>
              </a:r>
              <a:r>
                <a:rPr lang="en-US" sz="2000" i="1"/>
                <a:t>k</a:t>
              </a:r>
              <a:r>
                <a:rPr lang="en-US" sz="2000"/>
                <a:t>th member of the population is selected for the sample.</a:t>
              </a:r>
            </a:p>
          </p:txBody>
        </p:sp>
      </p:gr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38595">
                                            <p:txEl>
                                              <p:pRg st="0" end="0"/>
                                            </p:txEl>
                                          </p:spTgt>
                                        </p:tgtEl>
                                        <p:attrNameLst>
                                          <p:attrName>style.visibility</p:attrName>
                                        </p:attrNameLst>
                                      </p:cBhvr>
                                      <p:to>
                                        <p:strVal val="visible"/>
                                      </p:to>
                                    </p:set>
                                    <p:animEffect transition="in" filter="wipe(left)">
                                      <p:cBhvr>
                                        <p:cTn id="7" dur="500"/>
                                        <p:tgtEl>
                                          <p:spTgt spid="238595">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8595">
                                            <p:txEl>
                                              <p:pRg st="1" end="1"/>
                                            </p:txEl>
                                          </p:spTgt>
                                        </p:tgtEl>
                                        <p:attrNameLst>
                                          <p:attrName>style.visibility</p:attrName>
                                        </p:attrNameLst>
                                      </p:cBhvr>
                                      <p:to>
                                        <p:strVal val="visible"/>
                                      </p:to>
                                    </p:set>
                                    <p:animEffect transition="in" filter="wipe(left)">
                                      <p:cBhvr>
                                        <p:cTn id="12" dur="500"/>
                                        <p:tgtEl>
                                          <p:spTgt spid="238595">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38595">
                                            <p:txEl>
                                              <p:pRg st="2" end="2"/>
                                            </p:txEl>
                                          </p:spTgt>
                                        </p:tgtEl>
                                        <p:attrNameLst>
                                          <p:attrName>style.visibility</p:attrName>
                                        </p:attrNameLst>
                                      </p:cBhvr>
                                      <p:to>
                                        <p:strVal val="visible"/>
                                      </p:to>
                                    </p:set>
                                    <p:animEffect transition="in" filter="wipe(left)">
                                      <p:cBhvr>
                                        <p:cTn id="17" dur="500"/>
                                        <p:tgtEl>
                                          <p:spTgt spid="238595">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8595" grpId="0" build="p"/>
    </p:bld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3" name="AutoShape 2"/>
          <p:cNvSpPr>
            <a:spLocks noGrp="1" noChangeArrowheads="1"/>
          </p:cNvSpPr>
          <p:nvPr>
            <p:ph type="title"/>
          </p:nvPr>
        </p:nvSpPr>
        <p:spPr/>
        <p:txBody>
          <a:bodyPr lIns="92075" tIns="46038" rIns="92075" bIns="46038" anchor="ctr"/>
          <a:lstStyle/>
          <a:p>
            <a:pPr eaLnBrk="1" hangingPunct="1"/>
            <a:r>
              <a:rPr lang="en-US" smtClean="0"/>
              <a:t>Stratified Random Sampling</a:t>
            </a:r>
          </a:p>
        </p:txBody>
      </p:sp>
      <p:sp>
        <p:nvSpPr>
          <p:cNvPr id="15364"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grpSp>
        <p:nvGrpSpPr>
          <p:cNvPr id="15365" name="Group 5"/>
          <p:cNvGrpSpPr>
            <a:grpSpLocks/>
          </p:cNvGrpSpPr>
          <p:nvPr/>
        </p:nvGrpSpPr>
        <p:grpSpPr bwMode="auto">
          <a:xfrm>
            <a:off x="606425" y="1757363"/>
            <a:ext cx="8299450" cy="1484312"/>
            <a:chOff x="700644" y="1911927"/>
            <a:chExt cx="7564582" cy="1438776"/>
          </a:xfrm>
        </p:grpSpPr>
        <p:sp>
          <p:nvSpPr>
            <p:cNvPr id="7" name="Rounded Rectangle 6"/>
            <p:cNvSpPr/>
            <p:nvPr/>
          </p:nvSpPr>
          <p:spPr bwMode="auto">
            <a:xfrm>
              <a:off x="700644" y="1911927"/>
              <a:ext cx="7564582" cy="1318750"/>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eaLnBrk="0" hangingPunct="0">
                <a:defRPr/>
              </a:pPr>
              <a:endParaRPr lang="en-US">
                <a:solidFill>
                  <a:schemeClr val="tx1"/>
                </a:solidFill>
              </a:endParaRPr>
            </a:p>
          </p:txBody>
        </p:sp>
        <p:sp>
          <p:nvSpPr>
            <p:cNvPr id="15369" name="Rectangle 7"/>
            <p:cNvSpPr>
              <a:spLocks noChangeArrowheads="1"/>
            </p:cNvSpPr>
            <p:nvPr/>
          </p:nvSpPr>
          <p:spPr bwMode="auto">
            <a:xfrm>
              <a:off x="837210" y="1938186"/>
              <a:ext cx="7396008" cy="14125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000">
                  <a:solidFill>
                    <a:schemeClr val="accent1"/>
                  </a:solidFill>
                </a:rPr>
                <a:t>Stratified Random Sampling:</a:t>
              </a:r>
              <a:r>
                <a:rPr lang="en-US" sz="2000"/>
                <a:t> A population is first divided into subgroups, called strata, and a sample is selected from each stratum. Useful when a population can be clearly divided in groups based on some characteristics</a:t>
              </a:r>
            </a:p>
          </p:txBody>
        </p:sp>
      </p:grpSp>
      <p:pic>
        <p:nvPicPr>
          <p:cNvPr id="15366" name="Picture 102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294188" y="4225925"/>
            <a:ext cx="4541837" cy="145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367" name="Rectangle 11"/>
          <p:cNvSpPr>
            <a:spLocks noChangeArrowheads="1"/>
          </p:cNvSpPr>
          <p:nvPr/>
        </p:nvSpPr>
        <p:spPr bwMode="auto">
          <a:xfrm>
            <a:off x="658813" y="3402013"/>
            <a:ext cx="3640137"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1400"/>
              <a:t>Suppose we want to study the advertising expenditures for the 352 largest companies in the United States to determine whether firms with high returns on equity (a measure of profitability) spent more of each sales dollar on advertising than firms with a low return or deficit. </a:t>
            </a:r>
          </a:p>
          <a:p>
            <a:endParaRPr lang="en-US" sz="1400"/>
          </a:p>
          <a:p>
            <a:r>
              <a:rPr lang="en-US" sz="1400"/>
              <a:t>To make sure that the sample is a fair representation of the 352 companies, the companies are grouped on percent return on equity and a sample proportional to the relative size of the group is randomly selected. </a:t>
            </a:r>
          </a:p>
        </p:txBody>
      </p:sp>
    </p:spTree>
  </p:cSld>
  <p:clrMapOvr>
    <a:masterClrMapping/>
  </p:clrMapOvr>
  <p:transition>
    <p:wipe dir="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6387" name="AutoShape 2"/>
          <p:cNvSpPr>
            <a:spLocks noGrp="1" noChangeArrowheads="1"/>
          </p:cNvSpPr>
          <p:nvPr>
            <p:ph type="title"/>
          </p:nvPr>
        </p:nvSpPr>
        <p:spPr/>
        <p:txBody>
          <a:bodyPr lIns="92075" tIns="46038" rIns="92075" bIns="46038" anchor="ctr"/>
          <a:lstStyle/>
          <a:p>
            <a:pPr eaLnBrk="1" hangingPunct="1"/>
            <a:r>
              <a:rPr lang="en-US" smtClean="0"/>
              <a:t>Cluster Sampling</a:t>
            </a:r>
          </a:p>
        </p:txBody>
      </p:sp>
      <p:sp>
        <p:nvSpPr>
          <p:cNvPr id="16388"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grpSp>
        <p:nvGrpSpPr>
          <p:cNvPr id="16389" name="Group 5"/>
          <p:cNvGrpSpPr>
            <a:grpSpLocks/>
          </p:cNvGrpSpPr>
          <p:nvPr/>
        </p:nvGrpSpPr>
        <p:grpSpPr bwMode="auto">
          <a:xfrm>
            <a:off x="474663" y="1781175"/>
            <a:ext cx="8301037" cy="1360488"/>
            <a:chOff x="700644" y="1911927"/>
            <a:chExt cx="7564582" cy="1318161"/>
          </a:xfrm>
        </p:grpSpPr>
        <p:sp>
          <p:nvSpPr>
            <p:cNvPr id="7" name="Rounded Rectangle 6"/>
            <p:cNvSpPr/>
            <p:nvPr/>
          </p:nvSpPr>
          <p:spPr bwMode="auto">
            <a:xfrm>
              <a:off x="700644" y="1911927"/>
              <a:ext cx="7564582" cy="1318161"/>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eaLnBrk="0" hangingPunct="0">
                <a:defRPr/>
              </a:pPr>
              <a:endParaRPr lang="en-US">
                <a:solidFill>
                  <a:schemeClr val="tx1"/>
                </a:solidFill>
              </a:endParaRPr>
            </a:p>
          </p:txBody>
        </p:sp>
        <p:sp>
          <p:nvSpPr>
            <p:cNvPr id="16393" name="Rectangle 7"/>
            <p:cNvSpPr>
              <a:spLocks noChangeArrowheads="1"/>
            </p:cNvSpPr>
            <p:nvPr/>
          </p:nvSpPr>
          <p:spPr bwMode="auto">
            <a:xfrm>
              <a:off x="837210" y="1938186"/>
              <a:ext cx="7396008" cy="1282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000">
                  <a:solidFill>
                    <a:schemeClr val="accent1"/>
                  </a:solidFill>
                </a:rPr>
                <a:t>Cluster Sampling: </a:t>
              </a:r>
              <a:r>
                <a:rPr lang="en-US" sz="2000"/>
                <a:t>A population is divided into clusters using naturally occurring geographic or other boundaries. Then, clusters are randomly selected and a sample is collected by randomly selecting from each cluster.</a:t>
              </a:r>
            </a:p>
          </p:txBody>
        </p:sp>
      </p:grpSp>
      <p:sp>
        <p:nvSpPr>
          <p:cNvPr id="16390" name="Rectangle 11"/>
          <p:cNvSpPr>
            <a:spLocks noChangeArrowheads="1"/>
          </p:cNvSpPr>
          <p:nvPr/>
        </p:nvSpPr>
        <p:spPr bwMode="auto">
          <a:xfrm>
            <a:off x="671513" y="3455988"/>
            <a:ext cx="3638550" cy="2892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1400"/>
              <a:t>Suppose you want to determine the views of residents in Oregon about state and federal environmental protection policies. </a:t>
            </a:r>
          </a:p>
          <a:p>
            <a:endParaRPr lang="en-US" sz="1400"/>
          </a:p>
          <a:p>
            <a:r>
              <a:rPr lang="en-US" sz="1400"/>
              <a:t>Cluster sampling can be used by subdividing the state into small units—either counties or regions, select at random say 4 regions, then take samples of the residents in each of these regions and interview them. (Note that this is a combination of cluster sampling and simple random sampling.)</a:t>
            </a:r>
          </a:p>
          <a:p>
            <a:endParaRPr lang="en-US" sz="1400"/>
          </a:p>
        </p:txBody>
      </p:sp>
      <p:pic>
        <p:nvPicPr>
          <p:cNvPr id="16391"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24338" y="3443288"/>
            <a:ext cx="4608512" cy="2398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wipe dir="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7411" name="AutoShape 2"/>
          <p:cNvSpPr>
            <a:spLocks noGrp="1" noChangeArrowheads="1"/>
          </p:cNvSpPr>
          <p:nvPr>
            <p:ph type="title"/>
          </p:nvPr>
        </p:nvSpPr>
        <p:spPr/>
        <p:txBody>
          <a:bodyPr/>
          <a:lstStyle/>
          <a:p>
            <a:pPr eaLnBrk="1" hangingPunct="1"/>
            <a:r>
              <a:rPr lang="en-US" smtClean="0"/>
              <a:t>Methods of Probability Sampling</a:t>
            </a:r>
          </a:p>
        </p:txBody>
      </p:sp>
      <p:sp>
        <p:nvSpPr>
          <p:cNvPr id="301059" name="Rectangle 3"/>
          <p:cNvSpPr>
            <a:spLocks noGrp="1" noChangeArrowheads="1"/>
          </p:cNvSpPr>
          <p:nvPr>
            <p:ph type="body" idx="1"/>
          </p:nvPr>
        </p:nvSpPr>
        <p:spPr>
          <a:xfrm>
            <a:off x="838200" y="1905000"/>
            <a:ext cx="7693025" cy="1481138"/>
          </a:xfrm>
        </p:spPr>
        <p:txBody>
          <a:bodyPr/>
          <a:lstStyle/>
          <a:p>
            <a:pPr eaLnBrk="1" hangingPunct="1"/>
            <a:r>
              <a:rPr lang="en-US" smtClean="0"/>
              <a:t>In </a:t>
            </a:r>
            <a:r>
              <a:rPr lang="en-US" smtClean="0">
                <a:solidFill>
                  <a:schemeClr val="accent1"/>
                </a:solidFill>
              </a:rPr>
              <a:t>nonprobability sample</a:t>
            </a:r>
            <a:r>
              <a:rPr lang="en-US" smtClean="0"/>
              <a:t> inclusion in the sample is based on the judgment of the person selecting the sample. </a:t>
            </a:r>
          </a:p>
          <a:p>
            <a:pPr eaLnBrk="1" hangingPunct="1">
              <a:buFont typeface="Wingdings" panose="05000000000000000000" pitchFamily="2" charset="2"/>
              <a:buNone/>
            </a:pPr>
            <a:endParaRPr lang="en-US" smtClean="0"/>
          </a:p>
          <a:p>
            <a:pPr eaLnBrk="1" hangingPunct="1"/>
            <a:r>
              <a:rPr lang="en-US" smtClean="0"/>
              <a:t>The </a:t>
            </a:r>
            <a:r>
              <a:rPr lang="en-US" smtClean="0">
                <a:solidFill>
                  <a:schemeClr val="accent1"/>
                </a:solidFill>
              </a:rPr>
              <a:t>sampling error</a:t>
            </a:r>
            <a:r>
              <a:rPr lang="en-US" smtClean="0"/>
              <a:t> is the  difference between a sample statistic and its corresponding population parameter.</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1059">
                                            <p:txEl>
                                              <p:pRg st="0" end="0"/>
                                            </p:txEl>
                                          </p:spTgt>
                                        </p:tgtEl>
                                        <p:attrNameLst>
                                          <p:attrName>style.visibility</p:attrName>
                                        </p:attrNameLst>
                                      </p:cBhvr>
                                      <p:to>
                                        <p:strVal val="visible"/>
                                      </p:to>
                                    </p:set>
                                    <p:animEffect transition="in" filter="wipe(left)">
                                      <p:cBhvr>
                                        <p:cTn id="7" dur="500"/>
                                        <p:tgtEl>
                                          <p:spTgt spid="301059">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1059">
                                            <p:txEl>
                                              <p:pRg st="2" end="2"/>
                                            </p:txEl>
                                          </p:spTgt>
                                        </p:tgtEl>
                                        <p:attrNameLst>
                                          <p:attrName>style.visibility</p:attrName>
                                        </p:attrNameLst>
                                      </p:cBhvr>
                                      <p:to>
                                        <p:strVal val="visible"/>
                                      </p:to>
                                    </p:set>
                                    <p:animEffect transition="in" filter="wipe(left)">
                                      <p:cBhvr>
                                        <p:cTn id="12" dur="500"/>
                                        <p:tgtEl>
                                          <p:spTgt spid="30105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1059"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AutoShape 2"/>
          <p:cNvSpPr>
            <a:spLocks noGrp="1" noChangeArrowheads="1"/>
          </p:cNvSpPr>
          <p:nvPr>
            <p:ph type="title"/>
          </p:nvPr>
        </p:nvSpPr>
        <p:spPr/>
        <p:txBody>
          <a:bodyPr lIns="92075" tIns="46038" rIns="92075" bIns="46038" anchor="ctr"/>
          <a:lstStyle/>
          <a:p>
            <a:pPr eaLnBrk="1" hangingPunct="1"/>
            <a:r>
              <a:rPr lang="en-US" smtClean="0"/>
              <a:t>Sampling Distribution of the Sample Mean</a:t>
            </a:r>
          </a:p>
        </p:txBody>
      </p:sp>
      <p:sp>
        <p:nvSpPr>
          <p:cNvPr id="18436" name="Rectangle 3"/>
          <p:cNvSpPr>
            <a:spLocks noGrp="1" noChangeArrowheads="1"/>
          </p:cNvSpPr>
          <p:nvPr>
            <p:ph type="body" idx="1"/>
          </p:nvPr>
        </p:nvSpPr>
        <p:spPr>
          <a:xfrm>
            <a:off x="838200" y="1905000"/>
            <a:ext cx="7412038" cy="4181475"/>
          </a:xfrm>
        </p:spPr>
        <p:txBody>
          <a:bodyPr lIns="92075" tIns="46038" rIns="92075" bIns="46038"/>
          <a:lstStyle/>
          <a:p>
            <a:pPr eaLnBrk="1" hangingPunct="1"/>
            <a:r>
              <a:rPr lang="en-US" sz="3600" smtClean="0"/>
              <a:t>The </a:t>
            </a:r>
            <a:r>
              <a:rPr lang="en-US" sz="3600" smtClean="0">
                <a:solidFill>
                  <a:schemeClr val="accent1"/>
                </a:solidFill>
              </a:rPr>
              <a:t>sampling distribution of the sample mean</a:t>
            </a:r>
            <a:r>
              <a:rPr lang="en-US" sz="3600" smtClean="0"/>
              <a:t> is a probability distribution consisting of all possible sample means of a given sample size selected from a population.  </a:t>
            </a:r>
          </a:p>
        </p:txBody>
      </p:sp>
      <p:sp>
        <p:nvSpPr>
          <p:cNvPr id="18437" name="Rectangle 4"/>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spTree>
  </p:cSld>
  <p:clrMapOvr>
    <a:masterClrMapping/>
  </p:clrMapOvr>
  <p:transition>
    <p:wipe dir="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Rectangle 3"/>
          <p:cNvSpPr>
            <a:spLocks noGrp="1" noChangeArrowheads="1"/>
          </p:cNvSpPr>
          <p:nvPr>
            <p:ph type="body" idx="1"/>
          </p:nvPr>
        </p:nvSpPr>
        <p:spPr>
          <a:xfrm>
            <a:off x="628650" y="1936750"/>
            <a:ext cx="8077200" cy="1014413"/>
          </a:xfrm>
        </p:spPr>
        <p:txBody>
          <a:bodyPr lIns="92075" tIns="46038" rIns="92075" bIns="46038"/>
          <a:lstStyle/>
          <a:p>
            <a:pPr eaLnBrk="1" hangingPunct="1">
              <a:buFont typeface="Wingdings" panose="05000000000000000000" pitchFamily="2" charset="2"/>
              <a:buNone/>
            </a:pPr>
            <a:r>
              <a:rPr lang="en-US" sz="2000" smtClean="0"/>
              <a:t>Tartus Industries has seven production employees (considered the population). The hourly earnings of each employee are given in the table below.</a:t>
            </a:r>
          </a:p>
          <a:p>
            <a:pPr eaLnBrk="1" hangingPunct="1">
              <a:buFont typeface="Wingdings" panose="05000000000000000000" pitchFamily="2" charset="2"/>
              <a:buNone/>
            </a:pPr>
            <a:endParaRPr lang="en-US" sz="2000" smtClean="0"/>
          </a:p>
        </p:txBody>
      </p:sp>
      <p:sp>
        <p:nvSpPr>
          <p:cNvPr id="19460" name="Rectangle 6"/>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pic>
        <p:nvPicPr>
          <p:cNvPr id="244743" name="Picture 7"/>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423988" y="3067050"/>
            <a:ext cx="6164262"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4744" name="Rectangle 8"/>
          <p:cNvSpPr>
            <a:spLocks noChangeArrowheads="1"/>
          </p:cNvSpPr>
          <p:nvPr/>
        </p:nvSpPr>
        <p:spPr bwMode="auto">
          <a:xfrm>
            <a:off x="647700" y="4852988"/>
            <a:ext cx="7886700" cy="16811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2075" tIns="46038" rIns="92075" bIns="46038"/>
          <a:lstStyle>
            <a:lvl1pPr marL="342900" indent="-342900"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eaLnBrk="1" hangingPunct="1">
              <a:spcBef>
                <a:spcPct val="20000"/>
              </a:spcBef>
              <a:buClr>
                <a:schemeClr val="tx1"/>
              </a:buClr>
              <a:buSzPct val="75000"/>
              <a:buFont typeface="Wingdings" panose="05000000000000000000" pitchFamily="2" charset="2"/>
              <a:buNone/>
            </a:pPr>
            <a:r>
              <a:rPr lang="en-US" sz="1600"/>
              <a:t>1. What is the population mean?</a:t>
            </a:r>
          </a:p>
          <a:p>
            <a:pPr eaLnBrk="1" hangingPunct="1">
              <a:spcBef>
                <a:spcPct val="20000"/>
              </a:spcBef>
              <a:buClr>
                <a:schemeClr val="tx1"/>
              </a:buClr>
              <a:buSzPct val="75000"/>
              <a:buFont typeface="Wingdings" panose="05000000000000000000" pitchFamily="2" charset="2"/>
              <a:buNone/>
            </a:pPr>
            <a:r>
              <a:rPr lang="en-US" sz="1600"/>
              <a:t>2. What is the sampling distribution of the sample mean for samples of size 2?</a:t>
            </a:r>
          </a:p>
          <a:p>
            <a:pPr eaLnBrk="1" hangingPunct="1">
              <a:spcBef>
                <a:spcPct val="20000"/>
              </a:spcBef>
              <a:buClr>
                <a:schemeClr val="tx1"/>
              </a:buClr>
              <a:buSzPct val="75000"/>
              <a:buFont typeface="Wingdings" panose="05000000000000000000" pitchFamily="2" charset="2"/>
              <a:buNone/>
            </a:pPr>
            <a:r>
              <a:rPr lang="en-US" sz="1600"/>
              <a:t>3. What is the mean of the sampling distribution?</a:t>
            </a:r>
          </a:p>
          <a:p>
            <a:pPr eaLnBrk="1" hangingPunct="1">
              <a:spcBef>
                <a:spcPct val="20000"/>
              </a:spcBef>
              <a:buClr>
                <a:schemeClr val="tx1"/>
              </a:buClr>
              <a:buSzPct val="75000"/>
              <a:buFont typeface="Wingdings" panose="05000000000000000000" pitchFamily="2" charset="2"/>
              <a:buNone/>
            </a:pPr>
            <a:r>
              <a:rPr lang="en-US" sz="1600"/>
              <a:t>4. What observations can be made about the population and the sampling distribution?</a:t>
            </a:r>
          </a:p>
          <a:p>
            <a:pPr eaLnBrk="1" hangingPunct="1">
              <a:spcBef>
                <a:spcPct val="20000"/>
              </a:spcBef>
              <a:buClr>
                <a:schemeClr val="tx1"/>
              </a:buClr>
              <a:buSzPct val="75000"/>
              <a:buFont typeface="Wingdings" panose="05000000000000000000" pitchFamily="2" charset="2"/>
              <a:buNone/>
            </a:pPr>
            <a:endParaRPr lang="en-US" sz="1600"/>
          </a:p>
        </p:txBody>
      </p:sp>
      <p:sp>
        <p:nvSpPr>
          <p:cNvPr id="19463" name="AutoShape 10"/>
          <p:cNvSpPr>
            <a:spLocks noGrp="1" noChangeArrowheads="1"/>
          </p:cNvSpPr>
          <p:nvPr>
            <p:ph type="title"/>
          </p:nvPr>
        </p:nvSpPr>
        <p:spPr/>
        <p:txBody>
          <a:bodyPr/>
          <a:lstStyle/>
          <a:p>
            <a:pPr eaLnBrk="1" hangingPunct="1"/>
            <a:r>
              <a:rPr lang="en-US" smtClean="0"/>
              <a:t>Sampling Distribution of the Sample Means - Example</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44743"/>
                                        </p:tgtEl>
                                        <p:attrNameLst>
                                          <p:attrName>style.visibility</p:attrName>
                                        </p:attrNameLst>
                                      </p:cBhvr>
                                      <p:to>
                                        <p:strVal val="visible"/>
                                      </p:to>
                                    </p:set>
                                    <p:animEffect transition="in" filter="wipe(up)">
                                      <p:cBhvr>
                                        <p:cTn id="7" dur="500"/>
                                        <p:tgtEl>
                                          <p:spTgt spid="24474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4744"/>
                                        </p:tgtEl>
                                        <p:attrNameLst>
                                          <p:attrName>style.visibility</p:attrName>
                                        </p:attrNameLst>
                                      </p:cBhvr>
                                      <p:to>
                                        <p:strVal val="visible"/>
                                      </p:to>
                                    </p:set>
                                    <p:animEffect transition="in" filter="wipe(left)">
                                      <p:cBhvr>
                                        <p:cTn id="12" dur="500"/>
                                        <p:tgtEl>
                                          <p:spTgt spid="2447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4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3"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5313" y="2363788"/>
            <a:ext cx="8010525" cy="1127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484"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1025" y="3910013"/>
            <a:ext cx="8039100" cy="16684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485" name="AutoShape 6"/>
          <p:cNvSpPr>
            <a:spLocks noGrp="1" noChangeArrowheads="1"/>
          </p:cNvSpPr>
          <p:nvPr>
            <p:ph type="title"/>
          </p:nvPr>
        </p:nvSpPr>
        <p:spPr/>
        <p:txBody>
          <a:bodyPr/>
          <a:lstStyle/>
          <a:p>
            <a:pPr eaLnBrk="1" hangingPunct="1"/>
            <a:r>
              <a:rPr lang="en-US" smtClean="0"/>
              <a:t>Sampling Distribution of the Sample Means - Example</a:t>
            </a:r>
          </a:p>
        </p:txBody>
      </p:sp>
    </p:spTree>
  </p:cSld>
  <p:clrMapOvr>
    <a:masterClrMapping/>
  </p:clrMapOvr>
  <p:transition>
    <p:wipe dir="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7"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8213" y="2185988"/>
            <a:ext cx="7591425" cy="361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8" name="AutoShape 5"/>
          <p:cNvSpPr>
            <a:spLocks noGrp="1" noChangeArrowheads="1"/>
          </p:cNvSpPr>
          <p:nvPr>
            <p:ph type="title"/>
          </p:nvPr>
        </p:nvSpPr>
        <p:spPr/>
        <p:txBody>
          <a:bodyPr/>
          <a:lstStyle/>
          <a:p>
            <a:pPr eaLnBrk="1" hangingPunct="1"/>
            <a:r>
              <a:rPr lang="en-US" smtClean="0"/>
              <a:t>Sampling Distribution of the Sample Means - Example</a:t>
            </a:r>
          </a:p>
        </p:txBody>
      </p:sp>
    </p:spTree>
  </p:cSld>
  <p:clrMapOvr>
    <a:masterClrMapping/>
  </p:clrMapOvr>
  <p:transition>
    <p:wipe dir="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2531"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874838"/>
            <a:ext cx="7943850" cy="132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532"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66763" y="3421063"/>
            <a:ext cx="7915275" cy="299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533" name="AutoShape 6"/>
          <p:cNvSpPr>
            <a:spLocks noGrp="1" noChangeArrowheads="1"/>
          </p:cNvSpPr>
          <p:nvPr>
            <p:ph type="title"/>
          </p:nvPr>
        </p:nvSpPr>
        <p:spPr/>
        <p:txBody>
          <a:bodyPr/>
          <a:lstStyle/>
          <a:p>
            <a:pPr eaLnBrk="1" hangingPunct="1"/>
            <a:r>
              <a:rPr lang="en-US" smtClean="0"/>
              <a:t>Sampling Distribution of the Sample Means - Example</a:t>
            </a:r>
          </a:p>
        </p:txBody>
      </p:sp>
    </p:spTree>
  </p:cSld>
  <p:clrMapOvr>
    <a:masterClrMapping/>
  </p:clrMapOvr>
  <p:transition>
    <p:wipe dir="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AutoShape 2"/>
          <p:cNvSpPr>
            <a:spLocks noGrp="1" noChangeArrowheads="1"/>
          </p:cNvSpPr>
          <p:nvPr>
            <p:ph type="title"/>
          </p:nvPr>
        </p:nvSpPr>
        <p:spPr/>
        <p:txBody>
          <a:bodyPr lIns="92075" tIns="46038" rIns="92075" bIns="46038" anchor="ctr"/>
          <a:lstStyle/>
          <a:p>
            <a:pPr eaLnBrk="1" hangingPunct="1"/>
            <a:r>
              <a:rPr lang="en-US" smtClean="0"/>
              <a:t>Central Limit Theorem</a:t>
            </a:r>
          </a:p>
        </p:txBody>
      </p:sp>
      <p:sp>
        <p:nvSpPr>
          <p:cNvPr id="23556" name="Rectangle 3"/>
          <p:cNvSpPr>
            <a:spLocks noGrp="1" noChangeArrowheads="1"/>
          </p:cNvSpPr>
          <p:nvPr>
            <p:ph type="body" idx="1"/>
          </p:nvPr>
        </p:nvSpPr>
        <p:spPr>
          <a:xfrm>
            <a:off x="838200" y="3278188"/>
            <a:ext cx="7997825" cy="2808287"/>
          </a:xfrm>
        </p:spPr>
        <p:txBody>
          <a:bodyPr lIns="92075" tIns="46038" rIns="92075" bIns="46038"/>
          <a:lstStyle/>
          <a:p>
            <a:pPr eaLnBrk="1" hangingPunct="1"/>
            <a:r>
              <a:rPr lang="en-US" sz="2000" dirty="0" smtClean="0"/>
              <a:t>If the population follows a normal probability distribution, then for any sample size the sampling distribution of the sample mean will also be normal. </a:t>
            </a:r>
          </a:p>
          <a:p>
            <a:pPr eaLnBrk="1" hangingPunct="1"/>
            <a:r>
              <a:rPr lang="en-US" sz="2000" dirty="0" smtClean="0"/>
              <a:t>If the population distribution is symmetrical (but not normal), the normal shape of the distribution of the sample mean emerge with samples as small as 10. </a:t>
            </a:r>
          </a:p>
          <a:p>
            <a:pPr eaLnBrk="1" hangingPunct="1"/>
            <a:r>
              <a:rPr lang="en-US" sz="2000" dirty="0" smtClean="0"/>
              <a:t>If a distribution that is skewed or has thick tails, it may require samples of 30 or more to observe the normality feature.</a:t>
            </a:r>
          </a:p>
          <a:p>
            <a:pPr eaLnBrk="1" hangingPunct="1"/>
            <a:r>
              <a:rPr lang="en-US" sz="2000" dirty="0" smtClean="0"/>
              <a:t>The mean of the sampling distribution equal to </a:t>
            </a:r>
            <a:r>
              <a:rPr lang="el-GR" sz="2000" dirty="0" smtClean="0">
                <a:cs typeface="Arial" panose="020B0604020202020204" pitchFamily="34" charset="0"/>
              </a:rPr>
              <a:t>μ</a:t>
            </a:r>
            <a:r>
              <a:rPr lang="en-US" sz="2000" dirty="0" smtClean="0"/>
              <a:t> and the variance equal to </a:t>
            </a:r>
            <a:r>
              <a:rPr lang="el-GR" sz="2000" dirty="0" smtClean="0">
                <a:cs typeface="Arial" panose="020B0604020202020204" pitchFamily="34" charset="0"/>
              </a:rPr>
              <a:t>σ</a:t>
            </a:r>
            <a:r>
              <a:rPr lang="en-US" sz="2000" baseline="30000" dirty="0" smtClean="0">
                <a:sym typeface="WP Greek Century"/>
              </a:rPr>
              <a:t>2</a:t>
            </a:r>
            <a:r>
              <a:rPr lang="en-US" sz="2000" dirty="0" smtClean="0"/>
              <a:t>/</a:t>
            </a:r>
            <a:r>
              <a:rPr lang="en-US" sz="2000" i="1" dirty="0" smtClean="0"/>
              <a:t>n.</a:t>
            </a:r>
          </a:p>
        </p:txBody>
      </p:sp>
      <p:sp>
        <p:nvSpPr>
          <p:cNvPr id="23557" name="Rectangle 8"/>
          <p:cNvSpPr>
            <a:spLocks noChangeArrowheads="1"/>
          </p:cNvSpPr>
          <p:nvPr/>
        </p:nvSpPr>
        <p:spPr bwMode="auto">
          <a:xfrm>
            <a:off x="0" y="0"/>
            <a:ext cx="18415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pPr>
              <a:spcBef>
                <a:spcPct val="50000"/>
              </a:spcBef>
            </a:pPr>
            <a:endParaRPr lang="en-US" sz="1400" b="1" i="1">
              <a:solidFill>
                <a:schemeClr val="bg1"/>
              </a:solidFill>
              <a:latin typeface="Book Antiqua" panose="02040602050305030304" pitchFamily="18" charset="0"/>
            </a:endParaRPr>
          </a:p>
        </p:txBody>
      </p:sp>
      <p:grpSp>
        <p:nvGrpSpPr>
          <p:cNvPr id="23558" name="Group 5"/>
          <p:cNvGrpSpPr>
            <a:grpSpLocks/>
          </p:cNvGrpSpPr>
          <p:nvPr/>
        </p:nvGrpSpPr>
        <p:grpSpPr bwMode="auto">
          <a:xfrm>
            <a:off x="474663" y="1781175"/>
            <a:ext cx="8301037" cy="1360488"/>
            <a:chOff x="700644" y="1911927"/>
            <a:chExt cx="7564582" cy="1318161"/>
          </a:xfrm>
        </p:grpSpPr>
        <p:sp>
          <p:nvSpPr>
            <p:cNvPr id="7" name="Rounded Rectangle 6"/>
            <p:cNvSpPr/>
            <p:nvPr/>
          </p:nvSpPr>
          <p:spPr bwMode="auto">
            <a:xfrm>
              <a:off x="700644" y="1911927"/>
              <a:ext cx="7564582" cy="1318161"/>
            </a:xfrm>
            <a:prstGeom prst="roundRect">
              <a:avLst/>
            </a:prstGeom>
            <a:ln>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a:lstStyle/>
            <a:p>
              <a:pPr eaLnBrk="0" hangingPunct="0">
                <a:defRPr/>
              </a:pPr>
              <a:endParaRPr lang="en-US">
                <a:solidFill>
                  <a:schemeClr val="tx1"/>
                </a:solidFill>
              </a:endParaRPr>
            </a:p>
          </p:txBody>
        </p:sp>
        <p:sp>
          <p:nvSpPr>
            <p:cNvPr id="23560" name="Rectangle 7"/>
            <p:cNvSpPr>
              <a:spLocks noChangeArrowheads="1"/>
            </p:cNvSpPr>
            <p:nvPr/>
          </p:nvSpPr>
          <p:spPr bwMode="auto">
            <a:xfrm>
              <a:off x="837210" y="1938186"/>
              <a:ext cx="7396008" cy="1282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000" b="1"/>
                <a:t>CENTRAL LIMIT THEOREM </a:t>
              </a:r>
              <a:r>
                <a:rPr lang="en-US" sz="2000"/>
                <a:t>If all samples of a particular size are selected from any population, the sampling distribution of the sample mean is approximately a normal distribution. This approximation improves with larger samples.</a:t>
              </a:r>
            </a:p>
          </p:txBody>
        </p:sp>
      </p:grpSp>
    </p:spTree>
  </p:cSld>
  <p:clrMapOvr>
    <a:masterClrMapping/>
  </p:clrMapOvr>
  <p:transition>
    <p:wipe dir="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4579" name="Group 4"/>
          <p:cNvGrpSpPr>
            <a:grpSpLocks/>
          </p:cNvGrpSpPr>
          <p:nvPr/>
        </p:nvGrpSpPr>
        <p:grpSpPr bwMode="auto">
          <a:xfrm>
            <a:off x="1157288" y="596900"/>
            <a:ext cx="7345362" cy="6261100"/>
            <a:chOff x="1204913" y="596900"/>
            <a:chExt cx="7345362" cy="6261100"/>
          </a:xfrm>
        </p:grpSpPr>
        <p:pic>
          <p:nvPicPr>
            <p:cNvPr id="24580"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04913" y="596900"/>
              <a:ext cx="7345362" cy="6261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81" name="Rectangle 3"/>
            <p:cNvSpPr>
              <a:spLocks noChangeArrowheads="1"/>
            </p:cNvSpPr>
            <p:nvPr/>
          </p:nvSpPr>
          <p:spPr bwMode="auto">
            <a:xfrm>
              <a:off x="7956468" y="605642"/>
              <a:ext cx="581890" cy="273132"/>
            </a:xfrm>
            <a:prstGeom prst="rect">
              <a:avLst/>
            </a:prstGeom>
            <a:solidFill>
              <a:schemeClr val="bg1"/>
            </a:solidFill>
            <a:ln>
              <a:noFill/>
            </a:ln>
            <a:extLst>
              <a:ext uri="{91240B29-F687-4F45-9708-019B960494DF}">
                <a14:hiddenLine xmlns:a14="http://schemas.microsoft.com/office/drawing/2010/main" w="0" algn="ctr">
                  <a:solidFill>
                    <a:srgbClr val="000000"/>
                  </a:solidFill>
                  <a:round/>
                  <a:headEnd/>
                  <a:tailEnd/>
                </a14:hiddenLine>
              </a:ext>
            </a:extLst>
          </p:spPr>
          <p:txBody>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endParaRPr lang="en-US"/>
            </a:p>
          </p:txBody>
        </p:sp>
      </p:grpSp>
    </p:spTree>
  </p:cSld>
  <p:clrMapOvr>
    <a:masterClrMapping/>
  </p:clrMapOvr>
  <p:transition>
    <p:wipe dir="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8" name="AutoShape 2"/>
          <p:cNvSpPr>
            <a:spLocks noGrp="1" noChangeArrowheads="1"/>
          </p:cNvSpPr>
          <p:nvPr>
            <p:ph type="title"/>
          </p:nvPr>
        </p:nvSpPr>
        <p:spPr/>
        <p:txBody>
          <a:bodyPr/>
          <a:lstStyle/>
          <a:p>
            <a:pPr eaLnBrk="1" hangingPunct="1"/>
            <a:r>
              <a:rPr lang="en-US" sz="2400" smtClean="0"/>
              <a:t>Using the Sampling</a:t>
            </a:r>
            <a:br>
              <a:rPr lang="en-US" sz="2400" smtClean="0"/>
            </a:br>
            <a:r>
              <a:rPr lang="en-US" sz="2400" smtClean="0"/>
              <a:t>Distribution of the Sample Mean (Sigma Known)</a:t>
            </a:r>
          </a:p>
        </p:txBody>
      </p:sp>
      <p:sp>
        <p:nvSpPr>
          <p:cNvPr id="1029" name="Rectangle 3"/>
          <p:cNvSpPr>
            <a:spLocks noGrp="1" noChangeArrowheads="1"/>
          </p:cNvSpPr>
          <p:nvPr>
            <p:ph type="body" idx="1"/>
          </p:nvPr>
        </p:nvSpPr>
        <p:spPr>
          <a:xfrm>
            <a:off x="838200" y="1905000"/>
            <a:ext cx="7864475" cy="2543175"/>
          </a:xfrm>
        </p:spPr>
        <p:txBody>
          <a:bodyPr/>
          <a:lstStyle/>
          <a:p>
            <a:pPr eaLnBrk="1" hangingPunct="1"/>
            <a:r>
              <a:rPr lang="en-US" sz="2000" smtClean="0"/>
              <a:t>If a population follows the normal distribution, the sampling distribution of the sample mean will also follow the normal distribution.</a:t>
            </a:r>
          </a:p>
          <a:p>
            <a:pPr eaLnBrk="1" hangingPunct="1"/>
            <a:r>
              <a:rPr lang="en-US" sz="2000" smtClean="0"/>
              <a:t>If the shape is known to be nonnormal, but the sample contains at least 30 observations, the central limit theorem guarantees the sampling distribution of the mean follows a normal distribution.</a:t>
            </a:r>
          </a:p>
          <a:p>
            <a:pPr eaLnBrk="1" hangingPunct="1"/>
            <a:r>
              <a:rPr lang="en-US" sz="2000" smtClean="0"/>
              <a:t>To determine the probability a sample mean falls within a particular region, use:</a:t>
            </a:r>
          </a:p>
          <a:p>
            <a:pPr eaLnBrk="1" hangingPunct="1">
              <a:buFont typeface="Wingdings" panose="05000000000000000000" pitchFamily="2" charset="2"/>
              <a:buNone/>
            </a:pPr>
            <a:endParaRPr lang="en-US" smtClean="0"/>
          </a:p>
          <a:p>
            <a:pPr eaLnBrk="1" hangingPunct="1">
              <a:buFont typeface="Wingdings" panose="05000000000000000000" pitchFamily="2" charset="2"/>
              <a:buNone/>
            </a:pPr>
            <a:endParaRPr lang="en-US" smtClean="0"/>
          </a:p>
          <a:p>
            <a:pPr eaLnBrk="1" hangingPunct="1">
              <a:buFont typeface="Wingdings" panose="05000000000000000000" pitchFamily="2" charset="2"/>
              <a:buNone/>
            </a:pPr>
            <a:endParaRPr lang="en-US" smtClean="0"/>
          </a:p>
          <a:p>
            <a:pPr eaLnBrk="1" hangingPunct="1">
              <a:buFont typeface="Wingdings" panose="05000000000000000000" pitchFamily="2" charset="2"/>
              <a:buNone/>
            </a:pPr>
            <a:endParaRPr lang="en-US" smtClean="0"/>
          </a:p>
        </p:txBody>
      </p:sp>
      <p:graphicFrame>
        <p:nvGraphicFramePr>
          <p:cNvPr id="303108" name="Object 4"/>
          <p:cNvGraphicFramePr>
            <a:graphicFrameLocks noChangeAspect="1"/>
          </p:cNvGraphicFramePr>
          <p:nvPr/>
        </p:nvGraphicFramePr>
        <p:xfrm>
          <a:off x="4024313" y="4899025"/>
          <a:ext cx="2359025" cy="1390650"/>
        </p:xfrm>
        <a:graphic>
          <a:graphicData uri="http://schemas.openxmlformats.org/presentationml/2006/ole">
            <mc:AlternateContent xmlns:mc="http://schemas.openxmlformats.org/markup-compatibility/2006">
              <mc:Choice xmlns:v="urn:schemas-microsoft-com:vml" Requires="v">
                <p:oleObj spid="_x0000_s1034" name="Equation" r:id="rId4" imgW="660240" imgH="444240" progId="Equation.3">
                  <p:embed/>
                </p:oleObj>
              </mc:Choice>
              <mc:Fallback>
                <p:oleObj name="Equation" r:id="rId4" imgW="660240" imgH="44424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024313" y="4899025"/>
                        <a:ext cx="2359025" cy="1390650"/>
                      </a:xfrm>
                      <a:prstGeom prst="rect">
                        <a:avLst/>
                      </a:prstGeom>
                      <a:solidFill>
                        <a:srgbClr val="CCFFCC"/>
                      </a:solidFill>
                    </p:spPr>
                  </p:pic>
                </p:oleObj>
              </mc:Fallback>
            </mc:AlternateContent>
          </a:graphicData>
        </a:graphic>
      </p:graphicFrame>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3108"/>
                                        </p:tgtEl>
                                        <p:attrNameLst>
                                          <p:attrName>style.visibility</p:attrName>
                                        </p:attrNameLst>
                                      </p:cBhvr>
                                      <p:to>
                                        <p:strVal val="visible"/>
                                      </p:to>
                                    </p:set>
                                    <p:anim calcmode="lin" valueType="num">
                                      <p:cBhvr additive="base">
                                        <p:cTn id="7" dur="500" fill="hold"/>
                                        <p:tgtEl>
                                          <p:spTgt spid="303108"/>
                                        </p:tgtEl>
                                        <p:attrNameLst>
                                          <p:attrName>ppt_x</p:attrName>
                                        </p:attrNameLst>
                                      </p:cBhvr>
                                      <p:tavLst>
                                        <p:tav tm="0">
                                          <p:val>
                                            <p:strVal val="#ppt_x"/>
                                          </p:val>
                                        </p:tav>
                                        <p:tav tm="100000">
                                          <p:val>
                                            <p:strVal val="#ppt_x"/>
                                          </p:val>
                                        </p:tav>
                                      </p:tavLst>
                                    </p:anim>
                                    <p:anim calcmode="lin" valueType="num">
                                      <p:cBhvr additive="base">
                                        <p:cTn id="8" dur="500" fill="hold"/>
                                        <p:tgtEl>
                                          <p:spTgt spid="30310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052" name="Rectangle 3"/>
          <p:cNvSpPr>
            <a:spLocks noGrp="1" noChangeArrowheads="1"/>
          </p:cNvSpPr>
          <p:nvPr>
            <p:ph type="body" idx="1"/>
          </p:nvPr>
        </p:nvSpPr>
        <p:spPr/>
        <p:txBody>
          <a:bodyPr/>
          <a:lstStyle/>
          <a:p>
            <a:pPr eaLnBrk="1" hangingPunct="1"/>
            <a:r>
              <a:rPr lang="en-US" smtClean="0"/>
              <a:t>If the population does not follow the normal distribution, but the sample is of at least 30 observations, the sample means will follow the normal distribution.</a:t>
            </a:r>
          </a:p>
          <a:p>
            <a:pPr eaLnBrk="1" hangingPunct="1"/>
            <a:r>
              <a:rPr lang="en-US" smtClean="0"/>
              <a:t>To determine the probability a sample mean falls within a particular region, use:</a:t>
            </a:r>
          </a:p>
          <a:p>
            <a:pPr eaLnBrk="1" hangingPunct="1"/>
            <a:endParaRPr lang="en-US" smtClean="0"/>
          </a:p>
          <a:p>
            <a:pPr eaLnBrk="1" hangingPunct="1"/>
            <a:endParaRPr lang="en-US" sz="3600" smtClean="0"/>
          </a:p>
        </p:txBody>
      </p:sp>
      <p:graphicFrame>
        <p:nvGraphicFramePr>
          <p:cNvPr id="304133" name="Object 5"/>
          <p:cNvGraphicFramePr>
            <a:graphicFrameLocks noChangeAspect="1"/>
          </p:cNvGraphicFramePr>
          <p:nvPr/>
        </p:nvGraphicFramePr>
        <p:xfrm>
          <a:off x="3425825" y="4802188"/>
          <a:ext cx="2268538" cy="1390650"/>
        </p:xfrm>
        <a:graphic>
          <a:graphicData uri="http://schemas.openxmlformats.org/presentationml/2006/ole">
            <mc:AlternateContent xmlns:mc="http://schemas.openxmlformats.org/markup-compatibility/2006">
              <mc:Choice xmlns:v="urn:schemas-microsoft-com:vml" Requires="v">
                <p:oleObj spid="_x0000_s2058" name="Equation" r:id="rId4" imgW="634680" imgH="444240" progId="Equation.3">
                  <p:embed/>
                </p:oleObj>
              </mc:Choice>
              <mc:Fallback>
                <p:oleObj name="Equation" r:id="rId4" imgW="634680" imgH="444240" progId="Equation.3">
                  <p:embed/>
                  <p:pic>
                    <p:nvPicPr>
                      <p:cNvPr id="0" name="Object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25825" y="4802188"/>
                        <a:ext cx="2268538" cy="1390650"/>
                      </a:xfrm>
                      <a:prstGeom prst="rect">
                        <a:avLst/>
                      </a:prstGeom>
                      <a:solidFill>
                        <a:srgbClr val="CCFFCC"/>
                      </a:solidFill>
                    </p:spPr>
                  </p:pic>
                </p:oleObj>
              </mc:Fallback>
            </mc:AlternateContent>
          </a:graphicData>
        </a:graphic>
      </p:graphicFrame>
      <p:sp>
        <p:nvSpPr>
          <p:cNvPr id="2053" name="AutoShape 7"/>
          <p:cNvSpPr>
            <a:spLocks noGrp="1" noChangeArrowheads="1"/>
          </p:cNvSpPr>
          <p:nvPr>
            <p:ph type="title"/>
          </p:nvPr>
        </p:nvSpPr>
        <p:spPr/>
        <p:txBody>
          <a:bodyPr/>
          <a:lstStyle/>
          <a:p>
            <a:pPr eaLnBrk="1" hangingPunct="1"/>
            <a:r>
              <a:rPr lang="en-US" sz="2400" smtClean="0"/>
              <a:t>Using the Sampling</a:t>
            </a:r>
            <a:br>
              <a:rPr lang="en-US" sz="2400" smtClean="0"/>
            </a:br>
            <a:r>
              <a:rPr lang="en-US" sz="2400" smtClean="0"/>
              <a:t>Distribution of the Sample Mean (Sigma Unknown)</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4133"/>
                                        </p:tgtEl>
                                        <p:attrNameLst>
                                          <p:attrName>style.visibility</p:attrName>
                                        </p:attrNameLst>
                                      </p:cBhvr>
                                      <p:to>
                                        <p:strVal val="visible"/>
                                      </p:to>
                                    </p:set>
                                    <p:anim calcmode="lin" valueType="num">
                                      <p:cBhvr additive="base">
                                        <p:cTn id="7" dur="500" fill="hold"/>
                                        <p:tgtEl>
                                          <p:spTgt spid="304133"/>
                                        </p:tgtEl>
                                        <p:attrNameLst>
                                          <p:attrName>ppt_x</p:attrName>
                                        </p:attrNameLst>
                                      </p:cBhvr>
                                      <p:tavLst>
                                        <p:tav tm="0">
                                          <p:val>
                                            <p:strVal val="#ppt_x"/>
                                          </p:val>
                                        </p:tav>
                                        <p:tav tm="100000">
                                          <p:val>
                                            <p:strVal val="#ppt_x"/>
                                          </p:val>
                                        </p:tav>
                                      </p:tavLst>
                                    </p:anim>
                                    <p:anim calcmode="lin" valueType="num">
                                      <p:cBhvr additive="base">
                                        <p:cTn id="8" dur="500" fill="hold"/>
                                        <p:tgtEl>
                                          <p:spTgt spid="30413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Rectangle 3"/>
          <p:cNvSpPr>
            <a:spLocks noGrp="1" noChangeArrowheads="1"/>
          </p:cNvSpPr>
          <p:nvPr>
            <p:ph type="body" idx="1"/>
          </p:nvPr>
        </p:nvSpPr>
        <p:spPr/>
        <p:txBody>
          <a:bodyPr/>
          <a:lstStyle/>
          <a:p>
            <a:pPr eaLnBrk="1" hangingPunct="1">
              <a:lnSpc>
                <a:spcPct val="90000"/>
              </a:lnSpc>
              <a:buFont typeface="Wingdings" panose="05000000000000000000" pitchFamily="2" charset="2"/>
              <a:buNone/>
            </a:pPr>
            <a:r>
              <a:rPr lang="en-US" sz="2000" smtClean="0"/>
              <a:t>The Quality Assurance Department for Cola, Inc., maintains records regarding the amount of cola in its Jumbo bottle. The actual amount of cola in each bottle is critical, but varies a small amount from one bottle to the next. Cola, Inc., does not wish to underfill the bottles. On the other hand, it cannot overfill each bottle. Its records indicate that the amount of cola follows the normal probability distribution. The mean amount per bottle is 31.2 ounces and the population standard deviation is 0.4 ounces. </a:t>
            </a:r>
          </a:p>
          <a:p>
            <a:pPr eaLnBrk="1" hangingPunct="1">
              <a:lnSpc>
                <a:spcPct val="90000"/>
              </a:lnSpc>
              <a:buFont typeface="Wingdings" panose="05000000000000000000" pitchFamily="2" charset="2"/>
              <a:buNone/>
            </a:pPr>
            <a:r>
              <a:rPr lang="en-US" sz="2000" smtClean="0"/>
              <a:t>At 8 A.M. today the quality technician randomly selected 16 bottles from the filling line. The mean amount of cola contained in the bottles is 31.38 ounces. </a:t>
            </a:r>
          </a:p>
          <a:p>
            <a:pPr eaLnBrk="1" hangingPunct="1">
              <a:lnSpc>
                <a:spcPct val="90000"/>
              </a:lnSpc>
              <a:buFont typeface="Wingdings" panose="05000000000000000000" pitchFamily="2" charset="2"/>
              <a:buNone/>
            </a:pPr>
            <a:r>
              <a:rPr lang="en-US" sz="2000" smtClean="0"/>
              <a:t>Is this an unlikely result? Is it likely the process is putting too much soda in the bottles? To put it another way, is the sampling error of 0.18 ounces unusual?</a:t>
            </a:r>
          </a:p>
        </p:txBody>
      </p:sp>
      <p:sp>
        <p:nvSpPr>
          <p:cNvPr id="25604" name="AutoShape 5"/>
          <p:cNvSpPr>
            <a:spLocks noGrp="1" noChangeArrowheads="1"/>
          </p:cNvSpPr>
          <p:nvPr>
            <p:ph type="title"/>
          </p:nvPr>
        </p:nvSpPr>
        <p:spPr/>
        <p:txBody>
          <a:bodyPr/>
          <a:lstStyle/>
          <a:p>
            <a:pPr eaLnBrk="1" hangingPunct="1"/>
            <a:r>
              <a:rPr lang="en-US" sz="2400" smtClean="0"/>
              <a:t>Using the Sampling Distribution  of the Sample Mean (Sigma Known) - Example</a:t>
            </a:r>
          </a:p>
        </p:txBody>
      </p:sp>
    </p:spTree>
  </p:cSld>
  <p:clrMapOvr>
    <a:masterClrMapping/>
  </p:clrMapOvr>
  <p:transition>
    <p:wipe dir="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3"/>
          <p:cNvSpPr>
            <a:spLocks noGrp="1" noChangeArrowheads="1"/>
          </p:cNvSpPr>
          <p:nvPr>
            <p:ph type="body" sz="half" idx="1"/>
          </p:nvPr>
        </p:nvSpPr>
        <p:spPr>
          <a:xfrm>
            <a:off x="914400" y="2324100"/>
            <a:ext cx="7161213" cy="1647825"/>
          </a:xfrm>
        </p:spPr>
        <p:txBody>
          <a:bodyPr/>
          <a:lstStyle/>
          <a:p>
            <a:pPr eaLnBrk="1" hangingPunct="1">
              <a:buFont typeface="Wingdings" panose="05000000000000000000" pitchFamily="2" charset="2"/>
              <a:buNone/>
            </a:pPr>
            <a:r>
              <a:rPr lang="en-US" sz="2400" smtClean="0"/>
              <a:t>Step 1: Find the </a:t>
            </a:r>
            <a:r>
              <a:rPr lang="en-US" sz="2400" i="1" smtClean="0"/>
              <a:t>z</a:t>
            </a:r>
            <a:r>
              <a:rPr lang="en-US" sz="2400" smtClean="0"/>
              <a:t>-values corresponding to the sample mean of 31.38</a:t>
            </a:r>
          </a:p>
        </p:txBody>
      </p:sp>
      <p:graphicFrame>
        <p:nvGraphicFramePr>
          <p:cNvPr id="306180" name="Object 4"/>
          <p:cNvGraphicFramePr>
            <a:graphicFrameLocks noChangeAspect="1"/>
          </p:cNvGraphicFramePr>
          <p:nvPr/>
        </p:nvGraphicFramePr>
        <p:xfrm>
          <a:off x="2457450" y="4327525"/>
          <a:ext cx="4181475" cy="930275"/>
        </p:xfrm>
        <a:graphic>
          <a:graphicData uri="http://schemas.openxmlformats.org/presentationml/2006/ole">
            <mc:AlternateContent xmlns:mc="http://schemas.openxmlformats.org/markup-compatibility/2006">
              <mc:Choice xmlns:v="urn:schemas-microsoft-com:vml" Requires="v">
                <p:oleObj spid="_x0000_s3082" name="Equation" r:id="rId4" imgW="2057400" imgH="444240" progId="Equation.3">
                  <p:embed/>
                </p:oleObj>
              </mc:Choice>
              <mc:Fallback>
                <p:oleObj name="Equation" r:id="rId4" imgW="2057400" imgH="444240"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457450" y="4327525"/>
                        <a:ext cx="4181475" cy="930275"/>
                      </a:xfrm>
                      <a:prstGeom prst="rect">
                        <a:avLst/>
                      </a:prstGeom>
                      <a:solidFill>
                        <a:srgbClr val="CCFFCC"/>
                      </a:solidFill>
                    </p:spPr>
                  </p:pic>
                </p:oleObj>
              </mc:Fallback>
            </mc:AlternateContent>
          </a:graphicData>
        </a:graphic>
      </p:graphicFrame>
      <p:sp>
        <p:nvSpPr>
          <p:cNvPr id="3077" name="AutoShape 9"/>
          <p:cNvSpPr>
            <a:spLocks noGrp="1" noChangeArrowheads="1"/>
          </p:cNvSpPr>
          <p:nvPr>
            <p:ph type="title"/>
          </p:nvPr>
        </p:nvSpPr>
        <p:spPr/>
        <p:txBody>
          <a:bodyPr/>
          <a:lstStyle/>
          <a:p>
            <a:pPr eaLnBrk="1" hangingPunct="1"/>
            <a:r>
              <a:rPr lang="en-US" sz="2400" smtClean="0"/>
              <a:t>Using the Sampling Distribution  of the Sample Mean (Sigma Known) - Example</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306180"/>
                                        </p:tgtEl>
                                        <p:attrNameLst>
                                          <p:attrName>style.visibility</p:attrName>
                                        </p:attrNameLst>
                                      </p:cBhvr>
                                      <p:to>
                                        <p:strVal val="visible"/>
                                      </p:to>
                                    </p:set>
                                    <p:anim calcmode="lin" valueType="num">
                                      <p:cBhvr additive="base">
                                        <p:cTn id="7" dur="500" fill="hold"/>
                                        <p:tgtEl>
                                          <p:spTgt spid="306180"/>
                                        </p:tgtEl>
                                        <p:attrNameLst>
                                          <p:attrName>ppt_x</p:attrName>
                                        </p:attrNameLst>
                                      </p:cBhvr>
                                      <p:tavLst>
                                        <p:tav tm="0">
                                          <p:val>
                                            <p:strVal val="#ppt_x"/>
                                          </p:val>
                                        </p:tav>
                                        <p:tav tm="100000">
                                          <p:val>
                                            <p:strVal val="#ppt_x"/>
                                          </p:val>
                                        </p:tav>
                                      </p:tavLst>
                                    </p:anim>
                                    <p:anim calcmode="lin" valueType="num">
                                      <p:cBhvr additive="base">
                                        <p:cTn id="8" dur="500" fill="hold"/>
                                        <p:tgtEl>
                                          <p:spTgt spid="30618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8233" name="Picture 9"/>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33550" y="2889250"/>
            <a:ext cx="6229350" cy="3268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8234" name="Rectangle 10"/>
          <p:cNvSpPr>
            <a:spLocks noChangeArrowheads="1"/>
          </p:cNvSpPr>
          <p:nvPr/>
        </p:nvSpPr>
        <p:spPr bwMode="auto">
          <a:xfrm>
            <a:off x="781050" y="1809750"/>
            <a:ext cx="7105650" cy="82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defRPr>
            </a:lvl1pPr>
            <a:lvl2pPr marL="742950" indent="-285750" eaLnBrk="0" hangingPunct="0">
              <a:defRPr>
                <a:solidFill>
                  <a:schemeClr val="tx1"/>
                </a:solidFill>
                <a:latin typeface="Arial" panose="020B0604020202020204" pitchFamily="34" charset="0"/>
              </a:defRPr>
            </a:lvl2pPr>
            <a:lvl3pPr marL="1143000" indent="-228600" eaLnBrk="0" hangingPunct="0">
              <a:defRPr>
                <a:solidFill>
                  <a:schemeClr val="tx1"/>
                </a:solidFill>
                <a:latin typeface="Arial" panose="020B0604020202020204" pitchFamily="34" charset="0"/>
              </a:defRPr>
            </a:lvl3pPr>
            <a:lvl4pPr marL="1600200" indent="-228600" eaLnBrk="0" hangingPunct="0">
              <a:defRPr>
                <a:solidFill>
                  <a:schemeClr val="tx1"/>
                </a:solidFill>
                <a:latin typeface="Arial" panose="020B0604020202020204" pitchFamily="34" charset="0"/>
              </a:defRPr>
            </a:lvl4pPr>
            <a:lvl5pPr marL="2057400" indent="-228600" eaLnBrk="0" hangingPunct="0">
              <a:defRPr>
                <a:solidFill>
                  <a:schemeClr val="tx1"/>
                </a:solidFill>
                <a:latin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defRPr>
            </a:lvl9pPr>
          </a:lstStyle>
          <a:p>
            <a:r>
              <a:rPr lang="en-US" sz="2400"/>
              <a:t>Step 2:  Find the probability of observing a Z equal to or greater than 1.80</a:t>
            </a:r>
          </a:p>
        </p:txBody>
      </p:sp>
      <p:sp>
        <p:nvSpPr>
          <p:cNvPr id="26629" name="AutoShape 12"/>
          <p:cNvSpPr>
            <a:spLocks noGrp="1" noChangeArrowheads="1"/>
          </p:cNvSpPr>
          <p:nvPr>
            <p:ph type="title"/>
          </p:nvPr>
        </p:nvSpPr>
        <p:spPr/>
        <p:txBody>
          <a:bodyPr/>
          <a:lstStyle/>
          <a:p>
            <a:pPr eaLnBrk="1" hangingPunct="1"/>
            <a:r>
              <a:rPr lang="en-US" sz="2400" smtClean="0"/>
              <a:t>Using the Sampling Distribution  of the Sample Mean (Sigma Known) - Example</a:t>
            </a:r>
          </a:p>
        </p:txBody>
      </p:sp>
    </p:spTree>
  </p:cSld>
  <p:clrMapOvr>
    <a:masterClrMapping/>
  </p:clrMapOvr>
  <p:transition>
    <p:wipe dir="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08234"/>
                                        </p:tgtEl>
                                        <p:attrNameLst>
                                          <p:attrName>style.visibility</p:attrName>
                                        </p:attrNameLst>
                                      </p:cBhvr>
                                      <p:to>
                                        <p:strVal val="visible"/>
                                      </p:to>
                                    </p:set>
                                    <p:animEffect transition="in" filter="wipe(left)">
                                      <p:cBhvr>
                                        <p:cTn id="7" dur="500"/>
                                        <p:tgtEl>
                                          <p:spTgt spid="3082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1" fill="hold" nodeType="clickEffect">
                                  <p:stCondLst>
                                    <p:cond delay="0"/>
                                  </p:stCondLst>
                                  <p:childTnLst>
                                    <p:set>
                                      <p:cBhvr>
                                        <p:cTn id="11" dur="1" fill="hold">
                                          <p:stCondLst>
                                            <p:cond delay="0"/>
                                          </p:stCondLst>
                                        </p:cTn>
                                        <p:tgtEl>
                                          <p:spTgt spid="308233"/>
                                        </p:tgtEl>
                                        <p:attrNameLst>
                                          <p:attrName>style.visibility</p:attrName>
                                        </p:attrNameLst>
                                      </p:cBhvr>
                                      <p:to>
                                        <p:strVal val="visible"/>
                                      </p:to>
                                    </p:set>
                                    <p:animEffect transition="in" filter="wipe(up)">
                                      <p:cBhvr>
                                        <p:cTn id="12" dur="500"/>
                                        <p:tgtEl>
                                          <p:spTgt spid="3082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8234"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3"/>
          <p:cNvSpPr>
            <a:spLocks noGrp="1" noChangeArrowheads="1"/>
          </p:cNvSpPr>
          <p:nvPr>
            <p:ph type="body" idx="1"/>
          </p:nvPr>
        </p:nvSpPr>
        <p:spPr>
          <a:xfrm>
            <a:off x="838200" y="2209800"/>
            <a:ext cx="7693025" cy="3876675"/>
          </a:xfrm>
        </p:spPr>
        <p:txBody>
          <a:bodyPr/>
          <a:lstStyle/>
          <a:p>
            <a:pPr eaLnBrk="1" hangingPunct="1">
              <a:lnSpc>
                <a:spcPct val="90000"/>
              </a:lnSpc>
              <a:buFont typeface="Wingdings" panose="05000000000000000000" pitchFamily="2" charset="2"/>
              <a:buNone/>
            </a:pPr>
            <a:r>
              <a:rPr lang="en-US" smtClean="0"/>
              <a:t>What do we conclude? </a:t>
            </a:r>
          </a:p>
          <a:p>
            <a:pPr eaLnBrk="1" hangingPunct="1">
              <a:lnSpc>
                <a:spcPct val="90000"/>
              </a:lnSpc>
              <a:buFont typeface="Wingdings" panose="05000000000000000000" pitchFamily="2" charset="2"/>
              <a:buNone/>
            </a:pPr>
            <a:r>
              <a:rPr lang="en-US" smtClean="0"/>
              <a:t>It is unlikely, less than a 4 percent chance, we could select a sample of 16 observations from a normal population with a mean of 31.2 ounces and a population standard deviation of 0.4 ounces and find the sample mean equal to or greater than 31.38 ounces. </a:t>
            </a:r>
          </a:p>
          <a:p>
            <a:pPr eaLnBrk="1" hangingPunct="1">
              <a:lnSpc>
                <a:spcPct val="90000"/>
              </a:lnSpc>
              <a:buFont typeface="Wingdings" panose="05000000000000000000" pitchFamily="2" charset="2"/>
              <a:buNone/>
            </a:pPr>
            <a:r>
              <a:rPr lang="en-US" smtClean="0"/>
              <a:t>We conclude the process is putting too much cola in the bottles.</a:t>
            </a:r>
          </a:p>
          <a:p>
            <a:pPr eaLnBrk="1" hangingPunct="1">
              <a:lnSpc>
                <a:spcPct val="90000"/>
              </a:lnSpc>
            </a:pPr>
            <a:endParaRPr lang="en-US" smtClean="0"/>
          </a:p>
        </p:txBody>
      </p:sp>
      <p:sp>
        <p:nvSpPr>
          <p:cNvPr id="27652" name="AutoShape 4"/>
          <p:cNvSpPr>
            <a:spLocks noGrp="1" noChangeArrowheads="1"/>
          </p:cNvSpPr>
          <p:nvPr>
            <p:ph type="title"/>
          </p:nvPr>
        </p:nvSpPr>
        <p:spPr/>
        <p:txBody>
          <a:bodyPr/>
          <a:lstStyle/>
          <a:p>
            <a:pPr eaLnBrk="1" hangingPunct="1"/>
            <a:r>
              <a:rPr lang="en-US" sz="2400" smtClean="0"/>
              <a:t>Using the Sampling Distribution  of the Sample Mean (Sigma Known) - Example</a:t>
            </a:r>
          </a:p>
        </p:txBody>
      </p:sp>
    </p:spTree>
  </p:cSld>
  <p:clrMapOvr>
    <a:masterClrMapping/>
  </p:clrMapOvr>
  <p:transition>
    <p:wipe dir="r"/>
  </p:transition>
  <p:timing>
    <p:tnLst>
      <p:par>
        <p:cTn id="1" dur="indefinite" restart="never" nodeType="tmRoot"/>
      </p:par>
    </p:tnLst>
  </p:timing>
</p:sld>
</file>

<file path=ppt/theme/theme1.xml><?xml version="1.0" encoding="utf-8"?>
<a:theme xmlns:a="http://schemas.openxmlformats.org/drawingml/2006/main" name="Capsules">
  <a:themeElements>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fontScheme name="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Capsules">
  <a:themeElements>
    <a:clrScheme name="1_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fontScheme name="1_Capsule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1800" b="0" i="0" u="none" strike="noStrike" cap="none" normalizeH="0" baseline="0" smtClean="0">
            <a:ln>
              <a:noFill/>
            </a:ln>
            <a:solidFill>
              <a:schemeClr val="tx1"/>
            </a:solidFill>
            <a:effectLst/>
            <a:latin typeface="Arial" charset="0"/>
          </a:defRPr>
        </a:defPPr>
      </a:lstStyle>
    </a:lnDef>
  </a:objectDefaults>
  <a:extraClrSchemeLst>
    <a:extraClrScheme>
      <a:clrScheme name="1_Capsules 1">
        <a:dk1>
          <a:srgbClr val="003366"/>
        </a:dk1>
        <a:lt1>
          <a:srgbClr val="FFFFFF"/>
        </a:lt1>
        <a:dk2>
          <a:srgbClr val="006666"/>
        </a:dk2>
        <a:lt2>
          <a:srgbClr val="666699"/>
        </a:lt2>
        <a:accent1>
          <a:srgbClr val="33CCCC"/>
        </a:accent1>
        <a:accent2>
          <a:srgbClr val="99CC99"/>
        </a:accent2>
        <a:accent3>
          <a:srgbClr val="FFFFFF"/>
        </a:accent3>
        <a:accent4>
          <a:srgbClr val="002A56"/>
        </a:accent4>
        <a:accent5>
          <a:srgbClr val="ADE2E2"/>
        </a:accent5>
        <a:accent6>
          <a:srgbClr val="8AB98A"/>
        </a:accent6>
        <a:hlink>
          <a:srgbClr val="003366"/>
        </a:hlink>
        <a:folHlink>
          <a:srgbClr val="CC99FF"/>
        </a:folHlink>
      </a:clrScheme>
      <a:clrMap bg1="lt1" tx1="dk1" bg2="lt2" tx2="dk2" accent1="accent1" accent2="accent2" accent3="accent3" accent4="accent4" accent5="accent5" accent6="accent6" hlink="hlink" folHlink="folHlink"/>
    </a:extraClrScheme>
    <a:extraClrScheme>
      <a:clrScheme name="1_Capsules 2">
        <a:dk1>
          <a:srgbClr val="000000"/>
        </a:dk1>
        <a:lt1>
          <a:srgbClr val="FFFFFF"/>
        </a:lt1>
        <a:dk2>
          <a:srgbClr val="000000"/>
        </a:dk2>
        <a:lt2>
          <a:srgbClr val="808000"/>
        </a:lt2>
        <a:accent1>
          <a:srgbClr val="FFCC99"/>
        </a:accent1>
        <a:accent2>
          <a:srgbClr val="99CC00"/>
        </a:accent2>
        <a:accent3>
          <a:srgbClr val="FFFFFF"/>
        </a:accent3>
        <a:accent4>
          <a:srgbClr val="000000"/>
        </a:accent4>
        <a:accent5>
          <a:srgbClr val="FFE2CA"/>
        </a:accent5>
        <a:accent6>
          <a:srgbClr val="8AB900"/>
        </a:accent6>
        <a:hlink>
          <a:srgbClr val="336600"/>
        </a:hlink>
        <a:folHlink>
          <a:srgbClr val="FFCC00"/>
        </a:folHlink>
      </a:clrScheme>
      <a:clrMap bg1="lt1" tx1="dk1" bg2="lt2" tx2="dk2" accent1="accent1" accent2="accent2" accent3="accent3" accent4="accent4" accent5="accent5" accent6="accent6" hlink="hlink" folHlink="folHlink"/>
    </a:extraClrScheme>
    <a:extraClrScheme>
      <a:clrScheme name="1_Capsules 3">
        <a:dk1>
          <a:srgbClr val="006699"/>
        </a:dk1>
        <a:lt1>
          <a:srgbClr val="FFFFFF"/>
        </a:lt1>
        <a:dk2>
          <a:srgbClr val="6699FF"/>
        </a:dk2>
        <a:lt2>
          <a:srgbClr val="FFFFFF"/>
        </a:lt2>
        <a:accent1>
          <a:srgbClr val="33CCCC"/>
        </a:accent1>
        <a:accent2>
          <a:srgbClr val="006699"/>
        </a:accent2>
        <a:accent3>
          <a:srgbClr val="B8CAFF"/>
        </a:accent3>
        <a:accent4>
          <a:srgbClr val="DADADA"/>
        </a:accent4>
        <a:accent5>
          <a:srgbClr val="ADE2E2"/>
        </a:accent5>
        <a:accent6>
          <a:srgbClr val="005C8A"/>
        </a:accent6>
        <a:hlink>
          <a:srgbClr val="99CC00"/>
        </a:hlink>
        <a:folHlink>
          <a:srgbClr val="FFFFCC"/>
        </a:folHlink>
      </a:clrScheme>
      <a:clrMap bg1="dk2" tx1="lt1" bg2="dk1" tx2="lt2" accent1="accent1" accent2="accent2" accent3="accent3" accent4="accent4" accent5="accent5" accent6="accent6" hlink="hlink" folHlink="folHlink"/>
    </a:extraClrScheme>
    <a:extraClrScheme>
      <a:clrScheme name="1_Capsules 4">
        <a:dk1>
          <a:srgbClr val="000000"/>
        </a:dk1>
        <a:lt1>
          <a:srgbClr val="FFFFFF"/>
        </a:lt1>
        <a:dk2>
          <a:srgbClr val="9900CC"/>
        </a:dk2>
        <a:lt2>
          <a:srgbClr val="006600"/>
        </a:lt2>
        <a:accent1>
          <a:srgbClr val="33CC33"/>
        </a:accent1>
        <a:accent2>
          <a:srgbClr val="FFCC66"/>
        </a:accent2>
        <a:accent3>
          <a:srgbClr val="FFFFFF"/>
        </a:accent3>
        <a:accent4>
          <a:srgbClr val="000000"/>
        </a:accent4>
        <a:accent5>
          <a:srgbClr val="ADE2AD"/>
        </a:accent5>
        <a:accent6>
          <a:srgbClr val="E7B95C"/>
        </a:accent6>
        <a:hlink>
          <a:srgbClr val="0033CC"/>
        </a:hlink>
        <a:folHlink>
          <a:srgbClr val="CC0066"/>
        </a:folHlink>
      </a:clrScheme>
      <a:clrMap bg1="lt1" tx1="dk1" bg2="lt2" tx2="dk2" accent1="accent1" accent2="accent2" accent3="accent3" accent4="accent4" accent5="accent5" accent6="accent6" hlink="hlink" folHlink="folHlink"/>
    </a:extraClrScheme>
    <a:extraClrScheme>
      <a:clrScheme name="1_Capsules 5">
        <a:dk1>
          <a:srgbClr val="000066"/>
        </a:dk1>
        <a:lt1>
          <a:srgbClr val="FFFFFF"/>
        </a:lt1>
        <a:dk2>
          <a:srgbClr val="336699"/>
        </a:dk2>
        <a:lt2>
          <a:srgbClr val="FFFFEB"/>
        </a:lt2>
        <a:accent1>
          <a:srgbClr val="99CCFF"/>
        </a:accent1>
        <a:accent2>
          <a:srgbClr val="9999FF"/>
        </a:accent2>
        <a:accent3>
          <a:srgbClr val="ADB8CA"/>
        </a:accent3>
        <a:accent4>
          <a:srgbClr val="DADADA"/>
        </a:accent4>
        <a:accent5>
          <a:srgbClr val="CAE2FF"/>
        </a:accent5>
        <a:accent6>
          <a:srgbClr val="8A8AE7"/>
        </a:accent6>
        <a:hlink>
          <a:srgbClr val="CCCCFF"/>
        </a:hlink>
        <a:folHlink>
          <a:srgbClr val="C68DFF"/>
        </a:folHlink>
      </a:clrScheme>
      <a:clrMap bg1="dk2" tx1="lt1" bg2="dk1" tx2="lt2" accent1="accent1" accent2="accent2" accent3="accent3" accent4="accent4" accent5="accent5" accent6="accent6" hlink="hlink" folHlink="folHlink"/>
    </a:extraClrScheme>
    <a:extraClrScheme>
      <a:clrScheme name="1_Capsules 6">
        <a:dk1>
          <a:srgbClr val="808000"/>
        </a:dk1>
        <a:lt1>
          <a:srgbClr val="FFFFFF"/>
        </a:lt1>
        <a:dk2>
          <a:srgbClr val="006666"/>
        </a:dk2>
        <a:lt2>
          <a:srgbClr val="FFFFFF"/>
        </a:lt2>
        <a:accent1>
          <a:srgbClr val="FFCC66"/>
        </a:accent1>
        <a:accent2>
          <a:srgbClr val="00ACA8"/>
        </a:accent2>
        <a:accent3>
          <a:srgbClr val="AAB8B8"/>
        </a:accent3>
        <a:accent4>
          <a:srgbClr val="DADADA"/>
        </a:accent4>
        <a:accent5>
          <a:srgbClr val="FFE2B8"/>
        </a:accent5>
        <a:accent6>
          <a:srgbClr val="009B98"/>
        </a:accent6>
        <a:hlink>
          <a:srgbClr val="CCCC00"/>
        </a:hlink>
        <a:folHlink>
          <a:srgbClr val="33CCCC"/>
        </a:folHlink>
      </a:clrScheme>
      <a:clrMap bg1="dk2" tx1="lt1" bg2="dk1" tx2="lt2" accent1="accent1" accent2="accent2" accent3="accent3" accent4="accent4" accent5="accent5" accent6="accent6" hlink="hlink" folHlink="folHlink"/>
    </a:extraClrScheme>
    <a:extraClrScheme>
      <a:clrScheme name="1_Capsules 7">
        <a:dk1>
          <a:srgbClr val="FFFFCC"/>
        </a:dk1>
        <a:lt1>
          <a:srgbClr val="FFFFFF"/>
        </a:lt1>
        <a:dk2>
          <a:srgbClr val="660033"/>
        </a:dk2>
        <a:lt2>
          <a:srgbClr val="FFFFFF"/>
        </a:lt2>
        <a:accent1>
          <a:srgbClr val="FF9900"/>
        </a:accent1>
        <a:accent2>
          <a:srgbClr val="CC3300"/>
        </a:accent2>
        <a:accent3>
          <a:srgbClr val="B8AAAD"/>
        </a:accent3>
        <a:accent4>
          <a:srgbClr val="DADADA"/>
        </a:accent4>
        <a:accent5>
          <a:srgbClr val="FFCAAA"/>
        </a:accent5>
        <a:accent6>
          <a:srgbClr val="B92D00"/>
        </a:accent6>
        <a:hlink>
          <a:srgbClr val="FFCC00"/>
        </a:hlink>
        <a:folHlink>
          <a:srgbClr val="FFCC99"/>
        </a:folHlink>
      </a:clrScheme>
      <a:clrMap bg1="dk2" tx1="lt1" bg2="dk1" tx2="lt2" accent1="accent1" accent2="accent2" accent3="accent3" accent4="accent4" accent5="accent5" accent6="accent6" hlink="hlink" folHlink="folHlink"/>
    </a:extraClrScheme>
    <a:extraClrScheme>
      <a:clrScheme name="1_Capsules 8">
        <a:dk1>
          <a:srgbClr val="FF0000"/>
        </a:dk1>
        <a:lt1>
          <a:srgbClr val="FFFFFF"/>
        </a:lt1>
        <a:dk2>
          <a:srgbClr val="000000"/>
        </a:dk2>
        <a:lt2>
          <a:srgbClr val="FFFFFF"/>
        </a:lt2>
        <a:accent1>
          <a:srgbClr val="FFCC00"/>
        </a:accent1>
        <a:accent2>
          <a:srgbClr val="CC3300"/>
        </a:accent2>
        <a:accent3>
          <a:srgbClr val="AAAAAA"/>
        </a:accent3>
        <a:accent4>
          <a:srgbClr val="DADADA"/>
        </a:accent4>
        <a:accent5>
          <a:srgbClr val="FFE2AA"/>
        </a:accent5>
        <a:accent6>
          <a:srgbClr val="B92D00"/>
        </a:accent6>
        <a:hlink>
          <a:srgbClr val="FF6600"/>
        </a:hlink>
        <a:folHlink>
          <a:srgbClr val="FF7C8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2397</TotalTime>
  <Words>1484</Words>
  <Application>Microsoft Office PowerPoint</Application>
  <PresentationFormat>On-screen Show (4:3)</PresentationFormat>
  <Paragraphs>111</Paragraphs>
  <Slides>24</Slides>
  <Notes>23</Notes>
  <HiddenSlides>0</HiddenSlides>
  <MMClips>0</MMClips>
  <ScaleCrop>false</ScaleCrop>
  <HeadingPairs>
    <vt:vector size="8" baseType="variant">
      <vt:variant>
        <vt:lpstr>Fonts Used</vt:lpstr>
      </vt:variant>
      <vt:variant>
        <vt:i4>6</vt:i4>
      </vt:variant>
      <vt:variant>
        <vt:lpstr>Theme</vt:lpstr>
      </vt:variant>
      <vt:variant>
        <vt:i4>2</vt:i4>
      </vt:variant>
      <vt:variant>
        <vt:lpstr>Embedded OLE Servers</vt:lpstr>
      </vt:variant>
      <vt:variant>
        <vt:i4>1</vt:i4>
      </vt:variant>
      <vt:variant>
        <vt:lpstr>Slide Titles</vt:lpstr>
      </vt:variant>
      <vt:variant>
        <vt:i4>24</vt:i4>
      </vt:variant>
    </vt:vector>
  </HeadingPairs>
  <TitlesOfParts>
    <vt:vector size="33" baseType="lpstr">
      <vt:lpstr>Arial</vt:lpstr>
      <vt:lpstr>Wingdings</vt:lpstr>
      <vt:lpstr>Times New Roman</vt:lpstr>
      <vt:lpstr>Times</vt:lpstr>
      <vt:lpstr>Book Antiqua</vt:lpstr>
      <vt:lpstr>WP Greek Century</vt:lpstr>
      <vt:lpstr>Capsules</vt:lpstr>
      <vt:lpstr>1_Capsules</vt:lpstr>
      <vt:lpstr>Equation</vt:lpstr>
      <vt:lpstr>Sampling Methods and  the Central Limit Theorem</vt:lpstr>
      <vt:lpstr>GOALS</vt:lpstr>
      <vt:lpstr>Why Sample the Population?</vt:lpstr>
      <vt:lpstr>Probability Sampling</vt:lpstr>
      <vt:lpstr>Most Commonly Used Probability Sampling Methods</vt:lpstr>
      <vt:lpstr>Simple Random Sample</vt:lpstr>
      <vt:lpstr>Simple Random Sample: Using Table of Random Numbers</vt:lpstr>
      <vt:lpstr>Systematic Random Sampling</vt:lpstr>
      <vt:lpstr>Stratified Random Sampling</vt:lpstr>
      <vt:lpstr>Cluster Sampling</vt:lpstr>
      <vt:lpstr>Methods of Probability Sampling</vt:lpstr>
      <vt:lpstr>Sampling Distribution of the Sample Mean</vt:lpstr>
      <vt:lpstr>Sampling Distribution of the Sample Means - Example</vt:lpstr>
      <vt:lpstr>Sampling Distribution of the Sample Means - Example</vt:lpstr>
      <vt:lpstr>Sampling Distribution of the Sample Means - Example</vt:lpstr>
      <vt:lpstr>Sampling Distribution of the Sample Means - Example</vt:lpstr>
      <vt:lpstr>Central Limit Theorem</vt:lpstr>
      <vt:lpstr>PowerPoint Presentation</vt:lpstr>
      <vt:lpstr>Using the Sampling Distribution of the Sample Mean (Sigma Known)</vt:lpstr>
      <vt:lpstr>Using the Sampling Distribution of the Sample Mean (Sigma Unknown)</vt:lpstr>
      <vt:lpstr>Using the Sampling Distribution  of the Sample Mean (Sigma Known) - Example</vt:lpstr>
      <vt:lpstr>Using the Sampling Distribution  of the Sample Mean (Sigma Known) - Example</vt:lpstr>
      <vt:lpstr>Using the Sampling Distribution  of the Sample Mean (Sigma Known) - Example</vt:lpstr>
      <vt:lpstr>Using the Sampling Distribution  of the Sample Mean (Sigma Known) - Example</vt:lpstr>
    </vt:vector>
  </TitlesOfParts>
  <Company>MCGRAW-HILL</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8</dc:title>
  <dc:subject>Sampling Methods and the Central Limit Theorem</dc:subject>
  <dc:creator>Rene Leo E. Ordonez</dc:creator>
  <cp:lastModifiedBy>Sid</cp:lastModifiedBy>
  <cp:revision>204</cp:revision>
  <dcterms:created xsi:type="dcterms:W3CDTF">1998-07-27T15:17:12Z</dcterms:created>
  <dcterms:modified xsi:type="dcterms:W3CDTF">2021-01-11T07:26:18Z</dcterms:modified>
</cp:coreProperties>
</file>