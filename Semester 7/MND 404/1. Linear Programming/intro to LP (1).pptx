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38"/>
  </p:notesMasterIdLst>
  <p:sldIdLst>
    <p:sldId id="324" r:id="rId2"/>
    <p:sldId id="287" r:id="rId3"/>
    <p:sldId id="286" r:id="rId4"/>
    <p:sldId id="392" r:id="rId5"/>
    <p:sldId id="282" r:id="rId6"/>
    <p:sldId id="283" r:id="rId7"/>
    <p:sldId id="284" r:id="rId8"/>
    <p:sldId id="362" r:id="rId9"/>
    <p:sldId id="288" r:id="rId10"/>
    <p:sldId id="394" r:id="rId11"/>
    <p:sldId id="395" r:id="rId12"/>
    <p:sldId id="396" r:id="rId13"/>
    <p:sldId id="292" r:id="rId14"/>
    <p:sldId id="400" r:id="rId15"/>
    <p:sldId id="401" r:id="rId16"/>
    <p:sldId id="399" r:id="rId17"/>
    <p:sldId id="402" r:id="rId18"/>
    <p:sldId id="403" r:id="rId19"/>
    <p:sldId id="404" r:id="rId20"/>
    <p:sldId id="405" r:id="rId21"/>
    <p:sldId id="408" r:id="rId22"/>
    <p:sldId id="409" r:id="rId23"/>
    <p:sldId id="410" r:id="rId24"/>
    <p:sldId id="411" r:id="rId25"/>
    <p:sldId id="412" r:id="rId26"/>
    <p:sldId id="413" r:id="rId27"/>
    <p:sldId id="414" r:id="rId28"/>
    <p:sldId id="417" r:id="rId29"/>
    <p:sldId id="418" r:id="rId30"/>
    <p:sldId id="421" r:id="rId31"/>
    <p:sldId id="360" r:id="rId32"/>
    <p:sldId id="419" r:id="rId33"/>
    <p:sldId id="420" r:id="rId34"/>
    <p:sldId id="343" r:id="rId35"/>
    <p:sldId id="416" r:id="rId36"/>
    <p:sldId id="415" r:id="rId3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8724" autoAdjust="0"/>
  </p:normalViewPr>
  <p:slideViewPr>
    <p:cSldViewPr snapToGrid="0" snapToObjects="1">
      <p:cViewPr varScale="1">
        <p:scale>
          <a:sx n="70" d="100"/>
          <a:sy n="70" d="100"/>
        </p:scale>
        <p:origin x="1160" y="56"/>
      </p:cViewPr>
      <p:guideLst>
        <p:guide orient="horz" pos="2160"/>
        <p:guide pos="2880"/>
      </p:guideLst>
    </p:cSldViewPr>
  </p:slideViewPr>
  <p:notesTextViewPr>
    <p:cViewPr>
      <p:scale>
        <a:sx n="100" d="100"/>
        <a:sy n="100" d="100"/>
      </p:scale>
      <p:origin x="0" y="0"/>
    </p:cViewPr>
  </p:notesTextViewPr>
  <p:sorterViewPr>
    <p:cViewPr>
      <p:scale>
        <a:sx n="66" d="100"/>
        <a:sy n="66" d="100"/>
      </p:scale>
      <p:origin x="0" y="832"/>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5.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2E713DD-9E6A-F141-A1A9-C411CA78FC19}" type="datetimeFigureOut">
              <a:rPr lang="en-US" smtClean="0"/>
              <a:t>6/9/2022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89AA368-6267-204B-80DD-82B42A3F647D}" type="slidenum">
              <a:rPr lang="en-US" smtClean="0"/>
              <a:t>‹#›</a:t>
            </a:fld>
            <a:endParaRPr lang="en-US"/>
          </a:p>
        </p:txBody>
      </p:sp>
    </p:spTree>
    <p:extLst>
      <p:ext uri="{BB962C8B-B14F-4D97-AF65-F5344CB8AC3E}">
        <p14:creationId xmlns:p14="http://schemas.microsoft.com/office/powerpoint/2010/main" val="1703279756"/>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Times New Roman" charset="0"/>
                <a:ea typeface="ＭＳ Ｐゴシック" charset="0"/>
                <a:cs typeface="ＭＳ Ｐゴシック" charset="0"/>
              </a:defRPr>
            </a:lvl1pPr>
            <a:lvl2pPr marL="742950" indent="-285750" eaLnBrk="0" hangingPunct="0">
              <a:defRPr sz="2400">
                <a:solidFill>
                  <a:schemeClr val="tx1"/>
                </a:solidFill>
                <a:latin typeface="Times New Roman" charset="0"/>
                <a:ea typeface="ＭＳ Ｐゴシック" charset="0"/>
              </a:defRPr>
            </a:lvl2pPr>
            <a:lvl3pPr marL="1143000" indent="-228600" eaLnBrk="0" hangingPunct="0">
              <a:defRPr sz="2400">
                <a:solidFill>
                  <a:schemeClr val="tx1"/>
                </a:solidFill>
                <a:latin typeface="Times New Roman" charset="0"/>
                <a:ea typeface="ＭＳ Ｐゴシック" charset="0"/>
              </a:defRPr>
            </a:lvl3pPr>
            <a:lvl4pPr marL="1600200" indent="-228600" eaLnBrk="0" hangingPunct="0">
              <a:defRPr sz="2400">
                <a:solidFill>
                  <a:schemeClr val="tx1"/>
                </a:solidFill>
                <a:latin typeface="Times New Roman" charset="0"/>
                <a:ea typeface="ＭＳ Ｐゴシック" charset="0"/>
              </a:defRPr>
            </a:lvl4pPr>
            <a:lvl5pPr marL="2057400" indent="-228600" eaLnBrk="0" hangingPunct="0">
              <a:defRPr sz="2400">
                <a:solidFill>
                  <a:schemeClr val="tx1"/>
                </a:solidFill>
                <a:latin typeface="Times New Roman" charset="0"/>
                <a:ea typeface="ＭＳ Ｐゴシック" charset="0"/>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0"/>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0"/>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0"/>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0"/>
              </a:defRPr>
            </a:lvl9pPr>
          </a:lstStyle>
          <a:p>
            <a:pPr eaLnBrk="1" hangingPunct="1"/>
            <a:fld id="{994D1990-5618-7741-B12B-87408A7E176D}" type="slidenum">
              <a:rPr lang="en-US" sz="1200">
                <a:solidFill>
                  <a:srgbClr val="000000"/>
                </a:solidFill>
                <a:latin typeface="Arial" charset="0"/>
                <a:cs typeface="Arial" charset="0"/>
              </a:rPr>
              <a:pPr eaLnBrk="1" hangingPunct="1"/>
              <a:t>1</a:t>
            </a:fld>
            <a:endParaRPr lang="en-US" sz="1200">
              <a:solidFill>
                <a:srgbClr val="000000"/>
              </a:solidFill>
              <a:latin typeface="Arial" charset="0"/>
              <a:cs typeface="Arial" charset="0"/>
            </a:endParaRPr>
          </a:p>
        </p:txBody>
      </p:sp>
      <p:sp>
        <p:nvSpPr>
          <p:cNvPr id="18434" name="Rectangle 2"/>
          <p:cNvSpPr>
            <a:spLocks noGrp="1" noRot="1" noChangeAspect="1" noChangeArrowheads="1" noTextEdit="1"/>
          </p:cNvSpPr>
          <p:nvPr>
            <p:ph type="sldImg"/>
          </p:nvPr>
        </p:nvSpPr>
        <p:spPr>
          <a:ln/>
        </p:spPr>
      </p:sp>
      <p:sp>
        <p:nvSpPr>
          <p:cNvPr id="18435"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r>
              <a:rPr lang="en-US">
                <a:latin typeface="Arial" charset="0"/>
                <a:cs typeface="Arial" charset="0"/>
              </a:rPr>
              <a:t/>
            </a:r>
            <a:br>
              <a:rPr lang="en-US">
                <a:latin typeface="Arial" charset="0"/>
                <a:cs typeface="Arial" charset="0"/>
              </a:rPr>
            </a:br>
            <a:endParaRPr lang="en-US">
              <a:latin typeface="Arial" charset="0"/>
              <a:cs typeface="Arial" charset="0"/>
            </a:endParaRPr>
          </a:p>
          <a:p>
            <a:pPr eaLnBrk="1" hangingPunct="1"/>
            <a:r>
              <a:rPr lang="en-US">
                <a:latin typeface="Times New Roman" charset="0"/>
              </a:rPr>
              <a:t>Jose Cascalho &lt;jose.m.cascalho@gmail.com&gt;,</a:t>
            </a:r>
            <a:br>
              <a:rPr lang="en-US">
                <a:latin typeface="Times New Roman" charset="0"/>
              </a:rPr>
            </a:br>
            <a:r>
              <a:rPr lang="en-US">
                <a:latin typeface="Times New Roman" charset="0"/>
              </a:rPr>
              <a:t>Luis Correia</a:t>
            </a:r>
          </a:p>
          <a:p>
            <a:pPr eaLnBrk="1" hangingPunct="1"/>
            <a:r>
              <a:rPr lang="en-US">
                <a:latin typeface="Times New Roman" charset="0"/>
              </a:rPr>
              <a:t>Luis  Reis &lt;lpreis1970@gmail.com&gt;,</a:t>
            </a:r>
            <a:br>
              <a:rPr lang="en-US">
                <a:latin typeface="Times New Roman" charset="0"/>
              </a:rPr>
            </a:br>
            <a:r>
              <a:rPr lang="en-US">
                <a:latin typeface="Times New Roman" charset="0"/>
              </a:rPr>
              <a:t>Luis  Reis &lt;lpreis1970@gmail.com&gt;,</a:t>
            </a:r>
            <a:br>
              <a:rPr lang="en-US">
                <a:latin typeface="Times New Roman" charset="0"/>
              </a:rPr>
            </a:br>
            <a:r>
              <a:rPr lang="en-US">
                <a:latin typeface="Times New Roman" charset="0"/>
              </a:rPr>
              <a:t> Pedro Cardoso &lt;pcardoso@ennor.org&gt;,</a:t>
            </a:r>
            <a:br>
              <a:rPr lang="en-US">
                <a:latin typeface="Times New Roman" charset="0"/>
              </a:rPr>
            </a:br>
            <a:r>
              <a:rPr lang="en-US">
                <a:latin typeface="Times New Roman" charset="0"/>
              </a:rPr>
              <a:t> Hélia  Guerra &lt;helia@uac.pt&gt;</a:t>
            </a:r>
          </a:p>
          <a:p>
            <a:pPr eaLnBrk="1" hangingPunct="1"/>
            <a:endParaRPr lang="en-US">
              <a:latin typeface="Arial" charset="0"/>
              <a:cs typeface="Arial" charset="0"/>
            </a:endParaRPr>
          </a:p>
          <a:p>
            <a:pPr eaLnBrk="1" hangingPunct="1"/>
            <a:endParaRPr lang="en-US">
              <a:latin typeface="Arial" charset="0"/>
              <a:cs typeface="Arial" charset="0"/>
            </a:endParaRPr>
          </a:p>
          <a:p>
            <a:pPr eaLnBrk="1" hangingPunct="1"/>
            <a:r>
              <a:rPr lang="en-US">
                <a:latin typeface="Arial" charset="0"/>
                <a:cs typeface="Arial" charset="0"/>
              </a:rPr>
              <a:t> In this talk I</a:t>
            </a:r>
            <a:r>
              <a:rPr lang="ja-JP" altLang="en-US">
                <a:latin typeface="Arial" charset="0"/>
                <a:cs typeface="Arial" charset="0"/>
              </a:rPr>
              <a:t>’</a:t>
            </a:r>
            <a:r>
              <a:rPr lang="en-US" altLang="ja-JP">
                <a:latin typeface="Arial" charset="0"/>
                <a:cs typeface="Arial" charset="0"/>
              </a:rPr>
              <a:t>d like to give you my vision  on the new, exciting  field of computational sustainability. </a:t>
            </a:r>
          </a:p>
          <a:p>
            <a:pPr eaLnBrk="1" hangingPunct="1"/>
            <a:endParaRPr lang="en-US">
              <a:latin typeface="Arial" charset="0"/>
              <a:cs typeface="Arial" charset="0"/>
            </a:endParaRPr>
          </a:p>
          <a:p>
            <a:pPr eaLnBrk="1" hangingPunct="1"/>
            <a:endParaRPr lang="en-US" b="1">
              <a:latin typeface="Arial" charset="0"/>
              <a:cs typeface="Arial" charset="0"/>
            </a:endParaRPr>
          </a:p>
          <a:p>
            <a:pPr eaLnBrk="1" hangingPunct="1"/>
            <a:r>
              <a:rPr lang="en-US" b="1">
                <a:latin typeface="Arial" charset="0"/>
                <a:cs typeface="Arial" charset="0"/>
              </a:rPr>
              <a:t>3  Let me start </a:t>
            </a:r>
            <a:r>
              <a:rPr lang="en-US">
                <a:latin typeface="Arial" charset="0"/>
                <a:cs typeface="Arial" charset="0"/>
              </a:rPr>
              <a:t>with a bit of background on sustainability</a:t>
            </a:r>
          </a:p>
        </p:txBody>
      </p:sp>
    </p:spTree>
    <p:extLst>
      <p:ext uri="{BB962C8B-B14F-4D97-AF65-F5344CB8AC3E}">
        <p14:creationId xmlns:p14="http://schemas.microsoft.com/office/powerpoint/2010/main" val="25773994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29E903A-211B-A545-8B6B-BDE1E15078B2}" type="slidenum">
              <a:rPr lang="en-US"/>
              <a:pPr/>
              <a:t>23</a:t>
            </a:fld>
            <a:endParaRPr lang="en-US"/>
          </a:p>
        </p:txBody>
      </p:sp>
      <p:sp>
        <p:nvSpPr>
          <p:cNvPr id="194562"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FAA26D3D-D897-4be2-8F04-BA451C77F1D7}">
              <ma14:placeholderFlag xmlns="" xmlns:ma14="http://schemas.microsoft.com/office/mac/drawingml/2011/main" val="1"/>
            </a:ext>
          </a:extLst>
        </p:spPr>
      </p:sp>
      <p:sp>
        <p:nvSpPr>
          <p:cNvPr id="194563"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r>
              <a:rPr lang="en-US"/>
              <a:t>Table 4.5  Some data for the Big M Company distribution-network problem</a:t>
            </a:r>
          </a:p>
        </p:txBody>
      </p:sp>
    </p:spTree>
    <p:extLst>
      <p:ext uri="{BB962C8B-B14F-4D97-AF65-F5344CB8AC3E}">
        <p14:creationId xmlns:p14="http://schemas.microsoft.com/office/powerpoint/2010/main" val="41473946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0790B49-3B45-DC49-A9CA-0A665D31E6DE}" type="slidenum">
              <a:rPr lang="en-US"/>
              <a:pPr/>
              <a:t>24</a:t>
            </a:fld>
            <a:endParaRPr lang="en-US"/>
          </a:p>
        </p:txBody>
      </p:sp>
      <p:sp>
        <p:nvSpPr>
          <p:cNvPr id="196610"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FAA26D3D-D897-4be2-8F04-BA451C77F1D7}">
              <ma14:placeholderFlag xmlns="" xmlns:ma14="http://schemas.microsoft.com/office/mac/drawingml/2011/main" val="1"/>
            </a:ext>
          </a:extLst>
        </p:spPr>
      </p:sp>
      <p:sp>
        <p:nvSpPr>
          <p:cNvPr id="196611"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r>
              <a:rPr lang="en-US"/>
              <a:t>Figure 4.4  The distribution network for the Big M Company problem.</a:t>
            </a:r>
          </a:p>
        </p:txBody>
      </p:sp>
    </p:spTree>
    <p:extLst>
      <p:ext uri="{BB962C8B-B14F-4D97-AF65-F5344CB8AC3E}">
        <p14:creationId xmlns:p14="http://schemas.microsoft.com/office/powerpoint/2010/main" val="19148418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lgn="l">
              <a:defRPr>
                <a:ea typeface="ＭＳ Ｐゴシック" charset="0"/>
              </a:defRPr>
            </a:lvl1pPr>
          </a:lstStyle>
          <a:p>
            <a:pPr>
              <a:defRPr/>
            </a:pPr>
            <a:fld id="{A187F73B-C790-FF47-A4F8-607E87895C59}" type="slidenum">
              <a:rPr lang="en-US"/>
              <a:pPr>
                <a:defRPr/>
              </a:pPr>
              <a:t>‹#›</a:t>
            </a:fld>
            <a:endParaRPr lang="en-US"/>
          </a:p>
        </p:txBody>
      </p:sp>
    </p:spTree>
    <p:extLst>
      <p:ext uri="{BB962C8B-B14F-4D97-AF65-F5344CB8AC3E}">
        <p14:creationId xmlns:p14="http://schemas.microsoft.com/office/powerpoint/2010/main" val="42701461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xfrm>
            <a:off x="319088" y="6494463"/>
            <a:ext cx="2133600" cy="304800"/>
          </a:xfrm>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lgn="l">
              <a:defRPr>
                <a:ea typeface="ＭＳ Ｐゴシック" charset="0"/>
              </a:defRPr>
            </a:lvl1pPr>
          </a:lstStyle>
          <a:p>
            <a:pPr>
              <a:defRPr/>
            </a:pPr>
            <a:fld id="{25C01281-228F-4149-A4EC-55A2643618CD}" type="slidenum">
              <a:rPr lang="en-US"/>
              <a:pPr>
                <a:defRPr/>
              </a:pPr>
              <a:t>‹#›</a:t>
            </a:fld>
            <a:endParaRPr lang="en-US"/>
          </a:p>
        </p:txBody>
      </p:sp>
    </p:spTree>
    <p:extLst>
      <p:ext uri="{BB962C8B-B14F-4D97-AF65-F5344CB8AC3E}">
        <p14:creationId xmlns:p14="http://schemas.microsoft.com/office/powerpoint/2010/main" val="17786998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lgn="l">
              <a:defRPr>
                <a:ea typeface="ＭＳ Ｐゴシック" charset="0"/>
              </a:defRPr>
            </a:lvl1pPr>
          </a:lstStyle>
          <a:p>
            <a:pPr>
              <a:defRPr/>
            </a:pPr>
            <a:fld id="{BA8DCAD4-8914-F64C-AEB4-B8E5BED3BA0A}" type="slidenum">
              <a:rPr lang="en-US"/>
              <a:pPr>
                <a:defRPr/>
              </a:pPr>
              <a:t>‹#›</a:t>
            </a:fld>
            <a:endParaRPr lang="en-US"/>
          </a:p>
        </p:txBody>
      </p:sp>
    </p:spTree>
    <p:extLst>
      <p:ext uri="{BB962C8B-B14F-4D97-AF65-F5344CB8AC3E}">
        <p14:creationId xmlns:p14="http://schemas.microsoft.com/office/powerpoint/2010/main" val="18015208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304800" y="1600200"/>
            <a:ext cx="4114800" cy="4724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572000" y="1600200"/>
            <a:ext cx="4114800" cy="4724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p:txBody>
          <a:bodyPr/>
          <a:lstStyle>
            <a:lvl1pPr>
              <a:defRPr/>
            </a:lvl1pPr>
          </a:lstStyle>
          <a:p>
            <a:pPr>
              <a:defRPr/>
            </a:pPr>
            <a:endParaRPr lang="en-US"/>
          </a:p>
        </p:txBody>
      </p:sp>
      <p:sp>
        <p:nvSpPr>
          <p:cNvPr id="6" name="Rectangle 5"/>
          <p:cNvSpPr>
            <a:spLocks noGrp="1" noChangeArrowheads="1"/>
          </p:cNvSpPr>
          <p:nvPr>
            <p:ph type="ftr" sz="quarter" idx="11"/>
          </p:nvPr>
        </p:nvSpPr>
        <p:spPr/>
        <p:txBody>
          <a:bodyPr/>
          <a:lstStyle>
            <a:lvl1pPr>
              <a:defRPr/>
            </a:lvl1pPr>
          </a:lstStyle>
          <a:p>
            <a:pPr>
              <a:defRPr/>
            </a:pPr>
            <a:endParaRPr lang="en-US"/>
          </a:p>
        </p:txBody>
      </p:sp>
      <p:sp>
        <p:nvSpPr>
          <p:cNvPr id="7" name="Rectangle 6"/>
          <p:cNvSpPr>
            <a:spLocks noGrp="1" noChangeArrowheads="1"/>
          </p:cNvSpPr>
          <p:nvPr>
            <p:ph type="sldNum" sz="quarter" idx="12"/>
          </p:nvPr>
        </p:nvSpPr>
        <p:spPr/>
        <p:txBody>
          <a:bodyPr/>
          <a:lstStyle>
            <a:lvl1pPr algn="l">
              <a:defRPr>
                <a:ea typeface="ＭＳ Ｐゴシック" charset="0"/>
              </a:defRPr>
            </a:lvl1pPr>
          </a:lstStyle>
          <a:p>
            <a:pPr>
              <a:defRPr/>
            </a:pPr>
            <a:fld id="{AAE63E65-753E-0240-B50F-1F4326800F50}" type="slidenum">
              <a:rPr lang="en-US"/>
              <a:pPr>
                <a:defRPr/>
              </a:pPr>
              <a:t>‹#›</a:t>
            </a:fld>
            <a:endParaRPr lang="en-US"/>
          </a:p>
        </p:txBody>
      </p:sp>
    </p:spTree>
    <p:extLst>
      <p:ext uri="{BB962C8B-B14F-4D97-AF65-F5344CB8AC3E}">
        <p14:creationId xmlns:p14="http://schemas.microsoft.com/office/powerpoint/2010/main" val="22218122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dt" sz="half" idx="10"/>
          </p:nvPr>
        </p:nvSpPr>
        <p:spPr/>
        <p:txBody>
          <a:bodyPr/>
          <a:lstStyle>
            <a:lvl1pPr>
              <a:defRPr/>
            </a:lvl1pPr>
          </a:lstStyle>
          <a:p>
            <a:pPr>
              <a:defRPr/>
            </a:pPr>
            <a:endParaRPr lang="en-US"/>
          </a:p>
        </p:txBody>
      </p:sp>
      <p:sp>
        <p:nvSpPr>
          <p:cNvPr id="8" name="Rectangle 5"/>
          <p:cNvSpPr>
            <a:spLocks noGrp="1" noChangeArrowheads="1"/>
          </p:cNvSpPr>
          <p:nvPr>
            <p:ph type="ftr" sz="quarter" idx="11"/>
          </p:nvPr>
        </p:nvSpPr>
        <p:spPr/>
        <p:txBody>
          <a:bodyPr/>
          <a:lstStyle>
            <a:lvl1pPr>
              <a:defRPr/>
            </a:lvl1pPr>
          </a:lstStyle>
          <a:p>
            <a:pPr>
              <a:defRPr/>
            </a:pPr>
            <a:endParaRPr lang="en-US"/>
          </a:p>
        </p:txBody>
      </p:sp>
      <p:sp>
        <p:nvSpPr>
          <p:cNvPr id="9" name="Rectangle 6"/>
          <p:cNvSpPr>
            <a:spLocks noGrp="1" noChangeArrowheads="1"/>
          </p:cNvSpPr>
          <p:nvPr>
            <p:ph type="sldNum" sz="quarter" idx="12"/>
          </p:nvPr>
        </p:nvSpPr>
        <p:spPr/>
        <p:txBody>
          <a:bodyPr/>
          <a:lstStyle>
            <a:lvl1pPr algn="l">
              <a:defRPr>
                <a:ea typeface="ＭＳ Ｐゴシック" charset="0"/>
              </a:defRPr>
            </a:lvl1pPr>
          </a:lstStyle>
          <a:p>
            <a:pPr>
              <a:defRPr/>
            </a:pPr>
            <a:fld id="{4D7E5EE3-C231-EB47-9B75-A9D6D6B6C598}" type="slidenum">
              <a:rPr lang="en-US"/>
              <a:pPr>
                <a:defRPr/>
              </a:pPr>
              <a:t>‹#›</a:t>
            </a:fld>
            <a:endParaRPr lang="en-US"/>
          </a:p>
        </p:txBody>
      </p:sp>
    </p:spTree>
    <p:extLst>
      <p:ext uri="{BB962C8B-B14F-4D97-AF65-F5344CB8AC3E}">
        <p14:creationId xmlns:p14="http://schemas.microsoft.com/office/powerpoint/2010/main" val="2460545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p:txBody>
          <a:bodyPr/>
          <a:lstStyle>
            <a:lvl1pPr>
              <a:defRPr/>
            </a:lvl1pPr>
          </a:lstStyle>
          <a:p>
            <a:pPr>
              <a:defRPr/>
            </a:pPr>
            <a:endParaRPr lang="en-US"/>
          </a:p>
        </p:txBody>
      </p:sp>
      <p:sp>
        <p:nvSpPr>
          <p:cNvPr id="4" name="Rectangle 5"/>
          <p:cNvSpPr>
            <a:spLocks noGrp="1" noChangeArrowheads="1"/>
          </p:cNvSpPr>
          <p:nvPr>
            <p:ph type="ftr" sz="quarter" idx="11"/>
          </p:nvPr>
        </p:nvSpPr>
        <p:spPr/>
        <p:txBody>
          <a:bodyPr/>
          <a:lstStyle>
            <a:lvl1pPr>
              <a:defRPr/>
            </a:lvl1pPr>
          </a:lstStyle>
          <a:p>
            <a:pPr>
              <a:defRPr/>
            </a:pPr>
            <a:endParaRPr lang="en-US"/>
          </a:p>
        </p:txBody>
      </p:sp>
      <p:sp>
        <p:nvSpPr>
          <p:cNvPr id="5" name="Rectangle 6"/>
          <p:cNvSpPr>
            <a:spLocks noGrp="1" noChangeArrowheads="1"/>
          </p:cNvSpPr>
          <p:nvPr>
            <p:ph type="sldNum" sz="quarter" idx="12"/>
          </p:nvPr>
        </p:nvSpPr>
        <p:spPr/>
        <p:txBody>
          <a:bodyPr/>
          <a:lstStyle>
            <a:lvl1pPr algn="l">
              <a:defRPr>
                <a:ea typeface="ＭＳ Ｐゴシック" charset="0"/>
              </a:defRPr>
            </a:lvl1pPr>
          </a:lstStyle>
          <a:p>
            <a:pPr>
              <a:defRPr/>
            </a:pPr>
            <a:fld id="{62C44692-DFD8-4C41-A6E4-494EC19C3CBE}" type="slidenum">
              <a:rPr lang="en-US"/>
              <a:pPr>
                <a:defRPr/>
              </a:pPr>
              <a:t>‹#›</a:t>
            </a:fld>
            <a:endParaRPr lang="en-US"/>
          </a:p>
        </p:txBody>
      </p:sp>
    </p:spTree>
    <p:extLst>
      <p:ext uri="{BB962C8B-B14F-4D97-AF65-F5344CB8AC3E}">
        <p14:creationId xmlns:p14="http://schemas.microsoft.com/office/powerpoint/2010/main" val="35120137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pPr>
              <a:defRPr/>
            </a:pPr>
            <a:endParaRPr lang="en-US"/>
          </a:p>
        </p:txBody>
      </p:sp>
      <p:sp>
        <p:nvSpPr>
          <p:cNvPr id="3" name="Rectangle 5"/>
          <p:cNvSpPr>
            <a:spLocks noGrp="1" noChangeArrowheads="1"/>
          </p:cNvSpPr>
          <p:nvPr>
            <p:ph type="ftr" sz="quarter" idx="11"/>
          </p:nvPr>
        </p:nvSpPr>
        <p:spPr/>
        <p:txBody>
          <a:bodyPr/>
          <a:lstStyle>
            <a:lvl1pPr>
              <a:defRPr/>
            </a:lvl1pPr>
          </a:lstStyle>
          <a:p>
            <a:pPr>
              <a:defRPr/>
            </a:pPr>
            <a:endParaRPr lang="en-US"/>
          </a:p>
        </p:txBody>
      </p:sp>
      <p:sp>
        <p:nvSpPr>
          <p:cNvPr id="4" name="Rectangle 6"/>
          <p:cNvSpPr>
            <a:spLocks noGrp="1" noChangeArrowheads="1"/>
          </p:cNvSpPr>
          <p:nvPr>
            <p:ph type="sldNum" sz="quarter" idx="12"/>
          </p:nvPr>
        </p:nvSpPr>
        <p:spPr/>
        <p:txBody>
          <a:bodyPr/>
          <a:lstStyle>
            <a:lvl1pPr algn="l">
              <a:defRPr>
                <a:ea typeface="ＭＳ Ｐゴシック" charset="0"/>
              </a:defRPr>
            </a:lvl1pPr>
          </a:lstStyle>
          <a:p>
            <a:pPr>
              <a:defRPr/>
            </a:pPr>
            <a:fld id="{733F6EE1-0D05-BF42-8DD2-05513895BC1B}" type="slidenum">
              <a:rPr lang="en-US"/>
              <a:pPr>
                <a:defRPr/>
              </a:pPr>
              <a:t>‹#›</a:t>
            </a:fld>
            <a:endParaRPr lang="en-US"/>
          </a:p>
        </p:txBody>
      </p:sp>
    </p:spTree>
    <p:extLst>
      <p:ext uri="{BB962C8B-B14F-4D97-AF65-F5344CB8AC3E}">
        <p14:creationId xmlns:p14="http://schemas.microsoft.com/office/powerpoint/2010/main" val="8282392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p:txBody>
          <a:bodyPr/>
          <a:lstStyle>
            <a:lvl1pPr>
              <a:defRPr/>
            </a:lvl1pPr>
          </a:lstStyle>
          <a:p>
            <a:pPr>
              <a:defRPr/>
            </a:pPr>
            <a:endParaRPr lang="en-US"/>
          </a:p>
        </p:txBody>
      </p:sp>
      <p:sp>
        <p:nvSpPr>
          <p:cNvPr id="6" name="Rectangle 5"/>
          <p:cNvSpPr>
            <a:spLocks noGrp="1" noChangeArrowheads="1"/>
          </p:cNvSpPr>
          <p:nvPr>
            <p:ph type="ftr" sz="quarter" idx="11"/>
          </p:nvPr>
        </p:nvSpPr>
        <p:spPr/>
        <p:txBody>
          <a:bodyPr/>
          <a:lstStyle>
            <a:lvl1pPr>
              <a:defRPr/>
            </a:lvl1pPr>
          </a:lstStyle>
          <a:p>
            <a:pPr>
              <a:defRPr/>
            </a:pPr>
            <a:endParaRPr lang="en-US"/>
          </a:p>
        </p:txBody>
      </p:sp>
      <p:sp>
        <p:nvSpPr>
          <p:cNvPr id="7" name="Rectangle 6"/>
          <p:cNvSpPr>
            <a:spLocks noGrp="1" noChangeArrowheads="1"/>
          </p:cNvSpPr>
          <p:nvPr>
            <p:ph type="sldNum" sz="quarter" idx="12"/>
          </p:nvPr>
        </p:nvSpPr>
        <p:spPr/>
        <p:txBody>
          <a:bodyPr/>
          <a:lstStyle>
            <a:lvl1pPr algn="l">
              <a:defRPr>
                <a:ea typeface="ＭＳ Ｐゴシック" charset="0"/>
              </a:defRPr>
            </a:lvl1pPr>
          </a:lstStyle>
          <a:p>
            <a:pPr>
              <a:defRPr/>
            </a:pPr>
            <a:fld id="{EED319F0-A97A-4846-A30C-FA4B8312C146}" type="slidenum">
              <a:rPr lang="en-US"/>
              <a:pPr>
                <a:defRPr/>
              </a:pPr>
              <a:t>‹#›</a:t>
            </a:fld>
            <a:endParaRPr lang="en-US"/>
          </a:p>
        </p:txBody>
      </p:sp>
    </p:spTree>
    <p:extLst>
      <p:ext uri="{BB962C8B-B14F-4D97-AF65-F5344CB8AC3E}">
        <p14:creationId xmlns:p14="http://schemas.microsoft.com/office/powerpoint/2010/main" val="10211028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p:txBody>
          <a:bodyPr/>
          <a:lstStyle>
            <a:lvl1pPr>
              <a:defRPr/>
            </a:lvl1pPr>
          </a:lstStyle>
          <a:p>
            <a:pPr>
              <a:defRPr/>
            </a:pPr>
            <a:endParaRPr lang="en-US"/>
          </a:p>
        </p:txBody>
      </p:sp>
      <p:sp>
        <p:nvSpPr>
          <p:cNvPr id="6" name="Rectangle 5"/>
          <p:cNvSpPr>
            <a:spLocks noGrp="1" noChangeArrowheads="1"/>
          </p:cNvSpPr>
          <p:nvPr>
            <p:ph type="ftr" sz="quarter" idx="11"/>
          </p:nvPr>
        </p:nvSpPr>
        <p:spPr/>
        <p:txBody>
          <a:bodyPr/>
          <a:lstStyle>
            <a:lvl1pPr>
              <a:defRPr/>
            </a:lvl1pPr>
          </a:lstStyle>
          <a:p>
            <a:pPr>
              <a:defRPr/>
            </a:pPr>
            <a:endParaRPr lang="en-US"/>
          </a:p>
        </p:txBody>
      </p:sp>
      <p:sp>
        <p:nvSpPr>
          <p:cNvPr id="7" name="Rectangle 6"/>
          <p:cNvSpPr>
            <a:spLocks noGrp="1" noChangeArrowheads="1"/>
          </p:cNvSpPr>
          <p:nvPr>
            <p:ph type="sldNum" sz="quarter" idx="12"/>
          </p:nvPr>
        </p:nvSpPr>
        <p:spPr/>
        <p:txBody>
          <a:bodyPr/>
          <a:lstStyle>
            <a:lvl1pPr algn="l">
              <a:defRPr>
                <a:ea typeface="ＭＳ Ｐゴシック" charset="0"/>
              </a:defRPr>
            </a:lvl1pPr>
          </a:lstStyle>
          <a:p>
            <a:pPr>
              <a:defRPr/>
            </a:pPr>
            <a:fld id="{E79AE401-4D48-8644-B07F-77A7A923D680}" type="slidenum">
              <a:rPr lang="en-US"/>
              <a:pPr>
                <a:defRPr/>
              </a:pPr>
              <a:t>‹#›</a:t>
            </a:fld>
            <a:endParaRPr lang="en-US"/>
          </a:p>
        </p:txBody>
      </p:sp>
    </p:spTree>
    <p:extLst>
      <p:ext uri="{BB962C8B-B14F-4D97-AF65-F5344CB8AC3E}">
        <p14:creationId xmlns:p14="http://schemas.microsoft.com/office/powerpoint/2010/main" val="23111874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lgn="l">
              <a:defRPr>
                <a:ea typeface="ＭＳ Ｐゴシック" charset="0"/>
              </a:defRPr>
            </a:lvl1pPr>
          </a:lstStyle>
          <a:p>
            <a:pPr>
              <a:defRPr/>
            </a:pPr>
            <a:fld id="{3A11EFB4-F18F-5D4E-9475-3FC5879F4274}" type="slidenum">
              <a:rPr lang="en-US"/>
              <a:pPr>
                <a:defRPr/>
              </a:pPr>
              <a:t>‹#›</a:t>
            </a:fld>
            <a:endParaRPr lang="en-US"/>
          </a:p>
        </p:txBody>
      </p:sp>
    </p:spTree>
    <p:extLst>
      <p:ext uri="{BB962C8B-B14F-4D97-AF65-F5344CB8AC3E}">
        <p14:creationId xmlns:p14="http://schemas.microsoft.com/office/powerpoint/2010/main" val="28662463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05600" y="152400"/>
            <a:ext cx="2133600" cy="61722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304800" y="152400"/>
            <a:ext cx="6248400" cy="61722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lgn="l">
              <a:defRPr>
                <a:ea typeface="ＭＳ Ｐゴシック" charset="0"/>
              </a:defRPr>
            </a:lvl1pPr>
          </a:lstStyle>
          <a:p>
            <a:pPr>
              <a:defRPr/>
            </a:pPr>
            <a:fld id="{5FEC93C5-12BB-9C4C-BCD8-F170FAECC753}" type="slidenum">
              <a:rPr lang="en-US"/>
              <a:pPr>
                <a:defRPr/>
              </a:pPr>
              <a:t>‹#›</a:t>
            </a:fld>
            <a:endParaRPr lang="en-US"/>
          </a:p>
        </p:txBody>
      </p:sp>
    </p:spTree>
    <p:extLst>
      <p:ext uri="{BB962C8B-B14F-4D97-AF65-F5344CB8AC3E}">
        <p14:creationId xmlns:p14="http://schemas.microsoft.com/office/powerpoint/2010/main" val="14762501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1371600" y="152400"/>
            <a:ext cx="7467600" cy="1143000"/>
          </a:xfrm>
        </p:spPr>
        <p:txBody>
          <a:bodyPr/>
          <a:lstStyle/>
          <a:p>
            <a:r>
              <a:rPr lang="en-US" smtClean="0"/>
              <a:t>Click to edit Master title style</a:t>
            </a:r>
            <a:endParaRPr lang="en-US"/>
          </a:p>
        </p:txBody>
      </p:sp>
      <p:sp>
        <p:nvSpPr>
          <p:cNvPr id="3" name="Table Placeholder 2"/>
          <p:cNvSpPr>
            <a:spLocks noGrp="1"/>
          </p:cNvSpPr>
          <p:nvPr>
            <p:ph type="tbl" idx="1"/>
          </p:nvPr>
        </p:nvSpPr>
        <p:spPr>
          <a:xfrm>
            <a:off x="304800" y="1600200"/>
            <a:ext cx="8382000" cy="4724400"/>
          </a:xfrm>
        </p:spPr>
        <p:txBody>
          <a:bodyPr/>
          <a:lstStyle/>
          <a:p>
            <a:pPr lvl="0"/>
            <a:endParaRPr lang="en-US" noProof="0" smtClean="0"/>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lgn="l">
              <a:defRPr>
                <a:ea typeface="ＭＳ Ｐゴシック" charset="0"/>
              </a:defRPr>
            </a:lvl1pPr>
          </a:lstStyle>
          <a:p>
            <a:pPr>
              <a:defRPr/>
            </a:pPr>
            <a:fld id="{F2DC2373-78AA-384F-990B-64E25DDF2AC7}" type="slidenum">
              <a:rPr lang="en-US"/>
              <a:pPr>
                <a:defRPr/>
              </a:pPr>
              <a:t>‹#›</a:t>
            </a:fld>
            <a:endParaRPr lang="en-US"/>
          </a:p>
        </p:txBody>
      </p:sp>
    </p:spTree>
    <p:extLst>
      <p:ext uri="{BB962C8B-B14F-4D97-AF65-F5344CB8AC3E}">
        <p14:creationId xmlns:p14="http://schemas.microsoft.com/office/powerpoint/2010/main" val="18980346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ClipArt">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685800" y="768350"/>
            <a:ext cx="7772400" cy="1143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685800" y="1981200"/>
            <a:ext cx="381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lipArt Placeholder 3"/>
          <p:cNvSpPr>
            <a:spLocks noGrp="1"/>
          </p:cNvSpPr>
          <p:nvPr>
            <p:ph type="clipArt" sz="half" idx="2"/>
          </p:nvPr>
        </p:nvSpPr>
        <p:spPr>
          <a:xfrm>
            <a:off x="4648200" y="1981200"/>
            <a:ext cx="3810000" cy="4114800"/>
          </a:xfrm>
        </p:spPr>
        <p:txBody>
          <a:bodyPr/>
          <a:lstStyle/>
          <a:p>
            <a:pPr lvl="0"/>
            <a:endParaRPr lang="en-US" noProof="0"/>
          </a:p>
        </p:txBody>
      </p:sp>
      <p:sp>
        <p:nvSpPr>
          <p:cNvPr id="5" name="Date Placeholder 4"/>
          <p:cNvSpPr>
            <a:spLocks noGrp="1"/>
          </p:cNvSpPr>
          <p:nvPr>
            <p:ph type="dt" sz="half" idx="10"/>
          </p:nvPr>
        </p:nvSpPr>
        <p:spPr>
          <a:xfrm>
            <a:off x="665163" y="6367463"/>
            <a:ext cx="1905000" cy="457200"/>
          </a:xfrm>
        </p:spPr>
        <p:txBody>
          <a:bodyPr/>
          <a:lstStyle>
            <a:lvl1pPr>
              <a:defRPr/>
            </a:lvl1pPr>
          </a:lstStyle>
          <a:p>
            <a:pPr>
              <a:defRPr/>
            </a:pPr>
            <a:endParaRPr lang="en-US"/>
          </a:p>
        </p:txBody>
      </p:sp>
      <p:sp>
        <p:nvSpPr>
          <p:cNvPr id="6" name="Footer Placeholder 5"/>
          <p:cNvSpPr>
            <a:spLocks noGrp="1"/>
          </p:cNvSpPr>
          <p:nvPr>
            <p:ph type="ftr" sz="quarter" idx="11"/>
          </p:nvPr>
        </p:nvSpPr>
        <p:spPr>
          <a:xfrm>
            <a:off x="3103563" y="6367463"/>
            <a:ext cx="2895600" cy="457200"/>
          </a:xfrm>
        </p:spPr>
        <p:txBody>
          <a:bodyPr/>
          <a:lstStyle>
            <a:lvl1pPr>
              <a:defRPr/>
            </a:lvl1pPr>
          </a:lstStyle>
          <a:p>
            <a:pPr>
              <a:defRPr/>
            </a:pPr>
            <a:endParaRPr lang="en-US"/>
          </a:p>
        </p:txBody>
      </p:sp>
      <p:sp>
        <p:nvSpPr>
          <p:cNvPr id="7" name="Slide Number Placeholder 6"/>
          <p:cNvSpPr>
            <a:spLocks noGrp="1"/>
          </p:cNvSpPr>
          <p:nvPr>
            <p:ph type="sldNum" sz="quarter" idx="12"/>
          </p:nvPr>
        </p:nvSpPr>
        <p:spPr>
          <a:xfrm>
            <a:off x="6532563" y="6367463"/>
            <a:ext cx="1905000" cy="457200"/>
          </a:xfrm>
        </p:spPr>
        <p:txBody>
          <a:bodyPr/>
          <a:lstStyle>
            <a:lvl1pPr algn="l">
              <a:defRPr>
                <a:ea typeface="ＭＳ Ｐゴシック" charset="0"/>
              </a:defRPr>
            </a:lvl1pPr>
          </a:lstStyle>
          <a:p>
            <a:pPr>
              <a:defRPr/>
            </a:pPr>
            <a:fld id="{890406A9-A1F9-6540-81F6-93D30A668DE5}" type="slidenum">
              <a:rPr lang="en-US"/>
              <a:pPr>
                <a:defRPr/>
              </a:pPr>
              <a:t>‹#›</a:t>
            </a:fld>
            <a:endParaRPr lang="en-US"/>
          </a:p>
        </p:txBody>
      </p:sp>
    </p:spTree>
    <p:extLst>
      <p:ext uri="{BB962C8B-B14F-4D97-AF65-F5344CB8AC3E}">
        <p14:creationId xmlns:p14="http://schemas.microsoft.com/office/powerpoint/2010/main" val="4275240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1371600" y="152400"/>
            <a:ext cx="7467600" cy="1143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304800" y="1600200"/>
            <a:ext cx="8382000" cy="47244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304800" y="6477000"/>
            <a:ext cx="2133600" cy="30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400">
                <a:solidFill>
                  <a:srgbClr val="000000"/>
                </a:solidFill>
                <a:latin typeface="Arial" charset="0"/>
                <a:ea typeface="+mn-ea"/>
                <a:cs typeface="Arial" charset="0"/>
              </a:defRPr>
            </a:lvl1pPr>
          </a:lstStyle>
          <a:p>
            <a:pPr defTabSz="914400" fontAlgn="base">
              <a:spcBef>
                <a:spcPct val="0"/>
              </a:spcBef>
              <a:spcAft>
                <a:spcPct val="0"/>
              </a:spcAft>
              <a:defRPr/>
            </a:pPr>
            <a:endParaRPr lang="en-US"/>
          </a:p>
        </p:txBody>
      </p:sp>
      <p:sp>
        <p:nvSpPr>
          <p:cNvPr id="1029" name="Rectangle 5"/>
          <p:cNvSpPr>
            <a:spLocks noGrp="1" noChangeArrowheads="1"/>
          </p:cNvSpPr>
          <p:nvPr>
            <p:ph type="ftr" sz="quarter" idx="3"/>
          </p:nvPr>
        </p:nvSpPr>
        <p:spPr bwMode="auto">
          <a:xfrm>
            <a:off x="3276600" y="6477000"/>
            <a:ext cx="2895600" cy="3016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solidFill>
                  <a:srgbClr val="000000"/>
                </a:solidFill>
                <a:latin typeface="Arial" charset="0"/>
                <a:ea typeface="+mn-ea"/>
                <a:cs typeface="Arial" charset="0"/>
              </a:defRPr>
            </a:lvl1pPr>
          </a:lstStyle>
          <a:p>
            <a:pPr defTabSz="914400" fontAlgn="base">
              <a:spcBef>
                <a:spcPct val="0"/>
              </a:spcBef>
              <a:spcAft>
                <a:spcPct val="0"/>
              </a:spcAft>
              <a:defRPr/>
            </a:pPr>
            <a:endParaRPr lang="en-US"/>
          </a:p>
        </p:txBody>
      </p:sp>
      <p:sp>
        <p:nvSpPr>
          <p:cNvPr id="1030" name="Rectangle 6"/>
          <p:cNvSpPr>
            <a:spLocks noGrp="1" noChangeArrowheads="1"/>
          </p:cNvSpPr>
          <p:nvPr>
            <p:ph type="sldNum" sz="quarter" idx="4"/>
          </p:nvPr>
        </p:nvSpPr>
        <p:spPr bwMode="auto">
          <a:xfrm>
            <a:off x="6781800" y="6477000"/>
            <a:ext cx="2133600" cy="3016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000">
                <a:solidFill>
                  <a:srgbClr val="000000"/>
                </a:solidFill>
                <a:latin typeface="Arial" charset="0"/>
                <a:ea typeface="+mn-ea"/>
                <a:cs typeface="Arial" charset="0"/>
              </a:defRPr>
            </a:lvl1pPr>
          </a:lstStyle>
          <a:p>
            <a:pPr defTabSz="914400" fontAlgn="base">
              <a:spcBef>
                <a:spcPct val="0"/>
              </a:spcBef>
              <a:spcAft>
                <a:spcPct val="0"/>
              </a:spcAft>
              <a:defRPr/>
            </a:pPr>
            <a:endParaRPr lang="en-US"/>
          </a:p>
        </p:txBody>
      </p:sp>
      <p:sp>
        <p:nvSpPr>
          <p:cNvPr id="1031" name="Line 8"/>
          <p:cNvSpPr>
            <a:spLocks noChangeShapeType="1"/>
          </p:cNvSpPr>
          <p:nvPr userDrawn="1"/>
        </p:nvSpPr>
        <p:spPr bwMode="auto">
          <a:xfrm>
            <a:off x="304800" y="1295400"/>
            <a:ext cx="8534400" cy="0"/>
          </a:xfrm>
          <a:prstGeom prst="line">
            <a:avLst/>
          </a:prstGeom>
          <a:noFill/>
          <a:ln w="38100">
            <a:solidFill>
              <a:schemeClr val="tx1"/>
            </a:solidFill>
            <a:round/>
            <a:headEnd/>
            <a:tailEnd/>
          </a:ln>
          <a:extLst>
            <a:ext uri="{909E8E84-426E-40dd-AFC4-6F175D3DCCD1}">
              <a14:hiddenFill xmlns:a14="http://schemas.microsoft.com/office/drawing/2010/main" xmlns="">
                <a:noFill/>
              </a14:hiddenFill>
            </a:ext>
          </a:extLst>
        </p:spPr>
        <p:txBody>
          <a:bodyPr/>
          <a:lstStyle/>
          <a:p>
            <a:pPr defTabSz="914400" fontAlgn="base">
              <a:spcBef>
                <a:spcPct val="0"/>
              </a:spcBef>
              <a:spcAft>
                <a:spcPct val="0"/>
              </a:spcAft>
            </a:pPr>
            <a:endParaRPr lang="en-US" sz="2400">
              <a:solidFill>
                <a:srgbClr val="000000"/>
              </a:solidFill>
              <a:latin typeface="Times New Roman" charset="0"/>
              <a:ea typeface="ＭＳ Ｐゴシック" charset="0"/>
              <a:cs typeface="ＭＳ Ｐゴシック" charset="0"/>
            </a:endParaRPr>
          </a:p>
        </p:txBody>
      </p:sp>
      <p:sp>
        <p:nvSpPr>
          <p:cNvPr id="1032" name="Line 9"/>
          <p:cNvSpPr>
            <a:spLocks noChangeShapeType="1"/>
          </p:cNvSpPr>
          <p:nvPr userDrawn="1"/>
        </p:nvSpPr>
        <p:spPr bwMode="auto">
          <a:xfrm>
            <a:off x="304800" y="1371600"/>
            <a:ext cx="4953000" cy="0"/>
          </a:xfrm>
          <a:prstGeom prst="line">
            <a:avLst/>
          </a:prstGeom>
          <a:noFill/>
          <a:ln w="101600">
            <a:solidFill>
              <a:schemeClr val="tx1"/>
            </a:solidFill>
            <a:round/>
            <a:headEnd/>
            <a:tailEnd/>
          </a:ln>
          <a:extLst>
            <a:ext uri="{909E8E84-426E-40dd-AFC4-6F175D3DCCD1}">
              <a14:hiddenFill xmlns:a14="http://schemas.microsoft.com/office/drawing/2010/main" xmlns="">
                <a:noFill/>
              </a14:hiddenFill>
            </a:ext>
          </a:extLst>
        </p:spPr>
        <p:txBody>
          <a:bodyPr/>
          <a:lstStyle/>
          <a:p>
            <a:pPr defTabSz="914400" fontAlgn="base">
              <a:spcBef>
                <a:spcPct val="0"/>
              </a:spcBef>
              <a:spcAft>
                <a:spcPct val="0"/>
              </a:spcAft>
            </a:pPr>
            <a:endParaRPr lang="en-US" sz="2400">
              <a:solidFill>
                <a:srgbClr val="000000"/>
              </a:solidFill>
              <a:latin typeface="Times New Roman" charset="0"/>
              <a:ea typeface="ＭＳ Ｐゴシック" charset="0"/>
              <a:cs typeface="ＭＳ Ｐゴシック" charset="0"/>
            </a:endParaRPr>
          </a:p>
        </p:txBody>
      </p:sp>
    </p:spTree>
    <p:extLst>
      <p:ext uri="{BB962C8B-B14F-4D97-AF65-F5344CB8AC3E}">
        <p14:creationId xmlns:p14="http://schemas.microsoft.com/office/powerpoint/2010/main" val="115133801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iming>
    <p:tnLst>
      <p:par>
        <p:cTn id="1" dur="indefinite" restart="never" nodeType="tmRoot"/>
      </p:par>
    </p:tnLst>
  </p:timing>
  <p:hf hdr="0" ftr="0" dt="0"/>
  <p:txStyles>
    <p:titleStyle>
      <a:lvl1pPr algn="r" rtl="0" eaLnBrk="0" fontAlgn="base" hangingPunct="0">
        <a:spcBef>
          <a:spcPct val="0"/>
        </a:spcBef>
        <a:spcAft>
          <a:spcPct val="0"/>
        </a:spcAft>
        <a:defRPr sz="2400">
          <a:solidFill>
            <a:schemeClr val="tx1"/>
          </a:solidFill>
          <a:latin typeface="+mj-lt"/>
          <a:ea typeface="ＭＳ Ｐゴシック" charset="0"/>
          <a:cs typeface="+mj-cs"/>
        </a:defRPr>
      </a:lvl1pPr>
      <a:lvl2pPr algn="r" rtl="0" eaLnBrk="0" fontAlgn="base" hangingPunct="0">
        <a:spcBef>
          <a:spcPct val="0"/>
        </a:spcBef>
        <a:spcAft>
          <a:spcPct val="0"/>
        </a:spcAft>
        <a:defRPr sz="2400">
          <a:solidFill>
            <a:schemeClr val="tx1"/>
          </a:solidFill>
          <a:latin typeface="Arial" charset="0"/>
          <a:ea typeface="ＭＳ Ｐゴシック" charset="0"/>
          <a:cs typeface="Arial" charset="0"/>
        </a:defRPr>
      </a:lvl2pPr>
      <a:lvl3pPr algn="r" rtl="0" eaLnBrk="0" fontAlgn="base" hangingPunct="0">
        <a:spcBef>
          <a:spcPct val="0"/>
        </a:spcBef>
        <a:spcAft>
          <a:spcPct val="0"/>
        </a:spcAft>
        <a:defRPr sz="2400">
          <a:solidFill>
            <a:schemeClr val="tx1"/>
          </a:solidFill>
          <a:latin typeface="Arial" charset="0"/>
          <a:ea typeface="ＭＳ Ｐゴシック" charset="0"/>
          <a:cs typeface="Arial" charset="0"/>
        </a:defRPr>
      </a:lvl3pPr>
      <a:lvl4pPr algn="r" rtl="0" eaLnBrk="0" fontAlgn="base" hangingPunct="0">
        <a:spcBef>
          <a:spcPct val="0"/>
        </a:spcBef>
        <a:spcAft>
          <a:spcPct val="0"/>
        </a:spcAft>
        <a:defRPr sz="2400">
          <a:solidFill>
            <a:schemeClr val="tx1"/>
          </a:solidFill>
          <a:latin typeface="Arial" charset="0"/>
          <a:ea typeface="ＭＳ Ｐゴシック" charset="0"/>
          <a:cs typeface="Arial" charset="0"/>
        </a:defRPr>
      </a:lvl4pPr>
      <a:lvl5pPr algn="r" rtl="0" eaLnBrk="0" fontAlgn="base" hangingPunct="0">
        <a:spcBef>
          <a:spcPct val="0"/>
        </a:spcBef>
        <a:spcAft>
          <a:spcPct val="0"/>
        </a:spcAft>
        <a:defRPr sz="2400">
          <a:solidFill>
            <a:schemeClr val="tx1"/>
          </a:solidFill>
          <a:latin typeface="Arial" charset="0"/>
          <a:ea typeface="ＭＳ Ｐゴシック" charset="0"/>
          <a:cs typeface="Arial" charset="0"/>
        </a:defRPr>
      </a:lvl5pPr>
      <a:lvl6pPr marL="457200" algn="r" rtl="0" fontAlgn="base">
        <a:spcBef>
          <a:spcPct val="0"/>
        </a:spcBef>
        <a:spcAft>
          <a:spcPct val="0"/>
        </a:spcAft>
        <a:defRPr sz="2400">
          <a:solidFill>
            <a:schemeClr val="tx1"/>
          </a:solidFill>
          <a:latin typeface="Arial" charset="0"/>
          <a:cs typeface="Arial" charset="0"/>
        </a:defRPr>
      </a:lvl6pPr>
      <a:lvl7pPr marL="914400" algn="r" rtl="0" fontAlgn="base">
        <a:spcBef>
          <a:spcPct val="0"/>
        </a:spcBef>
        <a:spcAft>
          <a:spcPct val="0"/>
        </a:spcAft>
        <a:defRPr sz="2400">
          <a:solidFill>
            <a:schemeClr val="tx1"/>
          </a:solidFill>
          <a:latin typeface="Arial" charset="0"/>
          <a:cs typeface="Arial" charset="0"/>
        </a:defRPr>
      </a:lvl7pPr>
      <a:lvl8pPr marL="1371600" algn="r" rtl="0" fontAlgn="base">
        <a:spcBef>
          <a:spcPct val="0"/>
        </a:spcBef>
        <a:spcAft>
          <a:spcPct val="0"/>
        </a:spcAft>
        <a:defRPr sz="2400">
          <a:solidFill>
            <a:schemeClr val="tx1"/>
          </a:solidFill>
          <a:latin typeface="Arial" charset="0"/>
          <a:cs typeface="Arial" charset="0"/>
        </a:defRPr>
      </a:lvl8pPr>
      <a:lvl9pPr marL="1828800" algn="r" rtl="0" fontAlgn="base">
        <a:spcBef>
          <a:spcPct val="0"/>
        </a:spcBef>
        <a:spcAft>
          <a:spcPct val="0"/>
        </a:spcAft>
        <a:defRPr sz="2400">
          <a:solidFill>
            <a:schemeClr val="tx1"/>
          </a:solidFill>
          <a:latin typeface="Arial" charset="0"/>
          <a:cs typeface="Arial" charset="0"/>
        </a:defRPr>
      </a:lvl9pPr>
    </p:titleStyle>
    <p:bodyStyle>
      <a:lvl1pPr marL="342900" indent="-342900" algn="l" rtl="0" eaLnBrk="0" fontAlgn="base" hangingPunct="0">
        <a:spcBef>
          <a:spcPct val="20000"/>
        </a:spcBef>
        <a:spcAft>
          <a:spcPct val="0"/>
        </a:spcAft>
        <a:buFont typeface="Wingdings" charset="0"/>
        <a:buChar char="§"/>
        <a:defRPr>
          <a:solidFill>
            <a:schemeClr val="tx1"/>
          </a:solidFill>
          <a:latin typeface="+mn-lt"/>
          <a:ea typeface="ＭＳ Ｐゴシック" charset="0"/>
          <a:cs typeface="+mn-cs"/>
        </a:defRPr>
      </a:lvl1pPr>
      <a:lvl2pPr marL="742950" indent="-285750" algn="l" rtl="0" eaLnBrk="0" fontAlgn="base" hangingPunct="0">
        <a:spcBef>
          <a:spcPct val="20000"/>
        </a:spcBef>
        <a:spcAft>
          <a:spcPct val="0"/>
        </a:spcAft>
        <a:buChar char="–"/>
        <a:defRPr sz="1600">
          <a:solidFill>
            <a:schemeClr val="tx1"/>
          </a:solidFill>
          <a:latin typeface="+mn-lt"/>
          <a:ea typeface="Arial" charset="0"/>
          <a:cs typeface="+mn-cs"/>
        </a:defRPr>
      </a:lvl2pPr>
      <a:lvl3pPr marL="1143000" indent="-228600" algn="l" rtl="0" eaLnBrk="0" fontAlgn="base" hangingPunct="0">
        <a:spcBef>
          <a:spcPct val="20000"/>
        </a:spcBef>
        <a:spcAft>
          <a:spcPct val="0"/>
        </a:spcAft>
        <a:buFont typeface="Wingdings" charset="0"/>
        <a:buChar char="§"/>
        <a:defRPr sz="1400">
          <a:solidFill>
            <a:schemeClr val="tx1"/>
          </a:solidFill>
          <a:latin typeface="+mn-lt"/>
          <a:ea typeface="Arial" charset="0"/>
          <a:cs typeface="+mn-cs"/>
        </a:defRPr>
      </a:lvl3pPr>
      <a:lvl4pPr marL="1600200" indent="-228600" algn="l" rtl="0" eaLnBrk="0" fontAlgn="base" hangingPunct="0">
        <a:spcBef>
          <a:spcPct val="20000"/>
        </a:spcBef>
        <a:spcAft>
          <a:spcPct val="0"/>
        </a:spcAft>
        <a:buChar char="–"/>
        <a:defRPr sz="1200">
          <a:solidFill>
            <a:schemeClr val="tx1"/>
          </a:solidFill>
          <a:latin typeface="+mn-lt"/>
          <a:ea typeface="Arial" charset="0"/>
          <a:cs typeface="+mn-cs"/>
        </a:defRPr>
      </a:lvl4pPr>
      <a:lvl5pPr marL="2057400" indent="-228600" algn="l" rtl="0" eaLnBrk="0" fontAlgn="base" hangingPunct="0">
        <a:spcBef>
          <a:spcPct val="20000"/>
        </a:spcBef>
        <a:spcAft>
          <a:spcPct val="0"/>
        </a:spcAft>
        <a:buChar char="»"/>
        <a:defRPr sz="1200">
          <a:solidFill>
            <a:schemeClr val="tx1"/>
          </a:solidFill>
          <a:latin typeface="+mn-lt"/>
          <a:ea typeface="Arial" charset="0"/>
          <a:cs typeface="+mn-cs"/>
        </a:defRPr>
      </a:lvl5pPr>
      <a:lvl6pPr marL="2514600" indent="-228600" algn="l" rtl="0" fontAlgn="base">
        <a:spcBef>
          <a:spcPct val="20000"/>
        </a:spcBef>
        <a:spcAft>
          <a:spcPct val="0"/>
        </a:spcAft>
        <a:buChar char="»"/>
        <a:defRPr sz="1600">
          <a:solidFill>
            <a:schemeClr val="tx1"/>
          </a:solidFill>
          <a:latin typeface="+mn-lt"/>
          <a:cs typeface="+mn-cs"/>
        </a:defRPr>
      </a:lvl6pPr>
      <a:lvl7pPr marL="2971800" indent="-228600" algn="l" rtl="0" fontAlgn="base">
        <a:spcBef>
          <a:spcPct val="20000"/>
        </a:spcBef>
        <a:spcAft>
          <a:spcPct val="0"/>
        </a:spcAft>
        <a:buChar char="»"/>
        <a:defRPr sz="1600">
          <a:solidFill>
            <a:schemeClr val="tx1"/>
          </a:solidFill>
          <a:latin typeface="+mn-lt"/>
          <a:cs typeface="+mn-cs"/>
        </a:defRPr>
      </a:lvl7pPr>
      <a:lvl8pPr marL="3429000" indent="-228600" algn="l" rtl="0" fontAlgn="base">
        <a:spcBef>
          <a:spcPct val="20000"/>
        </a:spcBef>
        <a:spcAft>
          <a:spcPct val="0"/>
        </a:spcAft>
        <a:buChar char="»"/>
        <a:defRPr sz="1600">
          <a:solidFill>
            <a:schemeClr val="tx1"/>
          </a:solidFill>
          <a:latin typeface="+mn-lt"/>
          <a:cs typeface="+mn-cs"/>
        </a:defRPr>
      </a:lvl8pPr>
      <a:lvl9pPr marL="3886200" indent="-228600" algn="l" rtl="0" fontAlgn="base">
        <a:spcBef>
          <a:spcPct val="20000"/>
        </a:spcBef>
        <a:spcAft>
          <a:spcPct val="0"/>
        </a:spcAft>
        <a:buChar char="»"/>
        <a:defRPr sz="16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oleObject" Target="../embeddings/oleObject4.bin"/><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4.wmf"/><Relationship Id="rId5" Type="http://schemas.openxmlformats.org/officeDocument/2006/relationships/oleObject" Target="../embeddings/oleObject2.bin"/><Relationship Id="rId10" Type="http://schemas.openxmlformats.org/officeDocument/2006/relationships/oleObject" Target="../embeddings/oleObject6.bin"/><Relationship Id="rId4" Type="http://schemas.openxmlformats.org/officeDocument/2006/relationships/image" Target="../media/image3.wmf"/><Relationship Id="rId9" Type="http://schemas.openxmlformats.org/officeDocument/2006/relationships/oleObject" Target="../embeddings/oleObject5.bin"/></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5.emf"/></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5.emf"/></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5.em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2.emf"/><Relationship Id="rId1" Type="http://schemas.openxmlformats.org/officeDocument/2006/relationships/slideLayout" Target="../slideLayouts/slideLayout2.xml"/><Relationship Id="rId4" Type="http://schemas.openxmlformats.org/officeDocument/2006/relationships/image" Target="../media/image11.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39"/>
          <p:cNvSpPr>
            <a:spLocks noGrp="1" noChangeArrowheads="1"/>
          </p:cNvSpPr>
          <p:nvPr>
            <p:ph type="ctrTitle"/>
          </p:nvPr>
        </p:nvSpPr>
        <p:spPr>
          <a:xfrm>
            <a:off x="304800" y="-369887"/>
            <a:ext cx="8686800" cy="1752600"/>
          </a:xfrm>
          <a:ln>
            <a:miter lim="800000"/>
            <a:headEnd/>
            <a:tailEnd/>
          </a:ln>
        </p:spPr>
        <p:txBody>
          <a:bodyPr/>
          <a:lstStyle/>
          <a:p>
            <a:r>
              <a:rPr lang="en-US" sz="4000" b="1" dirty="0">
                <a:solidFill>
                  <a:srgbClr val="000000"/>
                </a:solidFill>
                <a:latin typeface="Times New Roman" charset="0"/>
                <a:cs typeface="ＭＳ Ｐゴシック" charset="0"/>
              </a:rPr>
              <a:t>Intro to Linear programming</a:t>
            </a:r>
          </a:p>
        </p:txBody>
      </p:sp>
      <p:pic>
        <p:nvPicPr>
          <p:cNvPr id="17410" name="Picture 9" descr="compsust-wb-18.tiff"/>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905000" y="1676400"/>
            <a:ext cx="5638800" cy="2540000"/>
          </a:xfrm>
          <a:prstGeom prst="rect">
            <a:avLst/>
          </a:prstGeom>
          <a:noFill/>
          <a:ln w="9525">
            <a:solidFill>
              <a:schemeClr val="tx2"/>
            </a:solidFill>
            <a:miter lim="800000"/>
            <a:headEnd/>
            <a:tailEnd/>
          </a:ln>
          <a:extLst>
            <a:ext uri="{909E8E84-426E-40dd-AFC4-6F175D3DCCD1}">
              <a14:hiddenFill xmlns:a14="http://schemas.microsoft.com/office/drawing/2010/main" xmlns="">
                <a:solidFill>
                  <a:srgbClr val="FFFFFF"/>
                </a:solidFill>
              </a14:hiddenFill>
            </a:ext>
          </a:extLst>
        </p:spPr>
      </p:pic>
      <p:pic>
        <p:nvPicPr>
          <p:cNvPr id="17411" name="Picture 13" descr="j04401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 y="304800"/>
            <a:ext cx="1046163" cy="10779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7412" name="Rectangle 1"/>
          <p:cNvSpPr>
            <a:spLocks noChangeArrowheads="1"/>
          </p:cNvSpPr>
          <p:nvPr/>
        </p:nvSpPr>
        <p:spPr bwMode="auto">
          <a:xfrm>
            <a:off x="1905000" y="4648200"/>
            <a:ext cx="7010400" cy="163121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algn="r" defTabSz="914400" fontAlgn="base">
              <a:spcBef>
                <a:spcPct val="0"/>
              </a:spcBef>
              <a:spcAft>
                <a:spcPct val="0"/>
              </a:spcAft>
            </a:pPr>
            <a:endParaRPr lang="en-US" sz="2000" b="1" dirty="0" smtClean="0">
              <a:solidFill>
                <a:srgbClr val="000000"/>
              </a:solidFill>
              <a:latin typeface="Times New Roman" charset="0"/>
              <a:ea typeface="ＭＳ Ｐゴシック" charset="0"/>
              <a:cs typeface="ＭＳ Ｐゴシック" charset="0"/>
            </a:endParaRPr>
          </a:p>
          <a:p>
            <a:pPr algn="r" defTabSz="914400" fontAlgn="base">
              <a:spcBef>
                <a:spcPct val="0"/>
              </a:spcBef>
              <a:spcAft>
                <a:spcPct val="0"/>
              </a:spcAft>
            </a:pPr>
            <a:r>
              <a:rPr lang="en-US" sz="2000" b="1" dirty="0" smtClean="0">
                <a:solidFill>
                  <a:srgbClr val="000000"/>
                </a:solidFill>
                <a:latin typeface="Times New Roman" charset="0"/>
                <a:ea typeface="ＭＳ Ｐゴシック" charset="0"/>
                <a:cs typeface="ＭＳ Ｐゴシック" charset="0"/>
              </a:rPr>
              <a:t>Optimization:</a:t>
            </a:r>
          </a:p>
          <a:p>
            <a:pPr algn="r" defTabSz="914400" fontAlgn="base">
              <a:spcBef>
                <a:spcPct val="0"/>
              </a:spcBef>
              <a:spcAft>
                <a:spcPct val="0"/>
              </a:spcAft>
            </a:pPr>
            <a:r>
              <a:rPr lang="en-US" sz="2000" b="1" dirty="0" smtClean="0">
                <a:solidFill>
                  <a:srgbClr val="000000"/>
                </a:solidFill>
                <a:latin typeface="Times New Roman" charset="0"/>
                <a:ea typeface="ＭＳ Ｐゴシック" charset="0"/>
                <a:cs typeface="ＭＳ Ｐゴシック" charset="0"/>
              </a:rPr>
              <a:t>Intro to Linear programming</a:t>
            </a:r>
          </a:p>
          <a:p>
            <a:pPr algn="r" defTabSz="914400" fontAlgn="base">
              <a:spcBef>
                <a:spcPct val="0"/>
              </a:spcBef>
              <a:spcAft>
                <a:spcPct val="0"/>
              </a:spcAft>
            </a:pPr>
            <a:endParaRPr lang="en-US" sz="2000" b="1" dirty="0" smtClean="0">
              <a:solidFill>
                <a:srgbClr val="000000"/>
              </a:solidFill>
              <a:latin typeface="Times New Roman" charset="0"/>
              <a:ea typeface="ＭＳ Ｐゴシック" charset="0"/>
              <a:cs typeface="ＭＳ Ｐゴシック" charset="0"/>
            </a:endParaRPr>
          </a:p>
          <a:p>
            <a:pPr defTabSz="914400" fontAlgn="base">
              <a:spcBef>
                <a:spcPct val="0"/>
              </a:spcBef>
              <a:spcAft>
                <a:spcPct val="0"/>
              </a:spcAft>
            </a:pPr>
            <a:endParaRPr lang="en-US" sz="2000" b="1" dirty="0" smtClean="0">
              <a:solidFill>
                <a:srgbClr val="000000"/>
              </a:solidFill>
              <a:latin typeface="Times New Roman" charset="0"/>
              <a:ea typeface="ＭＳ Ｐゴシック" charset="0"/>
              <a:cs typeface="ＭＳ Ｐゴシック" charset="0"/>
            </a:endParaRPr>
          </a:p>
        </p:txBody>
      </p:sp>
    </p:spTree>
    <p:extLst>
      <p:ext uri="{BB962C8B-B14F-4D97-AF65-F5344CB8AC3E}">
        <p14:creationId xmlns:p14="http://schemas.microsoft.com/office/powerpoint/2010/main" val="2585403261"/>
      </p:ext>
    </p:extLst>
  </p:cSld>
  <p:clrMapOvr>
    <a:masterClrMapping/>
  </p:clrMapOvr>
  <p:transition spd="slow"/>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ChangeArrowheads="1"/>
          </p:cNvSpPr>
          <p:nvPr>
            <p:ph type="title"/>
          </p:nvPr>
        </p:nvSpPr>
        <p:spPr/>
        <p:txBody>
          <a:bodyPr/>
          <a:lstStyle/>
          <a:p>
            <a:r>
              <a:rPr lang="en-US" dirty="0" smtClean="0"/>
              <a:t>Optimization:</a:t>
            </a:r>
            <a:br>
              <a:rPr lang="en-US" dirty="0" smtClean="0"/>
            </a:br>
            <a:r>
              <a:rPr lang="en-US" dirty="0" smtClean="0"/>
              <a:t>Mathematical </a:t>
            </a:r>
            <a:r>
              <a:rPr lang="en-US" dirty="0"/>
              <a:t>Program</a:t>
            </a:r>
          </a:p>
        </p:txBody>
      </p:sp>
      <p:sp>
        <p:nvSpPr>
          <p:cNvPr id="95235" name="Rectangle 3"/>
          <p:cNvSpPr>
            <a:spLocks noGrp="1" noChangeArrowheads="1"/>
          </p:cNvSpPr>
          <p:nvPr>
            <p:ph type="body" idx="1"/>
          </p:nvPr>
        </p:nvSpPr>
        <p:spPr/>
        <p:txBody>
          <a:bodyPr/>
          <a:lstStyle/>
          <a:p>
            <a:r>
              <a:rPr lang="en-US" sz="2800" dirty="0">
                <a:latin typeface="Times New Roman"/>
                <a:cs typeface="Times New Roman"/>
              </a:rPr>
              <a:t>Optimization problem in which the objective and constraints are given as mathematical functions and functional relationships. </a:t>
            </a:r>
          </a:p>
          <a:p>
            <a:pPr marL="0" indent="0">
              <a:buNone/>
            </a:pPr>
            <a:r>
              <a:rPr lang="en-US" sz="2800" dirty="0" smtClean="0">
                <a:latin typeface="Times New Roman"/>
                <a:cs typeface="Times New Roman"/>
              </a:rPr>
              <a:t>Minimize f(x</a:t>
            </a:r>
            <a:r>
              <a:rPr lang="en-US" sz="2800" baseline="-25000" dirty="0" smtClean="0">
                <a:latin typeface="Times New Roman"/>
                <a:cs typeface="Times New Roman"/>
              </a:rPr>
              <a:t>1</a:t>
            </a:r>
            <a:r>
              <a:rPr lang="en-US" sz="2800" dirty="0">
                <a:latin typeface="Times New Roman"/>
                <a:cs typeface="Times New Roman"/>
              </a:rPr>
              <a:t>, x</a:t>
            </a:r>
            <a:r>
              <a:rPr lang="en-US" sz="2800" baseline="-25000" dirty="0">
                <a:latin typeface="Times New Roman"/>
                <a:cs typeface="Times New Roman"/>
              </a:rPr>
              <a:t>2</a:t>
            </a:r>
            <a:r>
              <a:rPr lang="en-US" sz="2800" dirty="0">
                <a:latin typeface="Times New Roman"/>
                <a:cs typeface="Times New Roman"/>
              </a:rPr>
              <a:t>, …, </a:t>
            </a:r>
            <a:r>
              <a:rPr lang="en-US" sz="2800" dirty="0" err="1">
                <a:latin typeface="Times New Roman"/>
                <a:cs typeface="Times New Roman"/>
              </a:rPr>
              <a:t>x</a:t>
            </a:r>
            <a:r>
              <a:rPr lang="en-US" sz="2800" baseline="-25000" dirty="0" err="1">
                <a:latin typeface="Times New Roman"/>
                <a:cs typeface="Times New Roman"/>
              </a:rPr>
              <a:t>n</a:t>
            </a:r>
            <a:r>
              <a:rPr lang="en-US" sz="2800" dirty="0" smtClean="0">
                <a:latin typeface="Times New Roman"/>
                <a:cs typeface="Times New Roman"/>
              </a:rPr>
              <a:t>) </a:t>
            </a:r>
          </a:p>
          <a:p>
            <a:pPr marL="0" indent="0">
              <a:buNone/>
            </a:pPr>
            <a:r>
              <a:rPr lang="en-US" sz="2800" dirty="0">
                <a:latin typeface="Times New Roman"/>
                <a:cs typeface="Times New Roman"/>
              </a:rPr>
              <a:t>S</a:t>
            </a:r>
            <a:r>
              <a:rPr lang="en-US" sz="2800" dirty="0" smtClean="0">
                <a:latin typeface="Times New Roman"/>
                <a:cs typeface="Times New Roman"/>
              </a:rPr>
              <a:t>ubject </a:t>
            </a:r>
            <a:r>
              <a:rPr lang="en-US" sz="2800" dirty="0">
                <a:latin typeface="Times New Roman"/>
                <a:cs typeface="Times New Roman"/>
              </a:rPr>
              <a:t>to:</a:t>
            </a:r>
          </a:p>
          <a:p>
            <a:pPr lvl="4">
              <a:buFontTx/>
              <a:buNone/>
            </a:pPr>
            <a:r>
              <a:rPr lang="en-US" sz="2800" dirty="0">
                <a:latin typeface="Times New Roman"/>
                <a:cs typeface="Times New Roman"/>
              </a:rPr>
              <a:t>   g</a:t>
            </a:r>
            <a:r>
              <a:rPr lang="en-US" sz="2800" baseline="-25000" dirty="0">
                <a:latin typeface="Times New Roman"/>
                <a:cs typeface="Times New Roman"/>
              </a:rPr>
              <a:t>1</a:t>
            </a:r>
            <a:r>
              <a:rPr lang="en-US" sz="2800" dirty="0">
                <a:latin typeface="Times New Roman"/>
                <a:cs typeface="Times New Roman"/>
              </a:rPr>
              <a:t>(x</a:t>
            </a:r>
            <a:r>
              <a:rPr lang="en-US" sz="2800" baseline="-25000" dirty="0">
                <a:latin typeface="Times New Roman"/>
                <a:cs typeface="Times New Roman"/>
              </a:rPr>
              <a:t>1</a:t>
            </a:r>
            <a:r>
              <a:rPr lang="en-US" sz="2800" dirty="0">
                <a:latin typeface="Times New Roman"/>
                <a:cs typeface="Times New Roman"/>
              </a:rPr>
              <a:t>, x</a:t>
            </a:r>
            <a:r>
              <a:rPr lang="en-US" sz="2800" baseline="-25000" dirty="0">
                <a:latin typeface="Times New Roman"/>
                <a:cs typeface="Times New Roman"/>
              </a:rPr>
              <a:t>2</a:t>
            </a:r>
            <a:r>
              <a:rPr lang="en-US" sz="2800" dirty="0">
                <a:latin typeface="Times New Roman"/>
                <a:cs typeface="Times New Roman"/>
              </a:rPr>
              <a:t>, …, </a:t>
            </a:r>
            <a:r>
              <a:rPr lang="en-US" sz="2800" dirty="0" err="1">
                <a:latin typeface="Times New Roman"/>
                <a:cs typeface="Times New Roman"/>
              </a:rPr>
              <a:t>x</a:t>
            </a:r>
            <a:r>
              <a:rPr lang="en-US" sz="2800" baseline="-25000" dirty="0" err="1">
                <a:latin typeface="Times New Roman"/>
                <a:cs typeface="Times New Roman"/>
              </a:rPr>
              <a:t>n</a:t>
            </a:r>
            <a:r>
              <a:rPr lang="en-US" sz="2800" dirty="0">
                <a:latin typeface="Times New Roman"/>
                <a:cs typeface="Times New Roman"/>
              </a:rPr>
              <a:t>)  = </a:t>
            </a:r>
            <a:r>
              <a:rPr lang="en-US" sz="2800" dirty="0" smtClean="0">
                <a:latin typeface="Times New Roman"/>
                <a:cs typeface="Times New Roman"/>
              </a:rPr>
              <a:t>,     ,       </a:t>
            </a:r>
            <a:r>
              <a:rPr lang="en-US" sz="2800" dirty="0">
                <a:latin typeface="Times New Roman"/>
                <a:cs typeface="Times New Roman"/>
              </a:rPr>
              <a:t>b</a:t>
            </a:r>
            <a:r>
              <a:rPr lang="en-US" sz="2800" baseline="-25000" dirty="0">
                <a:latin typeface="Times New Roman"/>
                <a:cs typeface="Times New Roman"/>
              </a:rPr>
              <a:t>1</a:t>
            </a:r>
          </a:p>
        </p:txBody>
      </p:sp>
      <p:sp>
        <p:nvSpPr>
          <p:cNvPr id="95236" name="Text Box 4"/>
          <p:cNvSpPr txBox="1">
            <a:spLocks noChangeArrowheads="1"/>
          </p:cNvSpPr>
          <p:nvPr/>
        </p:nvSpPr>
        <p:spPr bwMode="auto">
          <a:xfrm>
            <a:off x="2651125" y="5680075"/>
            <a:ext cx="48895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r>
              <a:rPr lang="en-US"/>
              <a:t>…</a:t>
            </a:r>
          </a:p>
        </p:txBody>
      </p:sp>
      <p:grpSp>
        <p:nvGrpSpPr>
          <p:cNvPr id="95237" name="Group 5"/>
          <p:cNvGrpSpPr>
            <a:grpSpLocks/>
          </p:cNvGrpSpPr>
          <p:nvPr/>
        </p:nvGrpSpPr>
        <p:grpSpPr bwMode="auto">
          <a:xfrm>
            <a:off x="5486400" y="4125913"/>
            <a:ext cx="768350" cy="279400"/>
            <a:chOff x="3552" y="2863"/>
            <a:chExt cx="484" cy="176"/>
          </a:xfrm>
        </p:grpSpPr>
        <p:graphicFrame>
          <p:nvGraphicFramePr>
            <p:cNvPr id="95238" name="Object 6"/>
            <p:cNvGraphicFramePr>
              <a:graphicFrameLocks noChangeAspect="1"/>
            </p:cNvGraphicFramePr>
            <p:nvPr>
              <p:extLst>
                <p:ext uri="{D42A27DB-BD31-4B8C-83A1-F6EECF244321}">
                  <p14:modId xmlns:p14="http://schemas.microsoft.com/office/powerpoint/2010/main" val="764341719"/>
                </p:ext>
              </p:extLst>
            </p:nvPr>
          </p:nvGraphicFramePr>
          <p:xfrm>
            <a:off x="3552" y="2863"/>
            <a:ext cx="144" cy="176"/>
          </p:xfrm>
          <a:graphic>
            <a:graphicData uri="http://schemas.openxmlformats.org/presentationml/2006/ole">
              <mc:AlternateContent xmlns:mc="http://schemas.openxmlformats.org/markup-compatibility/2006">
                <mc:Choice xmlns:v="urn:schemas-microsoft-com:vml" Requires="v">
                  <p:oleObj spid="_x0000_s4910" name="Equation" r:id="rId3" imgW="228600" imgH="279360" progId="Equation.3">
                    <p:embed/>
                  </p:oleObj>
                </mc:Choice>
                <mc:Fallback>
                  <p:oleObj name="Equation" r:id="rId3" imgW="228600" imgH="27936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52" y="2863"/>
                          <a:ext cx="144" cy="176"/>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95239" name="Object 7"/>
            <p:cNvGraphicFramePr>
              <a:graphicFrameLocks noChangeAspect="1"/>
            </p:cNvGraphicFramePr>
            <p:nvPr>
              <p:extLst>
                <p:ext uri="{D42A27DB-BD31-4B8C-83A1-F6EECF244321}">
                  <p14:modId xmlns:p14="http://schemas.microsoft.com/office/powerpoint/2010/main" val="3948260218"/>
                </p:ext>
              </p:extLst>
            </p:nvPr>
          </p:nvGraphicFramePr>
          <p:xfrm>
            <a:off x="3892" y="2863"/>
            <a:ext cx="144" cy="176"/>
          </p:xfrm>
          <a:graphic>
            <a:graphicData uri="http://schemas.openxmlformats.org/presentationml/2006/ole">
              <mc:AlternateContent xmlns:mc="http://schemas.openxmlformats.org/markup-compatibility/2006">
                <mc:Choice xmlns:v="urn:schemas-microsoft-com:vml" Requires="v">
                  <p:oleObj spid="_x0000_s4911" name="Equation" r:id="rId5" imgW="228600" imgH="279360" progId="Equation.3">
                    <p:embed/>
                  </p:oleObj>
                </mc:Choice>
                <mc:Fallback>
                  <p:oleObj name="Equation" r:id="rId5" imgW="228600" imgH="27936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92" y="2863"/>
                          <a:ext cx="144" cy="176"/>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oleObj>
                </mc:Fallback>
              </mc:AlternateContent>
            </a:graphicData>
          </a:graphic>
        </p:graphicFrame>
      </p:grpSp>
      <p:grpSp>
        <p:nvGrpSpPr>
          <p:cNvPr id="95240" name="Group 8"/>
          <p:cNvGrpSpPr>
            <a:grpSpLocks/>
          </p:cNvGrpSpPr>
          <p:nvPr/>
        </p:nvGrpSpPr>
        <p:grpSpPr bwMode="auto">
          <a:xfrm>
            <a:off x="5943600" y="5181600"/>
            <a:ext cx="685800" cy="279400"/>
            <a:chOff x="3696" y="2832"/>
            <a:chExt cx="432" cy="176"/>
          </a:xfrm>
        </p:grpSpPr>
        <p:graphicFrame>
          <p:nvGraphicFramePr>
            <p:cNvPr id="95241" name="Object 9"/>
            <p:cNvGraphicFramePr>
              <a:graphicFrameLocks noChangeAspect="1"/>
            </p:cNvGraphicFramePr>
            <p:nvPr/>
          </p:nvGraphicFramePr>
          <p:xfrm>
            <a:off x="3696" y="2832"/>
            <a:ext cx="144" cy="176"/>
          </p:xfrm>
          <a:graphic>
            <a:graphicData uri="http://schemas.openxmlformats.org/presentationml/2006/ole">
              <mc:AlternateContent xmlns:mc="http://schemas.openxmlformats.org/markup-compatibility/2006">
                <mc:Choice xmlns:v="urn:schemas-microsoft-com:vml" Requires="v">
                  <p:oleObj spid="_x0000_s4912" name="Equation" r:id="rId7" imgW="228600" imgH="279360" progId="Equation.3">
                    <p:embed/>
                  </p:oleObj>
                </mc:Choice>
                <mc:Fallback>
                  <p:oleObj name="Equation" r:id="rId7" imgW="228600" imgH="27936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96" y="2832"/>
                          <a:ext cx="144" cy="176"/>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95242" name="Object 10"/>
            <p:cNvGraphicFramePr>
              <a:graphicFrameLocks noChangeAspect="1"/>
            </p:cNvGraphicFramePr>
            <p:nvPr/>
          </p:nvGraphicFramePr>
          <p:xfrm>
            <a:off x="3984" y="2832"/>
            <a:ext cx="144" cy="176"/>
          </p:xfrm>
          <a:graphic>
            <a:graphicData uri="http://schemas.openxmlformats.org/presentationml/2006/ole">
              <mc:AlternateContent xmlns:mc="http://schemas.openxmlformats.org/markup-compatibility/2006">
                <mc:Choice xmlns:v="urn:schemas-microsoft-com:vml" Requires="v">
                  <p:oleObj spid="_x0000_s4913" name="Equation" r:id="rId8" imgW="228600" imgH="279360" progId="Equation.3">
                    <p:embed/>
                  </p:oleObj>
                </mc:Choice>
                <mc:Fallback>
                  <p:oleObj name="Equation" r:id="rId8" imgW="228600" imgH="27936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84" y="2832"/>
                          <a:ext cx="144" cy="176"/>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oleObj>
                </mc:Fallback>
              </mc:AlternateContent>
            </a:graphicData>
          </a:graphic>
        </p:graphicFrame>
      </p:grpSp>
      <p:grpSp>
        <p:nvGrpSpPr>
          <p:cNvPr id="95243" name="Group 11"/>
          <p:cNvGrpSpPr>
            <a:grpSpLocks/>
          </p:cNvGrpSpPr>
          <p:nvPr/>
        </p:nvGrpSpPr>
        <p:grpSpPr bwMode="auto">
          <a:xfrm>
            <a:off x="6104467" y="6087533"/>
            <a:ext cx="685800" cy="279400"/>
            <a:chOff x="3696" y="2832"/>
            <a:chExt cx="432" cy="176"/>
          </a:xfrm>
        </p:grpSpPr>
        <p:graphicFrame>
          <p:nvGraphicFramePr>
            <p:cNvPr id="95244" name="Object 12"/>
            <p:cNvGraphicFramePr>
              <a:graphicFrameLocks noChangeAspect="1"/>
            </p:cNvGraphicFramePr>
            <p:nvPr/>
          </p:nvGraphicFramePr>
          <p:xfrm>
            <a:off x="3696" y="2832"/>
            <a:ext cx="144" cy="176"/>
          </p:xfrm>
          <a:graphic>
            <a:graphicData uri="http://schemas.openxmlformats.org/presentationml/2006/ole">
              <mc:AlternateContent xmlns:mc="http://schemas.openxmlformats.org/markup-compatibility/2006">
                <mc:Choice xmlns:v="urn:schemas-microsoft-com:vml" Requires="v">
                  <p:oleObj spid="_x0000_s4914" name="Equation" r:id="rId9" imgW="228600" imgH="279360" progId="Equation.3">
                    <p:embed/>
                  </p:oleObj>
                </mc:Choice>
                <mc:Fallback>
                  <p:oleObj name="Equation" r:id="rId9" imgW="228600" imgH="27936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96" y="2832"/>
                          <a:ext cx="144" cy="176"/>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95245" name="Object 13"/>
            <p:cNvGraphicFramePr>
              <a:graphicFrameLocks noChangeAspect="1"/>
            </p:cNvGraphicFramePr>
            <p:nvPr/>
          </p:nvGraphicFramePr>
          <p:xfrm>
            <a:off x="3984" y="2832"/>
            <a:ext cx="144" cy="176"/>
          </p:xfrm>
          <a:graphic>
            <a:graphicData uri="http://schemas.openxmlformats.org/presentationml/2006/ole">
              <mc:AlternateContent xmlns:mc="http://schemas.openxmlformats.org/markup-compatibility/2006">
                <mc:Choice xmlns:v="urn:schemas-microsoft-com:vml" Requires="v">
                  <p:oleObj spid="_x0000_s4915" name="Equation" r:id="rId10" imgW="228600" imgH="279360" progId="Equation.3">
                    <p:embed/>
                  </p:oleObj>
                </mc:Choice>
                <mc:Fallback>
                  <p:oleObj name="Equation" r:id="rId10" imgW="228600" imgH="27936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84" y="2832"/>
                          <a:ext cx="144" cy="176"/>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oleObj>
                </mc:Fallback>
              </mc:AlternateContent>
            </a:graphicData>
          </a:graphic>
        </p:graphicFrame>
      </p:grpSp>
      <p:sp>
        <p:nvSpPr>
          <p:cNvPr id="95246" name="Rectangle 14"/>
          <p:cNvSpPr>
            <a:spLocks noChangeArrowheads="1"/>
          </p:cNvSpPr>
          <p:nvPr/>
        </p:nvSpPr>
        <p:spPr bwMode="auto">
          <a:xfrm>
            <a:off x="2676525" y="5029200"/>
            <a:ext cx="4639412" cy="5232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r>
              <a:rPr lang="en-US" sz="2800" dirty="0">
                <a:latin typeface="Times New Roman"/>
                <a:cs typeface="Times New Roman"/>
              </a:rPr>
              <a:t>g</a:t>
            </a:r>
            <a:r>
              <a:rPr lang="en-US" sz="2800" baseline="-25000" dirty="0">
                <a:latin typeface="Times New Roman"/>
                <a:cs typeface="Times New Roman"/>
              </a:rPr>
              <a:t>2</a:t>
            </a:r>
            <a:r>
              <a:rPr lang="en-US" sz="2800" dirty="0">
                <a:latin typeface="Times New Roman"/>
                <a:cs typeface="Times New Roman"/>
              </a:rPr>
              <a:t>(x</a:t>
            </a:r>
            <a:r>
              <a:rPr lang="en-US" sz="2800" baseline="-25000" dirty="0">
                <a:latin typeface="Times New Roman"/>
                <a:cs typeface="Times New Roman"/>
              </a:rPr>
              <a:t>1</a:t>
            </a:r>
            <a:r>
              <a:rPr lang="en-US" sz="2800" dirty="0">
                <a:latin typeface="Times New Roman"/>
                <a:cs typeface="Times New Roman"/>
              </a:rPr>
              <a:t>, x</a:t>
            </a:r>
            <a:r>
              <a:rPr lang="en-US" sz="2800" baseline="-25000" dirty="0">
                <a:latin typeface="Times New Roman"/>
                <a:cs typeface="Times New Roman"/>
              </a:rPr>
              <a:t>2</a:t>
            </a:r>
            <a:r>
              <a:rPr lang="en-US" sz="2800" dirty="0">
                <a:latin typeface="Times New Roman"/>
                <a:cs typeface="Times New Roman"/>
              </a:rPr>
              <a:t>, …, </a:t>
            </a:r>
            <a:r>
              <a:rPr lang="en-US" sz="2800" dirty="0" err="1">
                <a:latin typeface="Times New Roman"/>
                <a:cs typeface="Times New Roman"/>
              </a:rPr>
              <a:t>x</a:t>
            </a:r>
            <a:r>
              <a:rPr lang="en-US" sz="2800" baseline="-25000" dirty="0" err="1">
                <a:latin typeface="Times New Roman"/>
                <a:cs typeface="Times New Roman"/>
              </a:rPr>
              <a:t>n</a:t>
            </a:r>
            <a:r>
              <a:rPr lang="en-US" sz="2800" dirty="0">
                <a:latin typeface="Times New Roman"/>
                <a:cs typeface="Times New Roman"/>
              </a:rPr>
              <a:t>)  = ,    </a:t>
            </a:r>
            <a:r>
              <a:rPr lang="en-US" sz="2800" dirty="0" smtClean="0">
                <a:latin typeface="Times New Roman"/>
                <a:cs typeface="Times New Roman"/>
              </a:rPr>
              <a:t>  </a:t>
            </a:r>
            <a:r>
              <a:rPr lang="en-US" sz="2800" dirty="0">
                <a:latin typeface="Times New Roman"/>
                <a:cs typeface="Times New Roman"/>
              </a:rPr>
              <a:t>,       b</a:t>
            </a:r>
            <a:r>
              <a:rPr lang="en-US" sz="2800" baseline="-25000" dirty="0">
                <a:latin typeface="Times New Roman"/>
                <a:cs typeface="Times New Roman"/>
              </a:rPr>
              <a:t>2</a:t>
            </a:r>
          </a:p>
        </p:txBody>
      </p:sp>
      <p:sp>
        <p:nvSpPr>
          <p:cNvPr id="95247" name="Rectangle 15"/>
          <p:cNvSpPr>
            <a:spLocks noChangeArrowheads="1"/>
          </p:cNvSpPr>
          <p:nvPr/>
        </p:nvSpPr>
        <p:spPr bwMode="auto">
          <a:xfrm>
            <a:off x="2802467" y="5887509"/>
            <a:ext cx="4860626" cy="5232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r>
              <a:rPr lang="en-US" sz="2800" dirty="0">
                <a:latin typeface="Times New Roman"/>
                <a:cs typeface="Times New Roman"/>
              </a:rPr>
              <a:t>g</a:t>
            </a:r>
            <a:r>
              <a:rPr lang="en-US" sz="2800" baseline="-25000" dirty="0">
                <a:latin typeface="Times New Roman"/>
                <a:cs typeface="Times New Roman"/>
              </a:rPr>
              <a:t>m</a:t>
            </a:r>
            <a:r>
              <a:rPr lang="en-US" sz="2800" dirty="0">
                <a:latin typeface="Times New Roman"/>
                <a:cs typeface="Times New Roman"/>
              </a:rPr>
              <a:t>(x</a:t>
            </a:r>
            <a:r>
              <a:rPr lang="en-US" sz="2800" baseline="-25000" dirty="0">
                <a:latin typeface="Times New Roman"/>
                <a:cs typeface="Times New Roman"/>
              </a:rPr>
              <a:t>1</a:t>
            </a:r>
            <a:r>
              <a:rPr lang="en-US" sz="2800" dirty="0">
                <a:latin typeface="Times New Roman"/>
                <a:cs typeface="Times New Roman"/>
              </a:rPr>
              <a:t>, x</a:t>
            </a:r>
            <a:r>
              <a:rPr lang="en-US" sz="2800" baseline="-25000" dirty="0">
                <a:latin typeface="Times New Roman"/>
                <a:cs typeface="Times New Roman"/>
              </a:rPr>
              <a:t>2</a:t>
            </a:r>
            <a:r>
              <a:rPr lang="en-US" sz="2800" dirty="0">
                <a:latin typeface="Times New Roman"/>
                <a:cs typeface="Times New Roman"/>
              </a:rPr>
              <a:t>, …, </a:t>
            </a:r>
            <a:r>
              <a:rPr lang="en-US" sz="2800" dirty="0" err="1">
                <a:latin typeface="Times New Roman"/>
                <a:cs typeface="Times New Roman"/>
              </a:rPr>
              <a:t>x</a:t>
            </a:r>
            <a:r>
              <a:rPr lang="en-US" sz="2800" baseline="-25000" dirty="0" err="1">
                <a:latin typeface="Times New Roman"/>
                <a:cs typeface="Times New Roman"/>
              </a:rPr>
              <a:t>n</a:t>
            </a:r>
            <a:r>
              <a:rPr lang="en-US" sz="2800" dirty="0">
                <a:latin typeface="Times New Roman"/>
                <a:cs typeface="Times New Roman"/>
              </a:rPr>
              <a:t>)  = ,  </a:t>
            </a:r>
            <a:r>
              <a:rPr lang="en-US" sz="2800" dirty="0" smtClean="0">
                <a:latin typeface="Times New Roman"/>
                <a:cs typeface="Times New Roman"/>
              </a:rPr>
              <a:t>     </a:t>
            </a:r>
            <a:r>
              <a:rPr lang="en-US" sz="2800" dirty="0">
                <a:latin typeface="Times New Roman"/>
                <a:cs typeface="Times New Roman"/>
              </a:rPr>
              <a:t>,       </a:t>
            </a:r>
            <a:r>
              <a:rPr lang="en-US" sz="2800" dirty="0" err="1">
                <a:latin typeface="Times New Roman"/>
                <a:cs typeface="Times New Roman"/>
              </a:rPr>
              <a:t>b</a:t>
            </a:r>
            <a:r>
              <a:rPr lang="en-US" sz="2800" baseline="-25000" dirty="0" err="1">
                <a:latin typeface="Times New Roman"/>
                <a:cs typeface="Times New Roman"/>
              </a:rPr>
              <a:t>m</a:t>
            </a:r>
            <a:endParaRPr lang="en-US" sz="2800" baseline="-25000" dirty="0">
              <a:latin typeface="Times New Roman"/>
              <a:cs typeface="Times New Roman"/>
            </a:endParaRPr>
          </a:p>
        </p:txBody>
      </p:sp>
    </p:spTree>
    <p:extLst>
      <p:ext uri="{BB962C8B-B14F-4D97-AF65-F5344CB8AC3E}">
        <p14:creationId xmlns:p14="http://schemas.microsoft.com/office/powerpoint/2010/main" val="1978626914"/>
      </p:ext>
    </p:extLst>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noChangeArrowheads="1"/>
          </p:cNvSpPr>
          <p:nvPr>
            <p:ph type="title"/>
          </p:nvPr>
        </p:nvSpPr>
        <p:spPr/>
        <p:txBody>
          <a:bodyPr/>
          <a:lstStyle/>
          <a:p>
            <a:r>
              <a:rPr lang="en-US"/>
              <a:t>Linear Programming (LP)</a:t>
            </a:r>
          </a:p>
        </p:txBody>
      </p:sp>
      <p:sp>
        <p:nvSpPr>
          <p:cNvPr id="102403" name="Rectangle 3"/>
          <p:cNvSpPr>
            <a:spLocks noGrp="1" noChangeArrowheads="1"/>
          </p:cNvSpPr>
          <p:nvPr>
            <p:ph type="body" idx="1"/>
          </p:nvPr>
        </p:nvSpPr>
        <p:spPr/>
        <p:txBody>
          <a:bodyPr/>
          <a:lstStyle/>
          <a:p>
            <a:r>
              <a:rPr lang="en-US" sz="2800" dirty="0">
                <a:latin typeface="Times New Roman"/>
                <a:cs typeface="Times New Roman"/>
              </a:rPr>
              <a:t>Linear – </a:t>
            </a:r>
            <a:r>
              <a:rPr lang="en-US" sz="2000" dirty="0">
                <a:latin typeface="Times New Roman"/>
                <a:cs typeface="Times New Roman"/>
              </a:rPr>
              <a:t>all the functions are </a:t>
            </a:r>
            <a:r>
              <a:rPr lang="en-US" sz="2000" dirty="0" smtClean="0">
                <a:latin typeface="Times New Roman"/>
                <a:cs typeface="Times New Roman"/>
              </a:rPr>
              <a:t>linear</a:t>
            </a:r>
          </a:p>
          <a:p>
            <a:pPr marL="0" indent="0">
              <a:buNone/>
            </a:pPr>
            <a:r>
              <a:rPr lang="en-US" sz="2000" dirty="0" smtClean="0">
                <a:latin typeface="Times New Roman"/>
                <a:cs typeface="Times New Roman"/>
              </a:rPr>
              <a:t>Ex</a:t>
            </a:r>
            <a:r>
              <a:rPr lang="en-US" sz="2000" dirty="0">
                <a:latin typeface="Times New Roman"/>
                <a:cs typeface="Times New Roman"/>
              </a:rPr>
              <a:t>:</a:t>
            </a:r>
            <a:r>
              <a:rPr lang="en-US" sz="3600" dirty="0">
                <a:latin typeface="Times New Roman"/>
                <a:cs typeface="Times New Roman"/>
              </a:rPr>
              <a:t> </a:t>
            </a:r>
            <a:r>
              <a:rPr lang="en-US" sz="2800" dirty="0">
                <a:latin typeface="Times New Roman"/>
                <a:cs typeface="Times New Roman"/>
              </a:rPr>
              <a:t>f (x</a:t>
            </a:r>
            <a:r>
              <a:rPr lang="en-US" sz="2800" baseline="-25000" dirty="0">
                <a:latin typeface="Times New Roman"/>
                <a:cs typeface="Times New Roman"/>
              </a:rPr>
              <a:t>1</a:t>
            </a:r>
            <a:r>
              <a:rPr lang="en-US" sz="2800" dirty="0">
                <a:latin typeface="Times New Roman"/>
                <a:cs typeface="Times New Roman"/>
              </a:rPr>
              <a:t>, x</a:t>
            </a:r>
            <a:r>
              <a:rPr lang="en-US" sz="2800" baseline="-25000" dirty="0">
                <a:latin typeface="Times New Roman"/>
                <a:cs typeface="Times New Roman"/>
              </a:rPr>
              <a:t>2</a:t>
            </a:r>
            <a:r>
              <a:rPr lang="en-US" sz="2800" dirty="0">
                <a:latin typeface="Times New Roman"/>
                <a:cs typeface="Times New Roman"/>
              </a:rPr>
              <a:t>, …, </a:t>
            </a:r>
            <a:r>
              <a:rPr lang="en-US" sz="2800" dirty="0" err="1">
                <a:latin typeface="Times New Roman"/>
                <a:cs typeface="Times New Roman"/>
              </a:rPr>
              <a:t>x</a:t>
            </a:r>
            <a:r>
              <a:rPr lang="en-US" sz="2800" baseline="-25000" dirty="0" err="1">
                <a:latin typeface="Times New Roman"/>
                <a:cs typeface="Times New Roman"/>
              </a:rPr>
              <a:t>n</a:t>
            </a:r>
            <a:r>
              <a:rPr lang="en-US" sz="2800" dirty="0">
                <a:latin typeface="Times New Roman"/>
                <a:cs typeface="Times New Roman"/>
              </a:rPr>
              <a:t>)= c</a:t>
            </a:r>
            <a:r>
              <a:rPr lang="en-US" sz="2800" baseline="-25000" dirty="0">
                <a:latin typeface="Times New Roman"/>
                <a:cs typeface="Times New Roman"/>
              </a:rPr>
              <a:t>1</a:t>
            </a:r>
            <a:r>
              <a:rPr lang="en-US" sz="2800" dirty="0">
                <a:latin typeface="Times New Roman"/>
                <a:cs typeface="Times New Roman"/>
              </a:rPr>
              <a:t>x</a:t>
            </a:r>
            <a:r>
              <a:rPr lang="en-US" sz="2800" baseline="-25000" dirty="0">
                <a:latin typeface="Times New Roman"/>
                <a:cs typeface="Times New Roman"/>
              </a:rPr>
              <a:t>1</a:t>
            </a:r>
            <a:r>
              <a:rPr lang="en-US" sz="2800" dirty="0">
                <a:latin typeface="Times New Roman"/>
                <a:cs typeface="Times New Roman"/>
              </a:rPr>
              <a:t> + c</a:t>
            </a:r>
            <a:r>
              <a:rPr lang="en-US" sz="2800" baseline="-25000" dirty="0">
                <a:latin typeface="Times New Roman"/>
                <a:cs typeface="Times New Roman"/>
              </a:rPr>
              <a:t>2</a:t>
            </a:r>
            <a:r>
              <a:rPr lang="en-US" sz="2800" dirty="0">
                <a:latin typeface="Times New Roman"/>
                <a:cs typeface="Times New Roman"/>
              </a:rPr>
              <a:t> x</a:t>
            </a:r>
            <a:r>
              <a:rPr lang="en-US" sz="2800" baseline="-25000" dirty="0">
                <a:latin typeface="Times New Roman"/>
                <a:cs typeface="Times New Roman"/>
              </a:rPr>
              <a:t>2</a:t>
            </a:r>
            <a:r>
              <a:rPr lang="en-US" sz="2800" dirty="0">
                <a:latin typeface="Times New Roman"/>
                <a:cs typeface="Times New Roman"/>
              </a:rPr>
              <a:t> + … </a:t>
            </a:r>
            <a:r>
              <a:rPr lang="en-US" sz="2800" dirty="0" err="1">
                <a:latin typeface="Times New Roman"/>
                <a:cs typeface="Times New Roman"/>
              </a:rPr>
              <a:t>c</a:t>
            </a:r>
            <a:r>
              <a:rPr lang="en-US" sz="2800" baseline="-25000" dirty="0" err="1">
                <a:latin typeface="Times New Roman"/>
                <a:cs typeface="Times New Roman"/>
              </a:rPr>
              <a:t>n</a:t>
            </a:r>
            <a:r>
              <a:rPr lang="en-US" sz="2800" dirty="0">
                <a:latin typeface="Times New Roman"/>
                <a:cs typeface="Times New Roman"/>
              </a:rPr>
              <a:t> </a:t>
            </a:r>
            <a:r>
              <a:rPr lang="en-US" sz="2800" dirty="0" err="1">
                <a:latin typeface="Times New Roman"/>
                <a:cs typeface="Times New Roman"/>
              </a:rPr>
              <a:t>x</a:t>
            </a:r>
            <a:r>
              <a:rPr lang="en-US" sz="2800" baseline="-25000" dirty="0" err="1">
                <a:latin typeface="Times New Roman"/>
                <a:cs typeface="Times New Roman"/>
              </a:rPr>
              <a:t>n</a:t>
            </a:r>
            <a:endParaRPr lang="en-US" sz="2800" baseline="-25000" dirty="0">
              <a:latin typeface="Times New Roman"/>
              <a:cs typeface="Times New Roman"/>
            </a:endParaRPr>
          </a:p>
          <a:p>
            <a:pPr lvl="1">
              <a:buFontTx/>
              <a:buNone/>
            </a:pPr>
            <a:endParaRPr lang="en-US" dirty="0"/>
          </a:p>
          <a:p>
            <a:endParaRPr lang="en-US" sz="2000" dirty="0">
              <a:cs typeface="Times New Roman" charset="0"/>
            </a:endParaRPr>
          </a:p>
          <a:p>
            <a:r>
              <a:rPr lang="en-US" sz="2800" dirty="0">
                <a:latin typeface="Times New Roman"/>
                <a:cs typeface="Times New Roman"/>
              </a:rPr>
              <a:t>Programming – </a:t>
            </a:r>
            <a:r>
              <a:rPr lang="en-US" sz="2000" dirty="0">
                <a:latin typeface="Times New Roman"/>
                <a:cs typeface="Times New Roman"/>
              </a:rPr>
              <a:t>does not refer to computer programming but rather </a:t>
            </a:r>
            <a:r>
              <a:rPr lang="ja-JP" altLang="en-US" sz="2000" dirty="0">
                <a:latin typeface="Times New Roman"/>
                <a:cs typeface="Times New Roman"/>
              </a:rPr>
              <a:t>“</a:t>
            </a:r>
            <a:r>
              <a:rPr lang="en-US" sz="2000" dirty="0">
                <a:latin typeface="Times New Roman"/>
                <a:cs typeface="Times New Roman"/>
              </a:rPr>
              <a:t>planning</a:t>
            </a:r>
            <a:r>
              <a:rPr lang="ja-JP" altLang="en-US" sz="2000" dirty="0">
                <a:latin typeface="Times New Roman"/>
                <a:cs typeface="Times New Roman"/>
              </a:rPr>
              <a:t>”</a:t>
            </a:r>
            <a:r>
              <a:rPr lang="en-US" sz="2000" dirty="0">
                <a:latin typeface="Times New Roman"/>
                <a:cs typeface="Times New Roman"/>
              </a:rPr>
              <a:t> - planning of activities to obtain an optimal result i.e., it reaches the specified goal best (according to the mathematical model) among all feasible alternatives.</a:t>
            </a:r>
          </a:p>
          <a:p>
            <a:endParaRPr lang="en-US" sz="2000" dirty="0">
              <a:solidFill>
                <a:srgbClr val="C0C0C0"/>
              </a:solidFill>
              <a:cs typeface="Times New Roman" charset="0"/>
            </a:endParaRPr>
          </a:p>
          <a:p>
            <a:endParaRPr lang="en-US" sz="2000" dirty="0">
              <a:solidFill>
                <a:srgbClr val="C0C0C0"/>
              </a:solidFill>
              <a:cs typeface="Times New Roman" charset="0"/>
            </a:endParaRPr>
          </a:p>
        </p:txBody>
      </p:sp>
    </p:spTree>
    <p:extLst>
      <p:ext uri="{BB962C8B-B14F-4D97-AF65-F5344CB8AC3E}">
        <p14:creationId xmlns:p14="http://schemas.microsoft.com/office/powerpoint/2010/main" val="393341798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mph" presetSubtype="2" fill="hold" nodeType="clickEffect">
                                  <p:stCondLst>
                                    <p:cond delay="0"/>
                                  </p:stCondLst>
                                  <p:childTnLst>
                                    <p:animClr clrSpc="rgb" dir="cw">
                                      <p:cBhvr override="childStyle">
                                        <p:cTn id="6" dur="500" fill="hold"/>
                                        <p:tgtEl>
                                          <p:spTgt spid="102403">
                                            <p:txEl>
                                              <p:pRg st="4" end="4"/>
                                            </p:txEl>
                                          </p:spTgt>
                                        </p:tgtEl>
                                        <p:attrNameLst>
                                          <p:attrName>style.color</p:attrName>
                                        </p:attrNameLst>
                                      </p:cBhvr>
                                      <p:to>
                                        <a:schemeClr val="tx1"/>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2"/>
          <p:cNvSpPr>
            <a:spLocks noGrp="1" noChangeArrowheads="1"/>
          </p:cNvSpPr>
          <p:nvPr>
            <p:ph type="title"/>
          </p:nvPr>
        </p:nvSpPr>
        <p:spPr/>
        <p:txBody>
          <a:bodyPr/>
          <a:lstStyle/>
          <a:p>
            <a:r>
              <a:rPr lang="en-US" altLang="en-US"/>
              <a:t>Components of a Linear Programming Model</a:t>
            </a:r>
          </a:p>
        </p:txBody>
      </p:sp>
      <p:sp>
        <p:nvSpPr>
          <p:cNvPr id="155651" name="Rectangle 3"/>
          <p:cNvSpPr>
            <a:spLocks noGrp="1" noChangeArrowheads="1"/>
          </p:cNvSpPr>
          <p:nvPr>
            <p:ph type="body" idx="1"/>
          </p:nvPr>
        </p:nvSpPr>
        <p:spPr>
          <a:xfrm>
            <a:off x="0" y="2127250"/>
            <a:ext cx="8686800" cy="5486400"/>
          </a:xfrm>
        </p:spPr>
        <p:txBody>
          <a:bodyPr/>
          <a:lstStyle/>
          <a:p>
            <a:pPr>
              <a:lnSpc>
                <a:spcPct val="90000"/>
              </a:lnSpc>
            </a:pPr>
            <a:r>
              <a:rPr lang="en-US" altLang="en-US" sz="2800" dirty="0"/>
              <a:t>A linear programming model consists of:</a:t>
            </a:r>
          </a:p>
          <a:p>
            <a:pPr lvl="1">
              <a:lnSpc>
                <a:spcPct val="80000"/>
              </a:lnSpc>
            </a:pPr>
            <a:r>
              <a:rPr lang="en-US" altLang="en-US" sz="2400" dirty="0"/>
              <a:t> A set of decision variables</a:t>
            </a:r>
          </a:p>
          <a:p>
            <a:pPr lvl="1">
              <a:lnSpc>
                <a:spcPct val="80000"/>
              </a:lnSpc>
            </a:pPr>
            <a:r>
              <a:rPr lang="en-US" altLang="en-US" sz="2400" dirty="0"/>
              <a:t> A (linear) objective function</a:t>
            </a:r>
          </a:p>
          <a:p>
            <a:pPr lvl="1"/>
            <a:r>
              <a:rPr lang="en-US" altLang="en-US" sz="2400" dirty="0"/>
              <a:t> A set of (linear) constraints</a:t>
            </a:r>
          </a:p>
        </p:txBody>
      </p:sp>
    </p:spTree>
    <p:extLst>
      <p:ext uri="{BB962C8B-B14F-4D97-AF65-F5344CB8AC3E}">
        <p14:creationId xmlns:p14="http://schemas.microsoft.com/office/powerpoint/2010/main" val="214649806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Nature Connection: Recreational Sites</a:t>
            </a:r>
            <a:endParaRPr lang="en-US" dirty="0"/>
          </a:p>
        </p:txBody>
      </p:sp>
      <p:sp>
        <p:nvSpPr>
          <p:cNvPr id="3" name="Content Placeholder 2"/>
          <p:cNvSpPr>
            <a:spLocks noGrp="1"/>
          </p:cNvSpPr>
          <p:nvPr>
            <p:ph idx="1"/>
          </p:nvPr>
        </p:nvSpPr>
        <p:spPr>
          <a:xfrm>
            <a:off x="304800" y="1371600"/>
            <a:ext cx="8382000" cy="4724400"/>
          </a:xfrm>
        </p:spPr>
        <p:txBody>
          <a:bodyPr/>
          <a:lstStyle/>
          <a:p>
            <a:pPr marL="0" indent="0">
              <a:buNone/>
            </a:pPr>
            <a:r>
              <a:rPr lang="en-US" sz="2000" dirty="0" smtClean="0"/>
              <a:t>Nature Connection is planning two new public recreational sites: </a:t>
            </a:r>
            <a:r>
              <a:rPr lang="en-US" sz="2000" b="1" dirty="0" smtClean="0">
                <a:solidFill>
                  <a:srgbClr val="FF0000"/>
                </a:solidFill>
              </a:rPr>
              <a:t>a </a:t>
            </a:r>
            <a:r>
              <a:rPr lang="en-US" sz="2000" b="1" dirty="0">
                <a:solidFill>
                  <a:srgbClr val="FF0000"/>
                </a:solidFill>
              </a:rPr>
              <a:t>forested wilderness area</a:t>
            </a:r>
            <a:r>
              <a:rPr lang="en-US" sz="2000" b="1" dirty="0"/>
              <a:t> </a:t>
            </a:r>
            <a:r>
              <a:rPr lang="en-US" sz="2000" dirty="0"/>
              <a:t>and a </a:t>
            </a:r>
            <a:r>
              <a:rPr lang="en-US" sz="2000" b="1" dirty="0">
                <a:solidFill>
                  <a:schemeClr val="accent2"/>
                </a:solidFill>
              </a:rPr>
              <a:t>sightseeing and hiking park</a:t>
            </a:r>
            <a:r>
              <a:rPr lang="en-US" sz="2000" dirty="0"/>
              <a:t>.  They </a:t>
            </a:r>
            <a:r>
              <a:rPr lang="en-US" sz="2000" dirty="0" smtClean="0"/>
              <a:t>own </a:t>
            </a:r>
            <a:r>
              <a:rPr lang="en-US" sz="2000" dirty="0" smtClean="0">
                <a:solidFill>
                  <a:srgbClr val="FF0000"/>
                </a:solidFill>
              </a:rPr>
              <a:t>80 </a:t>
            </a:r>
            <a:r>
              <a:rPr lang="en-US" sz="2000" dirty="0">
                <a:solidFill>
                  <a:srgbClr val="FF0000"/>
                </a:solidFill>
              </a:rPr>
              <a:t>hectares </a:t>
            </a:r>
            <a:r>
              <a:rPr lang="en-US" sz="2000" dirty="0" smtClean="0">
                <a:solidFill>
                  <a:srgbClr val="FF0000"/>
                </a:solidFill>
              </a:rPr>
              <a:t>of forested wilderness area </a:t>
            </a:r>
            <a:r>
              <a:rPr lang="en-US" sz="2000" dirty="0" smtClean="0"/>
              <a:t>and </a:t>
            </a:r>
            <a:r>
              <a:rPr lang="en-US" sz="2000" dirty="0">
                <a:solidFill>
                  <a:schemeClr val="accent6"/>
                </a:solidFill>
              </a:rPr>
              <a:t>2</a:t>
            </a:r>
            <a:r>
              <a:rPr lang="en-US" sz="2000" dirty="0" smtClean="0">
                <a:solidFill>
                  <a:schemeClr val="accent6"/>
                </a:solidFill>
              </a:rPr>
              <a:t>0 hectares </a:t>
            </a:r>
            <a:r>
              <a:rPr lang="en-US" sz="2000" dirty="0">
                <a:solidFill>
                  <a:schemeClr val="accent6"/>
                </a:solidFill>
              </a:rPr>
              <a:t>suitable  for the sightseeing and hiking </a:t>
            </a:r>
            <a:r>
              <a:rPr lang="en-US" sz="2000" dirty="0" smtClean="0">
                <a:solidFill>
                  <a:schemeClr val="accent6"/>
                </a:solidFill>
              </a:rPr>
              <a:t>park </a:t>
            </a:r>
            <a:r>
              <a:rPr lang="en-US" sz="2000" dirty="0" smtClean="0"/>
              <a:t>but they don’t have enough resources to make the entire areas available to the public. They have a </a:t>
            </a:r>
            <a:r>
              <a:rPr lang="en-US" sz="2000" b="1" dirty="0" smtClean="0">
                <a:solidFill>
                  <a:srgbClr val="FFC000"/>
                </a:solidFill>
              </a:rPr>
              <a:t>budget of $120K </a:t>
            </a:r>
            <a:r>
              <a:rPr lang="en-US" sz="2000" dirty="0" smtClean="0"/>
              <a:t>per year.  They estimate a  yearly management and maintenance cost of </a:t>
            </a:r>
            <a:r>
              <a:rPr lang="en-US" sz="2000" dirty="0" smtClean="0">
                <a:solidFill>
                  <a:srgbClr val="FF0000"/>
                </a:solidFill>
              </a:rPr>
              <a:t>$1K per hectare </a:t>
            </a:r>
            <a:r>
              <a:rPr lang="en-US" sz="2000" dirty="0" smtClean="0"/>
              <a:t>for the forested wilderness area, and </a:t>
            </a:r>
            <a:r>
              <a:rPr lang="en-US" sz="2000" dirty="0" smtClean="0">
                <a:solidFill>
                  <a:schemeClr val="accent6"/>
                </a:solidFill>
              </a:rPr>
              <a:t>$4K per hectare </a:t>
            </a:r>
            <a:r>
              <a:rPr lang="en-US" sz="2000" dirty="0" smtClean="0"/>
              <a:t>for the sightseeing </a:t>
            </a:r>
            <a:r>
              <a:rPr lang="en-US" sz="2000" dirty="0"/>
              <a:t>and hiking </a:t>
            </a:r>
            <a:r>
              <a:rPr lang="en-US" sz="2000" dirty="0" smtClean="0"/>
              <a:t>park. The expected average number of visiting hours a day per hectare are: </a:t>
            </a:r>
            <a:r>
              <a:rPr lang="en-US" sz="2000" dirty="0" smtClean="0">
                <a:solidFill>
                  <a:srgbClr val="FF0000"/>
                </a:solidFill>
              </a:rPr>
              <a:t>10 for the forest </a:t>
            </a:r>
            <a:r>
              <a:rPr lang="en-US" sz="2000" dirty="0" smtClean="0"/>
              <a:t>and </a:t>
            </a:r>
            <a:r>
              <a:rPr lang="en-US" sz="2000" dirty="0" smtClean="0">
                <a:solidFill>
                  <a:schemeClr val="accent6"/>
                </a:solidFill>
              </a:rPr>
              <a:t>20 for the </a:t>
            </a:r>
            <a:r>
              <a:rPr lang="en-US" sz="2000" dirty="0">
                <a:solidFill>
                  <a:schemeClr val="accent6"/>
                </a:solidFill>
              </a:rPr>
              <a:t>sightseeing and hiking </a:t>
            </a:r>
            <a:r>
              <a:rPr lang="en-US" sz="2000" dirty="0" smtClean="0">
                <a:solidFill>
                  <a:schemeClr val="accent6"/>
                </a:solidFill>
              </a:rPr>
              <a:t>park</a:t>
            </a:r>
            <a:r>
              <a:rPr lang="en-US" sz="2000" dirty="0" smtClean="0"/>
              <a:t>.</a:t>
            </a:r>
            <a:endParaRPr lang="en-US" sz="2000" b="1" dirty="0"/>
          </a:p>
          <a:p>
            <a:pPr marL="0" indent="0">
              <a:buNone/>
            </a:pPr>
            <a:endParaRPr lang="en-US" sz="2000" b="1" dirty="0" smtClean="0"/>
          </a:p>
          <a:p>
            <a:pPr marL="0" indent="0">
              <a:buNone/>
            </a:pPr>
            <a:r>
              <a:rPr lang="en-US" sz="2000" b="1" dirty="0" smtClean="0"/>
              <a:t>Question: How many hectares should Nature Connection allocate to the public sightseeing </a:t>
            </a:r>
            <a:r>
              <a:rPr lang="en-US" sz="2000" b="1" dirty="0"/>
              <a:t>and hiking park </a:t>
            </a:r>
            <a:r>
              <a:rPr lang="en-US" sz="2000" b="1" dirty="0" smtClean="0"/>
              <a:t>and to the public forested wilderness area, in order to maximize the amount of recreation, (in </a:t>
            </a:r>
            <a:r>
              <a:rPr lang="en-US" sz="2000" dirty="0"/>
              <a:t>average number of visiting hours  a day </a:t>
            </a:r>
            <a:r>
              <a:rPr lang="en-US" sz="2000" dirty="0" smtClean="0"/>
              <a:t>for the total  area to be open to the public,  for both sites</a:t>
            </a:r>
            <a:r>
              <a:rPr lang="en-US" sz="2000" b="1" dirty="0"/>
              <a:t>) </a:t>
            </a:r>
            <a:r>
              <a:rPr lang="en-US" sz="2000" b="1" dirty="0" smtClean="0"/>
              <a:t>given their </a:t>
            </a:r>
            <a:r>
              <a:rPr lang="en-US" sz="2000" b="1" dirty="0"/>
              <a:t>budget </a:t>
            </a:r>
            <a:r>
              <a:rPr lang="en-US" sz="2000" b="1" dirty="0" smtClean="0"/>
              <a:t>constraint?</a:t>
            </a:r>
          </a:p>
          <a:p>
            <a:endParaRPr lang="en-US" b="1" dirty="0"/>
          </a:p>
        </p:txBody>
      </p:sp>
      <p:sp>
        <p:nvSpPr>
          <p:cNvPr id="4" name="Slide Number Placeholder 3"/>
          <p:cNvSpPr>
            <a:spLocks noGrp="1"/>
          </p:cNvSpPr>
          <p:nvPr>
            <p:ph type="sldNum" sz="quarter" idx="12"/>
          </p:nvPr>
        </p:nvSpPr>
        <p:spPr/>
        <p:txBody>
          <a:bodyPr/>
          <a:lstStyle/>
          <a:p>
            <a:pPr>
              <a:defRPr/>
            </a:pPr>
            <a:fld id="{25C01281-228F-4149-A4EC-55A2643618CD}" type="slidenum">
              <a:rPr lang="en-US" smtClean="0"/>
              <a:pPr>
                <a:defRPr/>
              </a:pPr>
              <a:t>5</a:t>
            </a:fld>
            <a:endParaRPr lang="en-US"/>
          </a:p>
        </p:txBody>
      </p:sp>
    </p:spTree>
    <p:extLst>
      <p:ext uri="{BB962C8B-B14F-4D97-AF65-F5344CB8AC3E}">
        <p14:creationId xmlns:p14="http://schemas.microsoft.com/office/powerpoint/2010/main" val="341391951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ChangeArrowheads="1"/>
          </p:cNvSpPr>
          <p:nvPr>
            <p:ph type="title"/>
          </p:nvPr>
        </p:nvSpPr>
        <p:spPr>
          <a:xfrm>
            <a:off x="685800" y="228600"/>
            <a:ext cx="7772400" cy="685800"/>
          </a:xfrm>
        </p:spPr>
        <p:txBody>
          <a:bodyPr/>
          <a:lstStyle/>
          <a:p>
            <a:r>
              <a:rPr lang="en-US" sz="4000"/>
              <a:t>Steps in setting up a LP</a:t>
            </a:r>
          </a:p>
        </p:txBody>
      </p:sp>
      <p:sp>
        <p:nvSpPr>
          <p:cNvPr id="108547" name="Rectangle 3"/>
          <p:cNvSpPr>
            <a:spLocks noGrp="1" noChangeArrowheads="1"/>
          </p:cNvSpPr>
          <p:nvPr>
            <p:ph type="body" idx="1"/>
          </p:nvPr>
        </p:nvSpPr>
        <p:spPr>
          <a:xfrm>
            <a:off x="914400" y="1981200"/>
            <a:ext cx="7772400" cy="4114800"/>
          </a:xfrm>
        </p:spPr>
        <p:txBody>
          <a:bodyPr/>
          <a:lstStyle/>
          <a:p>
            <a:pPr marL="609600" indent="-609600">
              <a:buFontTx/>
              <a:buAutoNum type="arabicPeriod"/>
            </a:pPr>
            <a:r>
              <a:rPr lang="en-US" sz="2400"/>
              <a:t>Determine and label the </a:t>
            </a:r>
            <a:r>
              <a:rPr lang="en-US" sz="2400" i="1"/>
              <a:t>decision variables</a:t>
            </a:r>
            <a:r>
              <a:rPr lang="en-US" sz="2400"/>
              <a:t>.</a:t>
            </a:r>
          </a:p>
          <a:p>
            <a:pPr marL="609600" indent="-609600">
              <a:buFontTx/>
              <a:buAutoNum type="arabicPeriod"/>
            </a:pPr>
            <a:r>
              <a:rPr lang="en-US" sz="2400"/>
              <a:t>Determine the objective and use the decision variables to write an expression for the </a:t>
            </a:r>
            <a:r>
              <a:rPr lang="en-US" sz="2400" i="1"/>
              <a:t>objective function</a:t>
            </a:r>
            <a:r>
              <a:rPr lang="en-US" sz="2400"/>
              <a:t>. </a:t>
            </a:r>
          </a:p>
          <a:p>
            <a:pPr marL="609600" indent="-609600">
              <a:buFontTx/>
              <a:buAutoNum type="arabicPeriod"/>
            </a:pPr>
            <a:r>
              <a:rPr lang="en-US" sz="2400"/>
              <a:t>Determine the constraints - </a:t>
            </a:r>
            <a:r>
              <a:rPr lang="en-US" sz="2400" i="1"/>
              <a:t>feasible region</a:t>
            </a:r>
            <a:r>
              <a:rPr lang="en-US" sz="2400"/>
              <a:t>.</a:t>
            </a:r>
          </a:p>
          <a:p>
            <a:pPr marL="990600" lvl="1" indent="-533400">
              <a:buFontTx/>
              <a:buAutoNum type="arabicPeriod"/>
            </a:pPr>
            <a:r>
              <a:rPr lang="en-US" sz="2000"/>
              <a:t>Determine the </a:t>
            </a:r>
            <a:r>
              <a:rPr lang="en-US" sz="2000" i="1"/>
              <a:t>explicit constraints</a:t>
            </a:r>
            <a:r>
              <a:rPr lang="en-US" sz="2000"/>
              <a:t> and write a functional expression for each of them. </a:t>
            </a:r>
          </a:p>
          <a:p>
            <a:pPr marL="990600" lvl="1" indent="-533400">
              <a:buFontTx/>
              <a:buAutoNum type="arabicPeriod"/>
            </a:pPr>
            <a:r>
              <a:rPr lang="en-US" sz="2000"/>
              <a:t>Determine the </a:t>
            </a:r>
            <a:r>
              <a:rPr lang="en-US" sz="2000" i="1"/>
              <a:t>implicit constraints (e.g., nonnegativity constraints)</a:t>
            </a:r>
            <a:r>
              <a:rPr lang="en-US" sz="2000"/>
              <a:t>. </a:t>
            </a:r>
          </a:p>
        </p:txBody>
      </p:sp>
      <p:sp>
        <p:nvSpPr>
          <p:cNvPr id="108548" name="Rectangle 4"/>
          <p:cNvSpPr>
            <a:spLocks noChangeArrowheads="1"/>
          </p:cNvSpPr>
          <p:nvPr/>
        </p:nvSpPr>
        <p:spPr bwMode="auto">
          <a:xfrm>
            <a:off x="685800" y="3733800"/>
            <a:ext cx="7772400" cy="1752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342900" indent="-342900">
              <a:spcBef>
                <a:spcPct val="20000"/>
              </a:spcBef>
            </a:pPr>
            <a:endParaRPr lang="en-US"/>
          </a:p>
        </p:txBody>
      </p:sp>
    </p:spTree>
    <p:extLst>
      <p:ext uri="{BB962C8B-B14F-4D97-AF65-F5344CB8AC3E}">
        <p14:creationId xmlns:p14="http://schemas.microsoft.com/office/powerpoint/2010/main" val="3400624132"/>
      </p:ext>
    </p:extLst>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Formulation of the problem as a Linear Program</a:t>
            </a:r>
            <a:endParaRPr lang="en-US" dirty="0"/>
          </a:p>
        </p:txBody>
      </p:sp>
      <p:sp>
        <p:nvSpPr>
          <p:cNvPr id="3" name="Content Placeholder 2"/>
          <p:cNvSpPr>
            <a:spLocks noGrp="1"/>
          </p:cNvSpPr>
          <p:nvPr>
            <p:ph idx="1"/>
          </p:nvPr>
        </p:nvSpPr>
        <p:spPr>
          <a:xfrm>
            <a:off x="304800" y="1413933"/>
            <a:ext cx="8382000" cy="5364692"/>
          </a:xfrm>
        </p:spPr>
        <p:txBody>
          <a:bodyPr/>
          <a:lstStyle/>
          <a:p>
            <a:pPr marL="0" indent="0">
              <a:buNone/>
            </a:pPr>
            <a:r>
              <a:rPr lang="en-US" dirty="0" smtClean="0"/>
              <a:t>1 Decision Variables</a:t>
            </a:r>
          </a:p>
          <a:p>
            <a:endParaRPr lang="en-US" dirty="0"/>
          </a:p>
          <a:p>
            <a:pPr marL="457200" lvl="1" indent="0">
              <a:buNone/>
            </a:pPr>
            <a:r>
              <a:rPr lang="en-US" dirty="0" smtClean="0"/>
              <a:t>x1 – # hectares  to allocate to  the public forested wilderness area</a:t>
            </a:r>
          </a:p>
          <a:p>
            <a:pPr marL="457200" lvl="1" indent="0">
              <a:buNone/>
            </a:pPr>
            <a:r>
              <a:rPr lang="en-US" dirty="0" smtClean="0"/>
              <a:t>X2 – # hectares  to </a:t>
            </a:r>
            <a:r>
              <a:rPr lang="en-US" dirty="0"/>
              <a:t>allocate the </a:t>
            </a:r>
            <a:r>
              <a:rPr lang="en-US" dirty="0" smtClean="0"/>
              <a:t>public sightseeing </a:t>
            </a:r>
            <a:r>
              <a:rPr lang="en-US" dirty="0"/>
              <a:t>and hiking </a:t>
            </a:r>
            <a:r>
              <a:rPr lang="en-US" dirty="0" smtClean="0"/>
              <a:t>park</a:t>
            </a:r>
            <a:endParaRPr lang="en-US" dirty="0"/>
          </a:p>
          <a:p>
            <a:pPr marL="457200" lvl="1" indent="0">
              <a:buNone/>
            </a:pPr>
            <a:endParaRPr lang="en-US" dirty="0" smtClean="0"/>
          </a:p>
          <a:p>
            <a:pPr marL="57150" indent="0">
              <a:buNone/>
            </a:pPr>
            <a:r>
              <a:rPr lang="en-US" dirty="0" smtClean="0"/>
              <a:t>2 Objective Function</a:t>
            </a:r>
          </a:p>
          <a:p>
            <a:pPr marL="57150" indent="0">
              <a:buNone/>
            </a:pPr>
            <a:endParaRPr lang="en-US" dirty="0"/>
          </a:p>
          <a:p>
            <a:pPr marL="57150" indent="0">
              <a:buNone/>
            </a:pPr>
            <a:r>
              <a:rPr lang="en-US" dirty="0"/>
              <a:t> </a:t>
            </a:r>
            <a:r>
              <a:rPr lang="en-US" dirty="0" smtClean="0"/>
              <a:t>  Max 10 x1 + 20 x2 </a:t>
            </a:r>
          </a:p>
          <a:p>
            <a:pPr marL="457200" lvl="1" indent="0">
              <a:buNone/>
            </a:pPr>
            <a:endParaRPr lang="en-US" dirty="0"/>
          </a:p>
          <a:p>
            <a:pPr marL="57150" indent="0">
              <a:buNone/>
            </a:pPr>
            <a:r>
              <a:rPr lang="en-US" dirty="0" smtClean="0"/>
              <a:t>3 Constraints</a:t>
            </a:r>
          </a:p>
          <a:p>
            <a:pPr marL="57150" indent="0">
              <a:buNone/>
            </a:pPr>
            <a:endParaRPr lang="en-US" dirty="0" smtClean="0"/>
          </a:p>
          <a:p>
            <a:pPr marL="57150" indent="0">
              <a:buNone/>
            </a:pPr>
            <a:r>
              <a:rPr lang="en-US" dirty="0"/>
              <a:t>	x</a:t>
            </a:r>
            <a:r>
              <a:rPr lang="en-US" dirty="0" smtClean="0"/>
              <a:t>1 	  &lt;= 80</a:t>
            </a:r>
          </a:p>
          <a:p>
            <a:pPr marL="57150" indent="0">
              <a:buNone/>
            </a:pPr>
            <a:r>
              <a:rPr lang="en-US" dirty="0" smtClean="0"/>
              <a:t>                         x2  &lt;= 20</a:t>
            </a:r>
          </a:p>
          <a:p>
            <a:pPr marL="57150" indent="0">
              <a:buNone/>
            </a:pPr>
            <a:r>
              <a:rPr lang="en-US" dirty="0"/>
              <a:t>	</a:t>
            </a:r>
            <a:r>
              <a:rPr lang="en-US" dirty="0" smtClean="0"/>
              <a:t>x1 + 4 x2 &lt;= 120</a:t>
            </a:r>
          </a:p>
          <a:p>
            <a:pPr marL="57150" indent="0">
              <a:buNone/>
            </a:pPr>
            <a:endParaRPr lang="en-US" dirty="0" smtClean="0"/>
          </a:p>
          <a:p>
            <a:pPr marL="57150" indent="0">
              <a:buNone/>
            </a:pPr>
            <a:r>
              <a:rPr lang="en-US" dirty="0" smtClean="0"/>
              <a:t>x1 &gt;= 0; x2 &gt;= 0  Non-negativity constraints</a:t>
            </a:r>
          </a:p>
          <a:p>
            <a:pPr marL="57150" indent="0">
              <a:buNone/>
            </a:pPr>
            <a:r>
              <a:rPr lang="en-US" dirty="0"/>
              <a:t>	</a:t>
            </a:r>
          </a:p>
          <a:p>
            <a:pPr marL="57150" indent="0">
              <a:buNone/>
            </a:pPr>
            <a:endParaRPr lang="en-US" dirty="0"/>
          </a:p>
        </p:txBody>
      </p:sp>
      <p:sp>
        <p:nvSpPr>
          <p:cNvPr id="4" name="Slide Number Placeholder 3"/>
          <p:cNvSpPr>
            <a:spLocks noGrp="1"/>
          </p:cNvSpPr>
          <p:nvPr>
            <p:ph type="sldNum" sz="quarter" idx="12"/>
          </p:nvPr>
        </p:nvSpPr>
        <p:spPr/>
        <p:txBody>
          <a:bodyPr/>
          <a:lstStyle/>
          <a:p>
            <a:pPr>
              <a:defRPr/>
            </a:pPr>
            <a:fld id="{25C01281-228F-4149-A4EC-55A2643618CD}" type="slidenum">
              <a:rPr lang="en-US" smtClean="0"/>
              <a:pPr>
                <a:defRPr/>
              </a:pPr>
              <a:t>7</a:t>
            </a:fld>
            <a:endParaRPr lang="en-US"/>
          </a:p>
        </p:txBody>
      </p:sp>
    </p:spTree>
    <p:extLst>
      <p:ext uri="{BB962C8B-B14F-4D97-AF65-F5344CB8AC3E}">
        <p14:creationId xmlns:p14="http://schemas.microsoft.com/office/powerpoint/2010/main" val="13124919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11" end="1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12" end="1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566331" y="-372529"/>
            <a:ext cx="7467600" cy="1143000"/>
          </a:xfrm>
        </p:spPr>
        <p:txBody>
          <a:bodyPr/>
          <a:lstStyle/>
          <a:p>
            <a:r>
              <a:rPr lang="en-US" dirty="0" smtClean="0">
                <a:solidFill>
                  <a:srgbClr val="FF0000"/>
                </a:solidFill>
              </a:rPr>
              <a:t>Formulation of the problem as a Linear Program</a:t>
            </a:r>
            <a:endParaRPr lang="en-US" dirty="0">
              <a:solidFill>
                <a:srgbClr val="FF0000"/>
              </a:solidFill>
            </a:endParaRPr>
          </a:p>
        </p:txBody>
      </p:sp>
      <p:sp>
        <p:nvSpPr>
          <p:cNvPr id="3" name="Content Placeholder 2"/>
          <p:cNvSpPr>
            <a:spLocks noGrp="1"/>
          </p:cNvSpPr>
          <p:nvPr>
            <p:ph idx="1"/>
          </p:nvPr>
        </p:nvSpPr>
        <p:spPr>
          <a:xfrm>
            <a:off x="4817537" y="824441"/>
            <a:ext cx="4512730" cy="5364692"/>
          </a:xfrm>
        </p:spPr>
        <p:txBody>
          <a:bodyPr/>
          <a:lstStyle/>
          <a:p>
            <a:pPr marL="0" indent="0">
              <a:buNone/>
            </a:pPr>
            <a:r>
              <a:rPr lang="en-US" dirty="0" smtClean="0"/>
              <a:t>1 Decision Variables</a:t>
            </a:r>
            <a:endParaRPr lang="en-US" dirty="0"/>
          </a:p>
          <a:p>
            <a:pPr marL="457200" lvl="1" indent="0">
              <a:buNone/>
            </a:pPr>
            <a:r>
              <a:rPr lang="en-US" dirty="0" smtClean="0"/>
              <a:t>x1 – # hectares  to allocate to  the public forested wilderness area</a:t>
            </a:r>
          </a:p>
          <a:p>
            <a:pPr marL="457200" lvl="1" indent="0">
              <a:buNone/>
            </a:pPr>
            <a:r>
              <a:rPr lang="en-US" dirty="0" smtClean="0"/>
              <a:t>X2 – # hectares  to </a:t>
            </a:r>
            <a:r>
              <a:rPr lang="en-US" dirty="0"/>
              <a:t>allocate the </a:t>
            </a:r>
            <a:r>
              <a:rPr lang="en-US" dirty="0" smtClean="0"/>
              <a:t>public sightseeing </a:t>
            </a:r>
            <a:r>
              <a:rPr lang="en-US" dirty="0"/>
              <a:t>and hiking </a:t>
            </a:r>
            <a:r>
              <a:rPr lang="en-US" dirty="0" smtClean="0"/>
              <a:t>park</a:t>
            </a:r>
            <a:endParaRPr lang="en-US" dirty="0"/>
          </a:p>
          <a:p>
            <a:pPr marL="457200" lvl="1" indent="0">
              <a:buNone/>
            </a:pPr>
            <a:endParaRPr lang="en-US" dirty="0" smtClean="0"/>
          </a:p>
          <a:p>
            <a:pPr marL="57150" indent="0">
              <a:buNone/>
            </a:pPr>
            <a:r>
              <a:rPr lang="en-US" dirty="0" smtClean="0"/>
              <a:t>2 Objective Function</a:t>
            </a:r>
          </a:p>
          <a:p>
            <a:pPr marL="57150" indent="0">
              <a:buNone/>
            </a:pPr>
            <a:endParaRPr lang="en-US" dirty="0"/>
          </a:p>
          <a:p>
            <a:pPr marL="57150" indent="0">
              <a:buNone/>
            </a:pPr>
            <a:r>
              <a:rPr lang="en-US" dirty="0"/>
              <a:t> </a:t>
            </a:r>
            <a:r>
              <a:rPr lang="en-US" dirty="0" smtClean="0"/>
              <a:t>  Max 10 x1 + 20 x2 </a:t>
            </a:r>
          </a:p>
          <a:p>
            <a:pPr marL="457200" lvl="1" indent="0">
              <a:buNone/>
            </a:pPr>
            <a:endParaRPr lang="en-US" dirty="0"/>
          </a:p>
          <a:p>
            <a:pPr marL="57150" indent="0">
              <a:buNone/>
            </a:pPr>
            <a:r>
              <a:rPr lang="en-US" dirty="0" smtClean="0"/>
              <a:t>3 Constraints</a:t>
            </a:r>
          </a:p>
          <a:p>
            <a:pPr marL="57150" indent="0">
              <a:buNone/>
            </a:pPr>
            <a:endParaRPr lang="en-US" dirty="0" smtClean="0"/>
          </a:p>
          <a:p>
            <a:pPr marL="57150" indent="0">
              <a:buNone/>
            </a:pPr>
            <a:r>
              <a:rPr lang="en-US" dirty="0"/>
              <a:t>	x</a:t>
            </a:r>
            <a:r>
              <a:rPr lang="en-US" dirty="0" smtClean="0"/>
              <a:t>1   &lt;= 80   Land for forest </a:t>
            </a:r>
          </a:p>
          <a:p>
            <a:pPr marL="57150" indent="0">
              <a:buNone/>
            </a:pPr>
            <a:r>
              <a:rPr lang="en-US" dirty="0" smtClean="0"/>
              <a:t>             x2  &lt;= 20     Land for Park</a:t>
            </a:r>
          </a:p>
          <a:p>
            <a:pPr marL="57150" indent="0">
              <a:buNone/>
            </a:pPr>
            <a:r>
              <a:rPr lang="en-US" dirty="0"/>
              <a:t>	</a:t>
            </a:r>
            <a:r>
              <a:rPr lang="en-US" dirty="0" smtClean="0"/>
              <a:t>x1 + 4 x2 &lt;= 120  Budget</a:t>
            </a:r>
          </a:p>
          <a:p>
            <a:pPr marL="57150" indent="0">
              <a:buNone/>
            </a:pPr>
            <a:r>
              <a:rPr lang="en-US" dirty="0" smtClean="0"/>
              <a:t>x1 &gt;= 0; x2 &gt;= 0  </a:t>
            </a:r>
            <a:r>
              <a:rPr lang="en-US" sz="1600" dirty="0" smtClean="0"/>
              <a:t>Non-negativity constraints</a:t>
            </a:r>
          </a:p>
          <a:p>
            <a:pPr marL="57150" indent="0">
              <a:buNone/>
            </a:pPr>
            <a:r>
              <a:rPr lang="en-US" dirty="0"/>
              <a:t>	</a:t>
            </a:r>
          </a:p>
          <a:p>
            <a:pPr marL="57150" indent="0">
              <a:buNone/>
            </a:pPr>
            <a:endParaRPr lang="en-US" dirty="0"/>
          </a:p>
        </p:txBody>
      </p:sp>
      <p:sp>
        <p:nvSpPr>
          <p:cNvPr id="4" name="Slide Number Placeholder 3"/>
          <p:cNvSpPr>
            <a:spLocks noGrp="1"/>
          </p:cNvSpPr>
          <p:nvPr>
            <p:ph type="sldNum" sz="quarter" idx="12"/>
          </p:nvPr>
        </p:nvSpPr>
        <p:spPr/>
        <p:txBody>
          <a:bodyPr/>
          <a:lstStyle/>
          <a:p>
            <a:pPr>
              <a:defRPr/>
            </a:pPr>
            <a:fld id="{25C01281-228F-4149-A4EC-55A2643618CD}" type="slidenum">
              <a:rPr lang="en-US" smtClean="0"/>
              <a:pPr>
                <a:defRPr/>
              </a:pPr>
              <a:t>8</a:t>
            </a:fld>
            <a:endParaRPr lang="en-US" dirty="0"/>
          </a:p>
        </p:txBody>
      </p:sp>
      <p:sp>
        <p:nvSpPr>
          <p:cNvPr id="5" name="Rectangle 4"/>
          <p:cNvSpPr/>
          <p:nvPr/>
        </p:nvSpPr>
        <p:spPr>
          <a:xfrm>
            <a:off x="143934" y="486985"/>
            <a:ext cx="4546600" cy="6278643"/>
          </a:xfrm>
          <a:prstGeom prst="rect">
            <a:avLst/>
          </a:prstGeom>
          <a:ln>
            <a:solidFill>
              <a:schemeClr val="tx1"/>
            </a:solidFill>
          </a:ln>
        </p:spPr>
        <p:txBody>
          <a:bodyPr wrap="square">
            <a:spAutoFit/>
          </a:bodyPr>
          <a:lstStyle/>
          <a:p>
            <a:r>
              <a:rPr lang="en-US" sz="1600" dirty="0"/>
              <a:t>Nature Connection is planning two new public recreational sites: a forested wilderness area and a sightseeing and hiking park.  They own 80 hectares  of forested wilderness area and 20 hectares  suitable  for the sightseeing and hiking park  but  they don’t   have enough resources to make the entire areas available to the public. They have a budget of $120K per year.  They estimate a  yearly management and maintenance cost of  $1K per hectare,  for  the forested wilderness area, and $4K per hectare  for the sightseeing and hiking park.  The  expected average number of visiting hours  a day per hectare are: 10 for the forest and 20 for the sightseeing and hiking park.</a:t>
            </a:r>
            <a:endParaRPr lang="en-US" sz="1600" b="1" dirty="0"/>
          </a:p>
          <a:p>
            <a:endParaRPr lang="en-US" sz="1600" b="1" dirty="0"/>
          </a:p>
          <a:p>
            <a:r>
              <a:rPr lang="en-US" sz="1600" b="1" dirty="0"/>
              <a:t>Question: How many hectares should Nature Connection  allocate to the public sightseeing and hiking park and to the public forested wilderness area, in order to maximize the amount of recreation, (in </a:t>
            </a:r>
            <a:r>
              <a:rPr lang="en-US" sz="1600" dirty="0"/>
              <a:t>average number of visiting hours  a day for the total  area to be open to the public,  for both sites</a:t>
            </a:r>
            <a:r>
              <a:rPr lang="en-US" sz="1600" b="1" dirty="0"/>
              <a:t>) given their budget constraint?</a:t>
            </a:r>
          </a:p>
          <a:p>
            <a:endParaRPr lang="en-US" sz="1600" b="1" dirty="0"/>
          </a:p>
        </p:txBody>
      </p:sp>
    </p:spTree>
    <p:extLst>
      <p:ext uri="{BB962C8B-B14F-4D97-AF65-F5344CB8AC3E}">
        <p14:creationId xmlns:p14="http://schemas.microsoft.com/office/powerpoint/2010/main" val="179845585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chemeClr val="bg1">
            <a:alpha val="22000"/>
          </a:schemeClr>
        </a:solidFill>
        <a:effectLst/>
      </p:bgPr>
    </p:bg>
    <p:spTree>
      <p:nvGrpSpPr>
        <p:cNvPr id="1" name=""/>
        <p:cNvGrpSpPr/>
        <p:nvPr/>
      </p:nvGrpSpPr>
      <p:grpSpPr>
        <a:xfrm>
          <a:off x="0" y="0"/>
          <a:ext cx="0" cy="0"/>
          <a:chOff x="0" y="0"/>
          <a:chExt cx="0" cy="0"/>
        </a:xfrm>
      </p:grpSpPr>
      <p:sp>
        <p:nvSpPr>
          <p:cNvPr id="5" name="Rectangle 4"/>
          <p:cNvSpPr/>
          <p:nvPr/>
        </p:nvSpPr>
        <p:spPr bwMode="auto">
          <a:xfrm>
            <a:off x="4148667" y="3759200"/>
            <a:ext cx="914400" cy="914400"/>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nvGrpSpPr>
          <p:cNvPr id="369" name="Group 368"/>
          <p:cNvGrpSpPr/>
          <p:nvPr/>
        </p:nvGrpSpPr>
        <p:grpSpPr>
          <a:xfrm>
            <a:off x="-16939" y="0"/>
            <a:ext cx="9177758" cy="6840962"/>
            <a:chOff x="-16939" y="304794"/>
            <a:chExt cx="9177758" cy="6840962"/>
          </a:xfrm>
        </p:grpSpPr>
        <p:grpSp>
          <p:nvGrpSpPr>
            <p:cNvPr id="70" name="Group 69"/>
            <p:cNvGrpSpPr/>
            <p:nvPr/>
          </p:nvGrpSpPr>
          <p:grpSpPr>
            <a:xfrm>
              <a:off x="-16936" y="304794"/>
              <a:ext cx="9177749" cy="1134535"/>
              <a:chOff x="-16936" y="304794"/>
              <a:chExt cx="9177749" cy="1134535"/>
            </a:xfrm>
          </p:grpSpPr>
          <p:grpSp>
            <p:nvGrpSpPr>
              <p:cNvPr id="40" name="Group 39"/>
              <p:cNvGrpSpPr/>
              <p:nvPr/>
            </p:nvGrpSpPr>
            <p:grpSpPr>
              <a:xfrm>
                <a:off x="-16936" y="304794"/>
                <a:ext cx="9177746" cy="575743"/>
                <a:chOff x="304791" y="304794"/>
                <a:chExt cx="9177746" cy="575743"/>
              </a:xfrm>
            </p:grpSpPr>
            <p:grpSp>
              <p:nvGrpSpPr>
                <p:cNvPr id="25" name="Group 24"/>
                <p:cNvGrpSpPr/>
                <p:nvPr/>
              </p:nvGrpSpPr>
              <p:grpSpPr>
                <a:xfrm>
                  <a:off x="304791" y="304794"/>
                  <a:ext cx="4588873" cy="575738"/>
                  <a:chOff x="2455324" y="304801"/>
                  <a:chExt cx="4588873" cy="575738"/>
                </a:xfrm>
              </p:grpSpPr>
              <p:grpSp>
                <p:nvGrpSpPr>
                  <p:cNvPr id="14" name="Group 13"/>
                  <p:cNvGrpSpPr/>
                  <p:nvPr/>
                </p:nvGrpSpPr>
                <p:grpSpPr>
                  <a:xfrm>
                    <a:off x="2455324" y="304801"/>
                    <a:ext cx="1134524" cy="575735"/>
                    <a:chOff x="2455324" y="304801"/>
                    <a:chExt cx="1134524" cy="575735"/>
                  </a:xfrm>
                </p:grpSpPr>
                <p:sp>
                  <p:nvSpPr>
                    <p:cNvPr id="12" name="Rectangle 11"/>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3" name="Rectangle 12"/>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15" name="Group 14"/>
                  <p:cNvGrpSpPr/>
                  <p:nvPr/>
                </p:nvGrpSpPr>
                <p:grpSpPr>
                  <a:xfrm>
                    <a:off x="3606771" y="304804"/>
                    <a:ext cx="1134524" cy="575735"/>
                    <a:chOff x="2455324" y="304801"/>
                    <a:chExt cx="1134524" cy="575735"/>
                  </a:xfrm>
                </p:grpSpPr>
                <p:sp>
                  <p:nvSpPr>
                    <p:cNvPr id="16" name="Rectangle 15"/>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7" name="Rectangle 16"/>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24" name="Group 23"/>
                  <p:cNvGrpSpPr/>
                  <p:nvPr/>
                </p:nvGrpSpPr>
                <p:grpSpPr>
                  <a:xfrm>
                    <a:off x="4758226" y="304801"/>
                    <a:ext cx="2285971" cy="575738"/>
                    <a:chOff x="4148667" y="457201"/>
                    <a:chExt cx="2285971" cy="575738"/>
                  </a:xfrm>
                </p:grpSpPr>
                <p:grpSp>
                  <p:nvGrpSpPr>
                    <p:cNvPr id="18" name="Group 17"/>
                    <p:cNvGrpSpPr/>
                    <p:nvPr/>
                  </p:nvGrpSpPr>
                  <p:grpSpPr>
                    <a:xfrm>
                      <a:off x="4148667" y="457201"/>
                      <a:ext cx="1134524" cy="575735"/>
                      <a:chOff x="2455324" y="304801"/>
                      <a:chExt cx="1134524" cy="575735"/>
                    </a:xfrm>
                  </p:grpSpPr>
                  <p:sp>
                    <p:nvSpPr>
                      <p:cNvPr id="19" name="Rectangle 18"/>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0" name="Rectangle 19"/>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21" name="Group 20"/>
                    <p:cNvGrpSpPr/>
                    <p:nvPr/>
                  </p:nvGrpSpPr>
                  <p:grpSpPr>
                    <a:xfrm>
                      <a:off x="5300114" y="457204"/>
                      <a:ext cx="1134524" cy="575735"/>
                      <a:chOff x="2455324" y="304801"/>
                      <a:chExt cx="1134524" cy="575735"/>
                    </a:xfrm>
                  </p:grpSpPr>
                  <p:sp>
                    <p:nvSpPr>
                      <p:cNvPr id="22" name="Rectangle 21"/>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smtClean="0">
                          <a:ln>
                            <a:noFill/>
                          </a:ln>
                          <a:solidFill>
                            <a:schemeClr val="tx1"/>
                          </a:solidFill>
                          <a:effectLst/>
                          <a:latin typeface="Arial" charset="0"/>
                          <a:cs typeface="Arial" charset="0"/>
                        </a:endParaRPr>
                      </a:p>
                    </p:txBody>
                  </p:sp>
                  <p:sp>
                    <p:nvSpPr>
                      <p:cNvPr id="23" name="Rectangle 22"/>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grpSp>
            <p:grpSp>
              <p:nvGrpSpPr>
                <p:cNvPr id="26" name="Group 25"/>
                <p:cNvGrpSpPr/>
                <p:nvPr/>
              </p:nvGrpSpPr>
              <p:grpSpPr>
                <a:xfrm>
                  <a:off x="4893664" y="304799"/>
                  <a:ext cx="4588873" cy="575738"/>
                  <a:chOff x="2455324" y="304801"/>
                  <a:chExt cx="4588873" cy="575738"/>
                </a:xfrm>
              </p:grpSpPr>
              <p:grpSp>
                <p:nvGrpSpPr>
                  <p:cNvPr id="27" name="Group 26"/>
                  <p:cNvGrpSpPr/>
                  <p:nvPr/>
                </p:nvGrpSpPr>
                <p:grpSpPr>
                  <a:xfrm>
                    <a:off x="2455324" y="304801"/>
                    <a:ext cx="1134524" cy="575735"/>
                    <a:chOff x="2455324" y="304801"/>
                    <a:chExt cx="1134524" cy="575735"/>
                  </a:xfrm>
                </p:grpSpPr>
                <p:sp>
                  <p:nvSpPr>
                    <p:cNvPr id="38" name="Rectangle 37"/>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39" name="Rectangle 38"/>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28" name="Group 27"/>
                  <p:cNvGrpSpPr/>
                  <p:nvPr/>
                </p:nvGrpSpPr>
                <p:grpSpPr>
                  <a:xfrm>
                    <a:off x="3606771" y="304804"/>
                    <a:ext cx="1134524" cy="575735"/>
                    <a:chOff x="2455324" y="304801"/>
                    <a:chExt cx="1134524" cy="575735"/>
                  </a:xfrm>
                </p:grpSpPr>
                <p:sp>
                  <p:nvSpPr>
                    <p:cNvPr id="36" name="Rectangle 35"/>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37" name="Rectangle 36"/>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29" name="Group 28"/>
                  <p:cNvGrpSpPr/>
                  <p:nvPr/>
                </p:nvGrpSpPr>
                <p:grpSpPr>
                  <a:xfrm>
                    <a:off x="4758226" y="304801"/>
                    <a:ext cx="2285971" cy="575738"/>
                    <a:chOff x="4148667" y="457201"/>
                    <a:chExt cx="2285971" cy="575738"/>
                  </a:xfrm>
                </p:grpSpPr>
                <p:grpSp>
                  <p:nvGrpSpPr>
                    <p:cNvPr id="30" name="Group 29"/>
                    <p:cNvGrpSpPr/>
                    <p:nvPr/>
                  </p:nvGrpSpPr>
                  <p:grpSpPr>
                    <a:xfrm>
                      <a:off x="4148667" y="457201"/>
                      <a:ext cx="1134524" cy="575735"/>
                      <a:chOff x="2455324" y="304801"/>
                      <a:chExt cx="1134524" cy="575735"/>
                    </a:xfrm>
                  </p:grpSpPr>
                  <p:sp>
                    <p:nvSpPr>
                      <p:cNvPr id="34" name="Rectangle 33"/>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35" name="Rectangle 34"/>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31" name="Group 30"/>
                    <p:cNvGrpSpPr/>
                    <p:nvPr/>
                  </p:nvGrpSpPr>
                  <p:grpSpPr>
                    <a:xfrm>
                      <a:off x="5300114" y="457204"/>
                      <a:ext cx="1134524" cy="575735"/>
                      <a:chOff x="2455324" y="304801"/>
                      <a:chExt cx="1134524" cy="575735"/>
                    </a:xfrm>
                  </p:grpSpPr>
                  <p:sp>
                    <p:nvSpPr>
                      <p:cNvPr id="32" name="Rectangle 31"/>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33" name="Rectangle 32"/>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grpSp>
          </p:grpSp>
          <p:grpSp>
            <p:nvGrpSpPr>
              <p:cNvPr id="41" name="Group 40"/>
              <p:cNvGrpSpPr/>
              <p:nvPr/>
            </p:nvGrpSpPr>
            <p:grpSpPr>
              <a:xfrm>
                <a:off x="-16933" y="863586"/>
                <a:ext cx="9177746" cy="575743"/>
                <a:chOff x="304791" y="304794"/>
                <a:chExt cx="9177746" cy="575743"/>
              </a:xfrm>
            </p:grpSpPr>
            <p:grpSp>
              <p:nvGrpSpPr>
                <p:cNvPr id="42" name="Group 41"/>
                <p:cNvGrpSpPr/>
                <p:nvPr/>
              </p:nvGrpSpPr>
              <p:grpSpPr>
                <a:xfrm>
                  <a:off x="304791" y="304794"/>
                  <a:ext cx="4588873" cy="575738"/>
                  <a:chOff x="2455324" y="304801"/>
                  <a:chExt cx="4588873" cy="575738"/>
                </a:xfrm>
              </p:grpSpPr>
              <p:grpSp>
                <p:nvGrpSpPr>
                  <p:cNvPr id="57" name="Group 56"/>
                  <p:cNvGrpSpPr/>
                  <p:nvPr/>
                </p:nvGrpSpPr>
                <p:grpSpPr>
                  <a:xfrm>
                    <a:off x="2455324" y="304801"/>
                    <a:ext cx="1134524" cy="575735"/>
                    <a:chOff x="2455324" y="304801"/>
                    <a:chExt cx="1134524" cy="575735"/>
                  </a:xfrm>
                </p:grpSpPr>
                <p:sp>
                  <p:nvSpPr>
                    <p:cNvPr id="68" name="Rectangle 67"/>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69" name="Rectangle 68"/>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58" name="Group 57"/>
                  <p:cNvGrpSpPr/>
                  <p:nvPr/>
                </p:nvGrpSpPr>
                <p:grpSpPr>
                  <a:xfrm>
                    <a:off x="3606771" y="304804"/>
                    <a:ext cx="1134524" cy="575735"/>
                    <a:chOff x="2455324" y="304801"/>
                    <a:chExt cx="1134524" cy="575735"/>
                  </a:xfrm>
                </p:grpSpPr>
                <p:sp>
                  <p:nvSpPr>
                    <p:cNvPr id="66" name="Rectangle 65"/>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67" name="Rectangle 66"/>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59" name="Group 58"/>
                  <p:cNvGrpSpPr/>
                  <p:nvPr/>
                </p:nvGrpSpPr>
                <p:grpSpPr>
                  <a:xfrm>
                    <a:off x="4758226" y="304801"/>
                    <a:ext cx="2285971" cy="575738"/>
                    <a:chOff x="4148667" y="457201"/>
                    <a:chExt cx="2285971" cy="575738"/>
                  </a:xfrm>
                </p:grpSpPr>
                <p:grpSp>
                  <p:nvGrpSpPr>
                    <p:cNvPr id="60" name="Group 59"/>
                    <p:cNvGrpSpPr/>
                    <p:nvPr/>
                  </p:nvGrpSpPr>
                  <p:grpSpPr>
                    <a:xfrm>
                      <a:off x="4148667" y="457201"/>
                      <a:ext cx="1134524" cy="575735"/>
                      <a:chOff x="2455324" y="304801"/>
                      <a:chExt cx="1134524" cy="575735"/>
                    </a:xfrm>
                  </p:grpSpPr>
                  <p:sp>
                    <p:nvSpPr>
                      <p:cNvPr id="64" name="Rectangle 63"/>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65" name="Rectangle 64"/>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61" name="Group 60"/>
                    <p:cNvGrpSpPr/>
                    <p:nvPr/>
                  </p:nvGrpSpPr>
                  <p:grpSpPr>
                    <a:xfrm>
                      <a:off x="5300114" y="457204"/>
                      <a:ext cx="1134524" cy="575735"/>
                      <a:chOff x="2455324" y="304801"/>
                      <a:chExt cx="1134524" cy="575735"/>
                    </a:xfrm>
                  </p:grpSpPr>
                  <p:sp>
                    <p:nvSpPr>
                      <p:cNvPr id="62" name="Rectangle 61"/>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63" name="Rectangle 62"/>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grpSp>
            <p:grpSp>
              <p:nvGrpSpPr>
                <p:cNvPr id="43" name="Group 42"/>
                <p:cNvGrpSpPr/>
                <p:nvPr/>
              </p:nvGrpSpPr>
              <p:grpSpPr>
                <a:xfrm>
                  <a:off x="4893664" y="304799"/>
                  <a:ext cx="4588873" cy="575738"/>
                  <a:chOff x="2455324" y="304801"/>
                  <a:chExt cx="4588873" cy="575738"/>
                </a:xfrm>
              </p:grpSpPr>
              <p:grpSp>
                <p:nvGrpSpPr>
                  <p:cNvPr id="44" name="Group 43"/>
                  <p:cNvGrpSpPr/>
                  <p:nvPr/>
                </p:nvGrpSpPr>
                <p:grpSpPr>
                  <a:xfrm>
                    <a:off x="2455324" y="304801"/>
                    <a:ext cx="1134524" cy="575735"/>
                    <a:chOff x="2455324" y="304801"/>
                    <a:chExt cx="1134524" cy="575735"/>
                  </a:xfrm>
                </p:grpSpPr>
                <p:sp>
                  <p:nvSpPr>
                    <p:cNvPr id="55" name="Rectangle 54"/>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56" name="Rectangle 55"/>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45" name="Group 44"/>
                  <p:cNvGrpSpPr/>
                  <p:nvPr/>
                </p:nvGrpSpPr>
                <p:grpSpPr>
                  <a:xfrm>
                    <a:off x="3606771" y="304804"/>
                    <a:ext cx="1134524" cy="575735"/>
                    <a:chOff x="2455324" y="304801"/>
                    <a:chExt cx="1134524" cy="575735"/>
                  </a:xfrm>
                </p:grpSpPr>
                <p:sp>
                  <p:nvSpPr>
                    <p:cNvPr id="53" name="Rectangle 52"/>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54" name="Rectangle 53"/>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46" name="Group 45"/>
                  <p:cNvGrpSpPr/>
                  <p:nvPr/>
                </p:nvGrpSpPr>
                <p:grpSpPr>
                  <a:xfrm>
                    <a:off x="4758226" y="304801"/>
                    <a:ext cx="2285971" cy="575738"/>
                    <a:chOff x="4148667" y="457201"/>
                    <a:chExt cx="2285971" cy="575738"/>
                  </a:xfrm>
                </p:grpSpPr>
                <p:grpSp>
                  <p:nvGrpSpPr>
                    <p:cNvPr id="47" name="Group 46"/>
                    <p:cNvGrpSpPr/>
                    <p:nvPr/>
                  </p:nvGrpSpPr>
                  <p:grpSpPr>
                    <a:xfrm>
                      <a:off x="4148667" y="457201"/>
                      <a:ext cx="1134524" cy="575735"/>
                      <a:chOff x="2455324" y="304801"/>
                      <a:chExt cx="1134524" cy="575735"/>
                    </a:xfrm>
                  </p:grpSpPr>
                  <p:sp>
                    <p:nvSpPr>
                      <p:cNvPr id="51" name="Rectangle 50"/>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52" name="Rectangle 51"/>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48" name="Group 47"/>
                    <p:cNvGrpSpPr/>
                    <p:nvPr/>
                  </p:nvGrpSpPr>
                  <p:grpSpPr>
                    <a:xfrm>
                      <a:off x="5300114" y="457204"/>
                      <a:ext cx="1134524" cy="575735"/>
                      <a:chOff x="2455324" y="304801"/>
                      <a:chExt cx="1134524" cy="575735"/>
                    </a:xfrm>
                  </p:grpSpPr>
                  <p:sp>
                    <p:nvSpPr>
                      <p:cNvPr id="49" name="Rectangle 48"/>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50" name="Rectangle 49"/>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grpSp>
          </p:grpSp>
        </p:grpSp>
        <p:grpSp>
          <p:nvGrpSpPr>
            <p:cNvPr id="71" name="Group 70"/>
            <p:cNvGrpSpPr/>
            <p:nvPr/>
          </p:nvGrpSpPr>
          <p:grpSpPr>
            <a:xfrm>
              <a:off x="-16933" y="1439308"/>
              <a:ext cx="9177749" cy="1134535"/>
              <a:chOff x="-16936" y="304794"/>
              <a:chExt cx="9177749" cy="1134535"/>
            </a:xfrm>
          </p:grpSpPr>
          <p:grpSp>
            <p:nvGrpSpPr>
              <p:cNvPr id="72" name="Group 71"/>
              <p:cNvGrpSpPr/>
              <p:nvPr/>
            </p:nvGrpSpPr>
            <p:grpSpPr>
              <a:xfrm>
                <a:off x="-16936" y="304794"/>
                <a:ext cx="9177746" cy="575743"/>
                <a:chOff x="304791" y="304794"/>
                <a:chExt cx="9177746" cy="575743"/>
              </a:xfrm>
            </p:grpSpPr>
            <p:grpSp>
              <p:nvGrpSpPr>
                <p:cNvPr id="102" name="Group 101"/>
                <p:cNvGrpSpPr/>
                <p:nvPr/>
              </p:nvGrpSpPr>
              <p:grpSpPr>
                <a:xfrm>
                  <a:off x="304791" y="304794"/>
                  <a:ext cx="4588873" cy="575738"/>
                  <a:chOff x="2455324" y="304801"/>
                  <a:chExt cx="4588873" cy="575738"/>
                </a:xfrm>
              </p:grpSpPr>
              <p:grpSp>
                <p:nvGrpSpPr>
                  <p:cNvPr id="117" name="Group 116"/>
                  <p:cNvGrpSpPr/>
                  <p:nvPr/>
                </p:nvGrpSpPr>
                <p:grpSpPr>
                  <a:xfrm>
                    <a:off x="2455324" y="304801"/>
                    <a:ext cx="1134524" cy="575735"/>
                    <a:chOff x="2455324" y="304801"/>
                    <a:chExt cx="1134524" cy="575735"/>
                  </a:xfrm>
                </p:grpSpPr>
                <p:sp>
                  <p:nvSpPr>
                    <p:cNvPr id="128" name="Rectangle 127"/>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29" name="Rectangle 128"/>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118" name="Group 117"/>
                  <p:cNvGrpSpPr/>
                  <p:nvPr/>
                </p:nvGrpSpPr>
                <p:grpSpPr>
                  <a:xfrm>
                    <a:off x="3606771" y="304804"/>
                    <a:ext cx="1134524" cy="575735"/>
                    <a:chOff x="2455324" y="304801"/>
                    <a:chExt cx="1134524" cy="575735"/>
                  </a:xfrm>
                </p:grpSpPr>
                <p:sp>
                  <p:nvSpPr>
                    <p:cNvPr id="126" name="Rectangle 125"/>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27" name="Rectangle 126"/>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119" name="Group 118"/>
                  <p:cNvGrpSpPr/>
                  <p:nvPr/>
                </p:nvGrpSpPr>
                <p:grpSpPr>
                  <a:xfrm>
                    <a:off x="4758226" y="304801"/>
                    <a:ext cx="2285971" cy="575738"/>
                    <a:chOff x="4148667" y="457201"/>
                    <a:chExt cx="2285971" cy="575738"/>
                  </a:xfrm>
                </p:grpSpPr>
                <p:grpSp>
                  <p:nvGrpSpPr>
                    <p:cNvPr id="120" name="Group 119"/>
                    <p:cNvGrpSpPr/>
                    <p:nvPr/>
                  </p:nvGrpSpPr>
                  <p:grpSpPr>
                    <a:xfrm>
                      <a:off x="4148667" y="457201"/>
                      <a:ext cx="1134524" cy="575735"/>
                      <a:chOff x="2455324" y="304801"/>
                      <a:chExt cx="1134524" cy="575735"/>
                    </a:xfrm>
                  </p:grpSpPr>
                  <p:sp>
                    <p:nvSpPr>
                      <p:cNvPr id="124" name="Rectangle 123"/>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25" name="Rectangle 124"/>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121" name="Group 120"/>
                    <p:cNvGrpSpPr/>
                    <p:nvPr/>
                  </p:nvGrpSpPr>
                  <p:grpSpPr>
                    <a:xfrm>
                      <a:off x="5300114" y="457204"/>
                      <a:ext cx="1134524" cy="575735"/>
                      <a:chOff x="2455324" y="304801"/>
                      <a:chExt cx="1134524" cy="575735"/>
                    </a:xfrm>
                  </p:grpSpPr>
                  <p:sp>
                    <p:nvSpPr>
                      <p:cNvPr id="122" name="Rectangle 121"/>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23" name="Rectangle 122"/>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grpSp>
            <p:grpSp>
              <p:nvGrpSpPr>
                <p:cNvPr id="103" name="Group 102"/>
                <p:cNvGrpSpPr/>
                <p:nvPr/>
              </p:nvGrpSpPr>
              <p:grpSpPr>
                <a:xfrm>
                  <a:off x="4893664" y="304799"/>
                  <a:ext cx="4588873" cy="575738"/>
                  <a:chOff x="2455324" y="304801"/>
                  <a:chExt cx="4588873" cy="575738"/>
                </a:xfrm>
              </p:grpSpPr>
              <p:grpSp>
                <p:nvGrpSpPr>
                  <p:cNvPr id="104" name="Group 103"/>
                  <p:cNvGrpSpPr/>
                  <p:nvPr/>
                </p:nvGrpSpPr>
                <p:grpSpPr>
                  <a:xfrm>
                    <a:off x="2455324" y="304801"/>
                    <a:ext cx="1134524" cy="575735"/>
                    <a:chOff x="2455324" y="304801"/>
                    <a:chExt cx="1134524" cy="575735"/>
                  </a:xfrm>
                </p:grpSpPr>
                <p:sp>
                  <p:nvSpPr>
                    <p:cNvPr id="115" name="Rectangle 114"/>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16" name="Rectangle 115"/>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105" name="Group 104"/>
                  <p:cNvGrpSpPr/>
                  <p:nvPr/>
                </p:nvGrpSpPr>
                <p:grpSpPr>
                  <a:xfrm>
                    <a:off x="3606771" y="304804"/>
                    <a:ext cx="1134524" cy="575735"/>
                    <a:chOff x="2455324" y="304801"/>
                    <a:chExt cx="1134524" cy="575735"/>
                  </a:xfrm>
                </p:grpSpPr>
                <p:sp>
                  <p:nvSpPr>
                    <p:cNvPr id="113" name="Rectangle 112"/>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14" name="Rectangle 113"/>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106" name="Group 105"/>
                  <p:cNvGrpSpPr/>
                  <p:nvPr/>
                </p:nvGrpSpPr>
                <p:grpSpPr>
                  <a:xfrm>
                    <a:off x="4758226" y="304801"/>
                    <a:ext cx="2285971" cy="575738"/>
                    <a:chOff x="4148667" y="457201"/>
                    <a:chExt cx="2285971" cy="575738"/>
                  </a:xfrm>
                </p:grpSpPr>
                <p:grpSp>
                  <p:nvGrpSpPr>
                    <p:cNvPr id="107" name="Group 106"/>
                    <p:cNvGrpSpPr/>
                    <p:nvPr/>
                  </p:nvGrpSpPr>
                  <p:grpSpPr>
                    <a:xfrm>
                      <a:off x="4148667" y="457201"/>
                      <a:ext cx="1134524" cy="575735"/>
                      <a:chOff x="2455324" y="304801"/>
                      <a:chExt cx="1134524" cy="575735"/>
                    </a:xfrm>
                  </p:grpSpPr>
                  <p:sp>
                    <p:nvSpPr>
                      <p:cNvPr id="111" name="Rectangle 110"/>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12" name="Rectangle 111"/>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108" name="Group 107"/>
                    <p:cNvGrpSpPr/>
                    <p:nvPr/>
                  </p:nvGrpSpPr>
                  <p:grpSpPr>
                    <a:xfrm>
                      <a:off x="5300114" y="457204"/>
                      <a:ext cx="1134524" cy="575735"/>
                      <a:chOff x="2455324" y="304801"/>
                      <a:chExt cx="1134524" cy="575735"/>
                    </a:xfrm>
                  </p:grpSpPr>
                  <p:sp>
                    <p:nvSpPr>
                      <p:cNvPr id="109" name="Rectangle 108"/>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10" name="Rectangle 109"/>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grpSp>
          </p:grpSp>
          <p:grpSp>
            <p:nvGrpSpPr>
              <p:cNvPr id="73" name="Group 72"/>
              <p:cNvGrpSpPr/>
              <p:nvPr/>
            </p:nvGrpSpPr>
            <p:grpSpPr>
              <a:xfrm>
                <a:off x="-16933" y="863586"/>
                <a:ext cx="9177746" cy="575743"/>
                <a:chOff x="304791" y="304794"/>
                <a:chExt cx="9177746" cy="575743"/>
              </a:xfrm>
            </p:grpSpPr>
            <p:grpSp>
              <p:nvGrpSpPr>
                <p:cNvPr id="74" name="Group 73"/>
                <p:cNvGrpSpPr/>
                <p:nvPr/>
              </p:nvGrpSpPr>
              <p:grpSpPr>
                <a:xfrm>
                  <a:off x="304791" y="304794"/>
                  <a:ext cx="4588873" cy="575738"/>
                  <a:chOff x="2455324" y="304801"/>
                  <a:chExt cx="4588873" cy="575738"/>
                </a:xfrm>
              </p:grpSpPr>
              <p:grpSp>
                <p:nvGrpSpPr>
                  <p:cNvPr id="89" name="Group 88"/>
                  <p:cNvGrpSpPr/>
                  <p:nvPr/>
                </p:nvGrpSpPr>
                <p:grpSpPr>
                  <a:xfrm>
                    <a:off x="2455324" y="304801"/>
                    <a:ext cx="1134524" cy="575735"/>
                    <a:chOff x="2455324" y="304801"/>
                    <a:chExt cx="1134524" cy="575735"/>
                  </a:xfrm>
                </p:grpSpPr>
                <p:sp>
                  <p:nvSpPr>
                    <p:cNvPr id="100" name="Rectangle 99"/>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01" name="Rectangle 100"/>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90" name="Group 89"/>
                  <p:cNvGrpSpPr/>
                  <p:nvPr/>
                </p:nvGrpSpPr>
                <p:grpSpPr>
                  <a:xfrm>
                    <a:off x="3606771" y="304804"/>
                    <a:ext cx="1134524" cy="575735"/>
                    <a:chOff x="2455324" y="304801"/>
                    <a:chExt cx="1134524" cy="575735"/>
                  </a:xfrm>
                </p:grpSpPr>
                <p:sp>
                  <p:nvSpPr>
                    <p:cNvPr id="98" name="Rectangle 97"/>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99" name="Rectangle 98"/>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91" name="Group 90"/>
                  <p:cNvGrpSpPr/>
                  <p:nvPr/>
                </p:nvGrpSpPr>
                <p:grpSpPr>
                  <a:xfrm>
                    <a:off x="4758226" y="304801"/>
                    <a:ext cx="2285971" cy="575738"/>
                    <a:chOff x="4148667" y="457201"/>
                    <a:chExt cx="2285971" cy="575738"/>
                  </a:xfrm>
                </p:grpSpPr>
                <p:grpSp>
                  <p:nvGrpSpPr>
                    <p:cNvPr id="92" name="Group 91"/>
                    <p:cNvGrpSpPr/>
                    <p:nvPr/>
                  </p:nvGrpSpPr>
                  <p:grpSpPr>
                    <a:xfrm>
                      <a:off x="4148667" y="457201"/>
                      <a:ext cx="1134524" cy="575735"/>
                      <a:chOff x="2455324" y="304801"/>
                      <a:chExt cx="1134524" cy="575735"/>
                    </a:xfrm>
                  </p:grpSpPr>
                  <p:sp>
                    <p:nvSpPr>
                      <p:cNvPr id="96" name="Rectangle 95"/>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97" name="Rectangle 96"/>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93" name="Group 92"/>
                    <p:cNvGrpSpPr/>
                    <p:nvPr/>
                  </p:nvGrpSpPr>
                  <p:grpSpPr>
                    <a:xfrm>
                      <a:off x="5300114" y="457204"/>
                      <a:ext cx="1134524" cy="575735"/>
                      <a:chOff x="2455324" y="304801"/>
                      <a:chExt cx="1134524" cy="575735"/>
                    </a:xfrm>
                  </p:grpSpPr>
                  <p:sp>
                    <p:nvSpPr>
                      <p:cNvPr id="94" name="Rectangle 93"/>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95" name="Rectangle 94"/>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grpSp>
            <p:grpSp>
              <p:nvGrpSpPr>
                <p:cNvPr id="75" name="Group 74"/>
                <p:cNvGrpSpPr/>
                <p:nvPr/>
              </p:nvGrpSpPr>
              <p:grpSpPr>
                <a:xfrm>
                  <a:off x="4893664" y="304799"/>
                  <a:ext cx="4588873" cy="575738"/>
                  <a:chOff x="2455324" y="304801"/>
                  <a:chExt cx="4588873" cy="575738"/>
                </a:xfrm>
              </p:grpSpPr>
              <p:grpSp>
                <p:nvGrpSpPr>
                  <p:cNvPr id="76" name="Group 75"/>
                  <p:cNvGrpSpPr/>
                  <p:nvPr/>
                </p:nvGrpSpPr>
                <p:grpSpPr>
                  <a:xfrm>
                    <a:off x="2455324" y="304801"/>
                    <a:ext cx="1134524" cy="575735"/>
                    <a:chOff x="2455324" y="304801"/>
                    <a:chExt cx="1134524" cy="575735"/>
                  </a:xfrm>
                </p:grpSpPr>
                <p:sp>
                  <p:nvSpPr>
                    <p:cNvPr id="87" name="Rectangle 86"/>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88" name="Rectangle 87"/>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77" name="Group 76"/>
                  <p:cNvGrpSpPr/>
                  <p:nvPr/>
                </p:nvGrpSpPr>
                <p:grpSpPr>
                  <a:xfrm>
                    <a:off x="3606771" y="304804"/>
                    <a:ext cx="1134524" cy="575735"/>
                    <a:chOff x="2455324" y="304801"/>
                    <a:chExt cx="1134524" cy="575735"/>
                  </a:xfrm>
                </p:grpSpPr>
                <p:sp>
                  <p:nvSpPr>
                    <p:cNvPr id="85" name="Rectangle 84"/>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86" name="Rectangle 85"/>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78" name="Group 77"/>
                  <p:cNvGrpSpPr/>
                  <p:nvPr/>
                </p:nvGrpSpPr>
                <p:grpSpPr>
                  <a:xfrm>
                    <a:off x="4758226" y="304801"/>
                    <a:ext cx="2285971" cy="575738"/>
                    <a:chOff x="4148667" y="457201"/>
                    <a:chExt cx="2285971" cy="575738"/>
                  </a:xfrm>
                </p:grpSpPr>
                <p:grpSp>
                  <p:nvGrpSpPr>
                    <p:cNvPr id="79" name="Group 78"/>
                    <p:cNvGrpSpPr/>
                    <p:nvPr/>
                  </p:nvGrpSpPr>
                  <p:grpSpPr>
                    <a:xfrm>
                      <a:off x="4148667" y="457201"/>
                      <a:ext cx="1134524" cy="575735"/>
                      <a:chOff x="2455324" y="304801"/>
                      <a:chExt cx="1134524" cy="575735"/>
                    </a:xfrm>
                  </p:grpSpPr>
                  <p:sp>
                    <p:nvSpPr>
                      <p:cNvPr id="83" name="Rectangle 82"/>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84" name="Rectangle 83"/>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80" name="Group 79"/>
                    <p:cNvGrpSpPr/>
                    <p:nvPr/>
                  </p:nvGrpSpPr>
                  <p:grpSpPr>
                    <a:xfrm>
                      <a:off x="5300114" y="457204"/>
                      <a:ext cx="1134524" cy="575735"/>
                      <a:chOff x="2455324" y="304801"/>
                      <a:chExt cx="1134524" cy="575735"/>
                    </a:xfrm>
                  </p:grpSpPr>
                  <p:sp>
                    <p:nvSpPr>
                      <p:cNvPr id="81" name="Rectangle 80"/>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82" name="Rectangle 81"/>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grpSp>
          </p:grpSp>
        </p:grpSp>
        <p:grpSp>
          <p:nvGrpSpPr>
            <p:cNvPr id="132" name="Group 131"/>
            <p:cNvGrpSpPr/>
            <p:nvPr/>
          </p:nvGrpSpPr>
          <p:grpSpPr>
            <a:xfrm>
              <a:off x="-16939" y="2590814"/>
              <a:ext cx="9177749" cy="1134535"/>
              <a:chOff x="-16936" y="304794"/>
              <a:chExt cx="9177749" cy="1134535"/>
            </a:xfrm>
          </p:grpSpPr>
          <p:grpSp>
            <p:nvGrpSpPr>
              <p:cNvPr id="192" name="Group 191"/>
              <p:cNvGrpSpPr/>
              <p:nvPr/>
            </p:nvGrpSpPr>
            <p:grpSpPr>
              <a:xfrm>
                <a:off x="-16936" y="304794"/>
                <a:ext cx="9177746" cy="575743"/>
                <a:chOff x="304791" y="304794"/>
                <a:chExt cx="9177746" cy="575743"/>
              </a:xfrm>
            </p:grpSpPr>
            <p:grpSp>
              <p:nvGrpSpPr>
                <p:cNvPr id="222" name="Group 221"/>
                <p:cNvGrpSpPr/>
                <p:nvPr/>
              </p:nvGrpSpPr>
              <p:grpSpPr>
                <a:xfrm>
                  <a:off x="304791" y="304794"/>
                  <a:ext cx="4588873" cy="575738"/>
                  <a:chOff x="2455324" y="304801"/>
                  <a:chExt cx="4588873" cy="575738"/>
                </a:xfrm>
              </p:grpSpPr>
              <p:grpSp>
                <p:nvGrpSpPr>
                  <p:cNvPr id="237" name="Group 236"/>
                  <p:cNvGrpSpPr/>
                  <p:nvPr/>
                </p:nvGrpSpPr>
                <p:grpSpPr>
                  <a:xfrm>
                    <a:off x="2455324" y="304801"/>
                    <a:ext cx="1134524" cy="575735"/>
                    <a:chOff x="2455324" y="304801"/>
                    <a:chExt cx="1134524" cy="575735"/>
                  </a:xfrm>
                </p:grpSpPr>
                <p:sp>
                  <p:nvSpPr>
                    <p:cNvPr id="248" name="Rectangle 247"/>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49" name="Rectangle 248"/>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238" name="Group 237"/>
                  <p:cNvGrpSpPr/>
                  <p:nvPr/>
                </p:nvGrpSpPr>
                <p:grpSpPr>
                  <a:xfrm>
                    <a:off x="3606771" y="304804"/>
                    <a:ext cx="1134524" cy="575735"/>
                    <a:chOff x="2455324" y="304801"/>
                    <a:chExt cx="1134524" cy="575735"/>
                  </a:xfrm>
                </p:grpSpPr>
                <p:sp>
                  <p:nvSpPr>
                    <p:cNvPr id="246" name="Rectangle 245"/>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47" name="Rectangle 246"/>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239" name="Group 238"/>
                  <p:cNvGrpSpPr/>
                  <p:nvPr/>
                </p:nvGrpSpPr>
                <p:grpSpPr>
                  <a:xfrm>
                    <a:off x="4758226" y="304801"/>
                    <a:ext cx="2285971" cy="575738"/>
                    <a:chOff x="4148667" y="457201"/>
                    <a:chExt cx="2285971" cy="575738"/>
                  </a:xfrm>
                </p:grpSpPr>
                <p:grpSp>
                  <p:nvGrpSpPr>
                    <p:cNvPr id="240" name="Group 239"/>
                    <p:cNvGrpSpPr/>
                    <p:nvPr/>
                  </p:nvGrpSpPr>
                  <p:grpSpPr>
                    <a:xfrm>
                      <a:off x="4148667" y="457201"/>
                      <a:ext cx="1134524" cy="575735"/>
                      <a:chOff x="2455324" y="304801"/>
                      <a:chExt cx="1134524" cy="575735"/>
                    </a:xfrm>
                  </p:grpSpPr>
                  <p:sp>
                    <p:nvSpPr>
                      <p:cNvPr id="244" name="Rectangle 243"/>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45" name="Rectangle 244"/>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241" name="Group 240"/>
                    <p:cNvGrpSpPr/>
                    <p:nvPr/>
                  </p:nvGrpSpPr>
                  <p:grpSpPr>
                    <a:xfrm>
                      <a:off x="5300114" y="457204"/>
                      <a:ext cx="1134524" cy="575735"/>
                      <a:chOff x="2455324" y="304801"/>
                      <a:chExt cx="1134524" cy="575735"/>
                    </a:xfrm>
                  </p:grpSpPr>
                  <p:sp>
                    <p:nvSpPr>
                      <p:cNvPr id="242" name="Rectangle 241"/>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43" name="Rectangle 242"/>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grpSp>
            <p:grpSp>
              <p:nvGrpSpPr>
                <p:cNvPr id="223" name="Group 222"/>
                <p:cNvGrpSpPr/>
                <p:nvPr/>
              </p:nvGrpSpPr>
              <p:grpSpPr>
                <a:xfrm>
                  <a:off x="4893664" y="304799"/>
                  <a:ext cx="4588873" cy="575738"/>
                  <a:chOff x="2455324" y="304801"/>
                  <a:chExt cx="4588873" cy="575738"/>
                </a:xfrm>
              </p:grpSpPr>
              <p:grpSp>
                <p:nvGrpSpPr>
                  <p:cNvPr id="224" name="Group 223"/>
                  <p:cNvGrpSpPr/>
                  <p:nvPr/>
                </p:nvGrpSpPr>
                <p:grpSpPr>
                  <a:xfrm>
                    <a:off x="2455324" y="304801"/>
                    <a:ext cx="1134524" cy="575735"/>
                    <a:chOff x="2455324" y="304801"/>
                    <a:chExt cx="1134524" cy="575735"/>
                  </a:xfrm>
                </p:grpSpPr>
                <p:sp>
                  <p:nvSpPr>
                    <p:cNvPr id="235" name="Rectangle 234"/>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36" name="Rectangle 235"/>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225" name="Group 224"/>
                  <p:cNvGrpSpPr/>
                  <p:nvPr/>
                </p:nvGrpSpPr>
                <p:grpSpPr>
                  <a:xfrm>
                    <a:off x="3606771" y="304804"/>
                    <a:ext cx="1134524" cy="575735"/>
                    <a:chOff x="2455324" y="304801"/>
                    <a:chExt cx="1134524" cy="575735"/>
                  </a:xfrm>
                </p:grpSpPr>
                <p:sp>
                  <p:nvSpPr>
                    <p:cNvPr id="233" name="Rectangle 232"/>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34" name="Rectangle 233"/>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226" name="Group 225"/>
                  <p:cNvGrpSpPr/>
                  <p:nvPr/>
                </p:nvGrpSpPr>
                <p:grpSpPr>
                  <a:xfrm>
                    <a:off x="4758226" y="304801"/>
                    <a:ext cx="2285971" cy="575738"/>
                    <a:chOff x="4148667" y="457201"/>
                    <a:chExt cx="2285971" cy="575738"/>
                  </a:xfrm>
                </p:grpSpPr>
                <p:grpSp>
                  <p:nvGrpSpPr>
                    <p:cNvPr id="227" name="Group 226"/>
                    <p:cNvGrpSpPr/>
                    <p:nvPr/>
                  </p:nvGrpSpPr>
                  <p:grpSpPr>
                    <a:xfrm>
                      <a:off x="4148667" y="457201"/>
                      <a:ext cx="1134524" cy="575735"/>
                      <a:chOff x="2455324" y="304801"/>
                      <a:chExt cx="1134524" cy="575735"/>
                    </a:xfrm>
                  </p:grpSpPr>
                  <p:sp>
                    <p:nvSpPr>
                      <p:cNvPr id="231" name="Rectangle 230"/>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32" name="Rectangle 231"/>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228" name="Group 227"/>
                    <p:cNvGrpSpPr/>
                    <p:nvPr/>
                  </p:nvGrpSpPr>
                  <p:grpSpPr>
                    <a:xfrm>
                      <a:off x="5300114" y="457204"/>
                      <a:ext cx="1134524" cy="575735"/>
                      <a:chOff x="2455324" y="304801"/>
                      <a:chExt cx="1134524" cy="575735"/>
                    </a:xfrm>
                  </p:grpSpPr>
                  <p:sp>
                    <p:nvSpPr>
                      <p:cNvPr id="229" name="Rectangle 228"/>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30" name="Rectangle 229"/>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grpSp>
          </p:grpSp>
          <p:grpSp>
            <p:nvGrpSpPr>
              <p:cNvPr id="193" name="Group 192"/>
              <p:cNvGrpSpPr/>
              <p:nvPr/>
            </p:nvGrpSpPr>
            <p:grpSpPr>
              <a:xfrm>
                <a:off x="-16933" y="863586"/>
                <a:ext cx="9177746" cy="575743"/>
                <a:chOff x="304791" y="304794"/>
                <a:chExt cx="9177746" cy="575743"/>
              </a:xfrm>
            </p:grpSpPr>
            <p:grpSp>
              <p:nvGrpSpPr>
                <p:cNvPr id="194" name="Group 193"/>
                <p:cNvGrpSpPr/>
                <p:nvPr/>
              </p:nvGrpSpPr>
              <p:grpSpPr>
                <a:xfrm>
                  <a:off x="304791" y="304794"/>
                  <a:ext cx="4588873" cy="575738"/>
                  <a:chOff x="2455324" y="304801"/>
                  <a:chExt cx="4588873" cy="575738"/>
                </a:xfrm>
              </p:grpSpPr>
              <p:grpSp>
                <p:nvGrpSpPr>
                  <p:cNvPr id="209" name="Group 208"/>
                  <p:cNvGrpSpPr/>
                  <p:nvPr/>
                </p:nvGrpSpPr>
                <p:grpSpPr>
                  <a:xfrm>
                    <a:off x="2455324" y="304801"/>
                    <a:ext cx="1134524" cy="575735"/>
                    <a:chOff x="2455324" y="304801"/>
                    <a:chExt cx="1134524" cy="575735"/>
                  </a:xfrm>
                </p:grpSpPr>
                <p:sp>
                  <p:nvSpPr>
                    <p:cNvPr id="220" name="Rectangle 219"/>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21" name="Rectangle 220"/>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210" name="Group 209"/>
                  <p:cNvGrpSpPr/>
                  <p:nvPr/>
                </p:nvGrpSpPr>
                <p:grpSpPr>
                  <a:xfrm>
                    <a:off x="3606771" y="304804"/>
                    <a:ext cx="1134524" cy="575735"/>
                    <a:chOff x="2455324" y="304801"/>
                    <a:chExt cx="1134524" cy="575735"/>
                  </a:xfrm>
                </p:grpSpPr>
                <p:sp>
                  <p:nvSpPr>
                    <p:cNvPr id="218" name="Rectangle 217"/>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19" name="Rectangle 218"/>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211" name="Group 210"/>
                  <p:cNvGrpSpPr/>
                  <p:nvPr/>
                </p:nvGrpSpPr>
                <p:grpSpPr>
                  <a:xfrm>
                    <a:off x="4758226" y="304801"/>
                    <a:ext cx="2285971" cy="575738"/>
                    <a:chOff x="4148667" y="457201"/>
                    <a:chExt cx="2285971" cy="575738"/>
                  </a:xfrm>
                </p:grpSpPr>
                <p:grpSp>
                  <p:nvGrpSpPr>
                    <p:cNvPr id="212" name="Group 211"/>
                    <p:cNvGrpSpPr/>
                    <p:nvPr/>
                  </p:nvGrpSpPr>
                  <p:grpSpPr>
                    <a:xfrm>
                      <a:off x="4148667" y="457201"/>
                      <a:ext cx="1134524" cy="575735"/>
                      <a:chOff x="2455324" y="304801"/>
                      <a:chExt cx="1134524" cy="575735"/>
                    </a:xfrm>
                  </p:grpSpPr>
                  <p:sp>
                    <p:nvSpPr>
                      <p:cNvPr id="216" name="Rectangle 215"/>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17" name="Rectangle 216"/>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213" name="Group 212"/>
                    <p:cNvGrpSpPr/>
                    <p:nvPr/>
                  </p:nvGrpSpPr>
                  <p:grpSpPr>
                    <a:xfrm>
                      <a:off x="5300114" y="457204"/>
                      <a:ext cx="1134524" cy="575735"/>
                      <a:chOff x="2455324" y="304801"/>
                      <a:chExt cx="1134524" cy="575735"/>
                    </a:xfrm>
                  </p:grpSpPr>
                  <p:sp>
                    <p:nvSpPr>
                      <p:cNvPr id="214" name="Rectangle 213"/>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15" name="Rectangle 214"/>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grpSp>
            <p:grpSp>
              <p:nvGrpSpPr>
                <p:cNvPr id="195" name="Group 194"/>
                <p:cNvGrpSpPr/>
                <p:nvPr/>
              </p:nvGrpSpPr>
              <p:grpSpPr>
                <a:xfrm>
                  <a:off x="4893664" y="304799"/>
                  <a:ext cx="4588873" cy="575738"/>
                  <a:chOff x="2455324" y="304801"/>
                  <a:chExt cx="4588873" cy="575738"/>
                </a:xfrm>
              </p:grpSpPr>
              <p:grpSp>
                <p:nvGrpSpPr>
                  <p:cNvPr id="196" name="Group 195"/>
                  <p:cNvGrpSpPr/>
                  <p:nvPr/>
                </p:nvGrpSpPr>
                <p:grpSpPr>
                  <a:xfrm>
                    <a:off x="2455324" y="304801"/>
                    <a:ext cx="1134524" cy="575735"/>
                    <a:chOff x="2455324" y="304801"/>
                    <a:chExt cx="1134524" cy="575735"/>
                  </a:xfrm>
                </p:grpSpPr>
                <p:sp>
                  <p:nvSpPr>
                    <p:cNvPr id="207" name="Rectangle 206"/>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08" name="Rectangle 207"/>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197" name="Group 196"/>
                  <p:cNvGrpSpPr/>
                  <p:nvPr/>
                </p:nvGrpSpPr>
                <p:grpSpPr>
                  <a:xfrm>
                    <a:off x="3606771" y="304804"/>
                    <a:ext cx="1134524" cy="575735"/>
                    <a:chOff x="2455324" y="304801"/>
                    <a:chExt cx="1134524" cy="575735"/>
                  </a:xfrm>
                </p:grpSpPr>
                <p:sp>
                  <p:nvSpPr>
                    <p:cNvPr id="205" name="Rectangle 204"/>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06" name="Rectangle 205"/>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198" name="Group 197"/>
                  <p:cNvGrpSpPr/>
                  <p:nvPr/>
                </p:nvGrpSpPr>
                <p:grpSpPr>
                  <a:xfrm>
                    <a:off x="4758226" y="304801"/>
                    <a:ext cx="2285971" cy="575738"/>
                    <a:chOff x="4148667" y="457201"/>
                    <a:chExt cx="2285971" cy="575738"/>
                  </a:xfrm>
                </p:grpSpPr>
                <p:grpSp>
                  <p:nvGrpSpPr>
                    <p:cNvPr id="199" name="Group 198"/>
                    <p:cNvGrpSpPr/>
                    <p:nvPr/>
                  </p:nvGrpSpPr>
                  <p:grpSpPr>
                    <a:xfrm>
                      <a:off x="4148667" y="457201"/>
                      <a:ext cx="1134524" cy="575735"/>
                      <a:chOff x="2455324" y="304801"/>
                      <a:chExt cx="1134524" cy="575735"/>
                    </a:xfrm>
                  </p:grpSpPr>
                  <p:sp>
                    <p:nvSpPr>
                      <p:cNvPr id="203" name="Rectangle 202"/>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04" name="Rectangle 203"/>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200" name="Group 199"/>
                    <p:cNvGrpSpPr/>
                    <p:nvPr/>
                  </p:nvGrpSpPr>
                  <p:grpSpPr>
                    <a:xfrm>
                      <a:off x="5300114" y="457204"/>
                      <a:ext cx="1134524" cy="575735"/>
                      <a:chOff x="2455324" y="304801"/>
                      <a:chExt cx="1134524" cy="575735"/>
                    </a:xfrm>
                  </p:grpSpPr>
                  <p:sp>
                    <p:nvSpPr>
                      <p:cNvPr id="201" name="Rectangle 200"/>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02" name="Rectangle 201"/>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grpSp>
          </p:grpSp>
        </p:grpSp>
        <p:grpSp>
          <p:nvGrpSpPr>
            <p:cNvPr id="133" name="Group 132"/>
            <p:cNvGrpSpPr/>
            <p:nvPr/>
          </p:nvGrpSpPr>
          <p:grpSpPr>
            <a:xfrm>
              <a:off x="-16936" y="3725328"/>
              <a:ext cx="9177749" cy="1134535"/>
              <a:chOff x="-16936" y="304794"/>
              <a:chExt cx="9177749" cy="1134535"/>
            </a:xfrm>
          </p:grpSpPr>
          <p:grpSp>
            <p:nvGrpSpPr>
              <p:cNvPr id="134" name="Group 133"/>
              <p:cNvGrpSpPr/>
              <p:nvPr/>
            </p:nvGrpSpPr>
            <p:grpSpPr>
              <a:xfrm>
                <a:off x="-16936" y="304794"/>
                <a:ext cx="9177746" cy="575743"/>
                <a:chOff x="304791" y="304794"/>
                <a:chExt cx="9177746" cy="575743"/>
              </a:xfrm>
            </p:grpSpPr>
            <p:grpSp>
              <p:nvGrpSpPr>
                <p:cNvPr id="164" name="Group 163"/>
                <p:cNvGrpSpPr/>
                <p:nvPr/>
              </p:nvGrpSpPr>
              <p:grpSpPr>
                <a:xfrm>
                  <a:off x="304791" y="304794"/>
                  <a:ext cx="4588873" cy="575738"/>
                  <a:chOff x="2455324" y="304801"/>
                  <a:chExt cx="4588873" cy="575738"/>
                </a:xfrm>
              </p:grpSpPr>
              <p:grpSp>
                <p:nvGrpSpPr>
                  <p:cNvPr id="179" name="Group 178"/>
                  <p:cNvGrpSpPr/>
                  <p:nvPr/>
                </p:nvGrpSpPr>
                <p:grpSpPr>
                  <a:xfrm>
                    <a:off x="2455324" y="304801"/>
                    <a:ext cx="1134524" cy="575735"/>
                    <a:chOff x="2455324" y="304801"/>
                    <a:chExt cx="1134524" cy="575735"/>
                  </a:xfrm>
                </p:grpSpPr>
                <p:sp>
                  <p:nvSpPr>
                    <p:cNvPr id="190" name="Rectangle 189"/>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91" name="Rectangle 190"/>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180" name="Group 179"/>
                  <p:cNvGrpSpPr/>
                  <p:nvPr/>
                </p:nvGrpSpPr>
                <p:grpSpPr>
                  <a:xfrm>
                    <a:off x="3606771" y="304804"/>
                    <a:ext cx="1134524" cy="575735"/>
                    <a:chOff x="2455324" y="304801"/>
                    <a:chExt cx="1134524" cy="575735"/>
                  </a:xfrm>
                </p:grpSpPr>
                <p:sp>
                  <p:nvSpPr>
                    <p:cNvPr id="188" name="Rectangle 187"/>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89" name="Rectangle 188"/>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181" name="Group 180"/>
                  <p:cNvGrpSpPr/>
                  <p:nvPr/>
                </p:nvGrpSpPr>
                <p:grpSpPr>
                  <a:xfrm>
                    <a:off x="4758226" y="304801"/>
                    <a:ext cx="2285971" cy="575738"/>
                    <a:chOff x="4148667" y="457201"/>
                    <a:chExt cx="2285971" cy="575738"/>
                  </a:xfrm>
                </p:grpSpPr>
                <p:grpSp>
                  <p:nvGrpSpPr>
                    <p:cNvPr id="182" name="Group 181"/>
                    <p:cNvGrpSpPr/>
                    <p:nvPr/>
                  </p:nvGrpSpPr>
                  <p:grpSpPr>
                    <a:xfrm>
                      <a:off x="4148667" y="457201"/>
                      <a:ext cx="1134524" cy="575735"/>
                      <a:chOff x="2455324" y="304801"/>
                      <a:chExt cx="1134524" cy="575735"/>
                    </a:xfrm>
                  </p:grpSpPr>
                  <p:sp>
                    <p:nvSpPr>
                      <p:cNvPr id="186" name="Rectangle 185"/>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87" name="Rectangle 186"/>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183" name="Group 182"/>
                    <p:cNvGrpSpPr/>
                    <p:nvPr/>
                  </p:nvGrpSpPr>
                  <p:grpSpPr>
                    <a:xfrm>
                      <a:off x="5300114" y="457204"/>
                      <a:ext cx="1134524" cy="575735"/>
                      <a:chOff x="2455324" y="304801"/>
                      <a:chExt cx="1134524" cy="575735"/>
                    </a:xfrm>
                  </p:grpSpPr>
                  <p:sp>
                    <p:nvSpPr>
                      <p:cNvPr id="184" name="Rectangle 183"/>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85" name="Rectangle 184"/>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grpSp>
            <p:grpSp>
              <p:nvGrpSpPr>
                <p:cNvPr id="165" name="Group 164"/>
                <p:cNvGrpSpPr/>
                <p:nvPr/>
              </p:nvGrpSpPr>
              <p:grpSpPr>
                <a:xfrm>
                  <a:off x="4893664" y="304799"/>
                  <a:ext cx="4588873" cy="575738"/>
                  <a:chOff x="2455324" y="304801"/>
                  <a:chExt cx="4588873" cy="575738"/>
                </a:xfrm>
              </p:grpSpPr>
              <p:grpSp>
                <p:nvGrpSpPr>
                  <p:cNvPr id="166" name="Group 165"/>
                  <p:cNvGrpSpPr/>
                  <p:nvPr/>
                </p:nvGrpSpPr>
                <p:grpSpPr>
                  <a:xfrm>
                    <a:off x="2455324" y="304801"/>
                    <a:ext cx="1134524" cy="575735"/>
                    <a:chOff x="2455324" y="304801"/>
                    <a:chExt cx="1134524" cy="575735"/>
                  </a:xfrm>
                </p:grpSpPr>
                <p:sp>
                  <p:nvSpPr>
                    <p:cNvPr id="177" name="Rectangle 176"/>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78" name="Rectangle 177"/>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167" name="Group 166"/>
                  <p:cNvGrpSpPr/>
                  <p:nvPr/>
                </p:nvGrpSpPr>
                <p:grpSpPr>
                  <a:xfrm>
                    <a:off x="3606771" y="304804"/>
                    <a:ext cx="1134524" cy="575735"/>
                    <a:chOff x="2455324" y="304801"/>
                    <a:chExt cx="1134524" cy="575735"/>
                  </a:xfrm>
                </p:grpSpPr>
                <p:sp>
                  <p:nvSpPr>
                    <p:cNvPr id="175" name="Rectangle 174"/>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76" name="Rectangle 175"/>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168" name="Group 167"/>
                  <p:cNvGrpSpPr/>
                  <p:nvPr/>
                </p:nvGrpSpPr>
                <p:grpSpPr>
                  <a:xfrm>
                    <a:off x="4758226" y="304801"/>
                    <a:ext cx="2285971" cy="575738"/>
                    <a:chOff x="4148667" y="457201"/>
                    <a:chExt cx="2285971" cy="575738"/>
                  </a:xfrm>
                </p:grpSpPr>
                <p:grpSp>
                  <p:nvGrpSpPr>
                    <p:cNvPr id="169" name="Group 168"/>
                    <p:cNvGrpSpPr/>
                    <p:nvPr/>
                  </p:nvGrpSpPr>
                  <p:grpSpPr>
                    <a:xfrm>
                      <a:off x="4148667" y="457201"/>
                      <a:ext cx="1134524" cy="575735"/>
                      <a:chOff x="2455324" y="304801"/>
                      <a:chExt cx="1134524" cy="575735"/>
                    </a:xfrm>
                  </p:grpSpPr>
                  <p:sp>
                    <p:nvSpPr>
                      <p:cNvPr id="173" name="Rectangle 172"/>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74" name="Rectangle 173"/>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170" name="Group 169"/>
                    <p:cNvGrpSpPr/>
                    <p:nvPr/>
                  </p:nvGrpSpPr>
                  <p:grpSpPr>
                    <a:xfrm>
                      <a:off x="5300114" y="457204"/>
                      <a:ext cx="1134524" cy="575735"/>
                      <a:chOff x="2455324" y="304801"/>
                      <a:chExt cx="1134524" cy="575735"/>
                    </a:xfrm>
                  </p:grpSpPr>
                  <p:sp>
                    <p:nvSpPr>
                      <p:cNvPr id="171" name="Rectangle 170"/>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72" name="Rectangle 171"/>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grpSp>
          </p:grpSp>
          <p:grpSp>
            <p:nvGrpSpPr>
              <p:cNvPr id="135" name="Group 134"/>
              <p:cNvGrpSpPr/>
              <p:nvPr/>
            </p:nvGrpSpPr>
            <p:grpSpPr>
              <a:xfrm>
                <a:off x="-16933" y="863586"/>
                <a:ext cx="9177746" cy="575743"/>
                <a:chOff x="304791" y="304794"/>
                <a:chExt cx="9177746" cy="575743"/>
              </a:xfrm>
            </p:grpSpPr>
            <p:grpSp>
              <p:nvGrpSpPr>
                <p:cNvPr id="136" name="Group 135"/>
                <p:cNvGrpSpPr/>
                <p:nvPr/>
              </p:nvGrpSpPr>
              <p:grpSpPr>
                <a:xfrm>
                  <a:off x="304791" y="304794"/>
                  <a:ext cx="4588873" cy="575738"/>
                  <a:chOff x="2455324" y="304801"/>
                  <a:chExt cx="4588873" cy="575738"/>
                </a:xfrm>
              </p:grpSpPr>
              <p:grpSp>
                <p:nvGrpSpPr>
                  <p:cNvPr id="151" name="Group 150"/>
                  <p:cNvGrpSpPr/>
                  <p:nvPr/>
                </p:nvGrpSpPr>
                <p:grpSpPr>
                  <a:xfrm>
                    <a:off x="2455324" y="304801"/>
                    <a:ext cx="1134524" cy="575735"/>
                    <a:chOff x="2455324" y="304801"/>
                    <a:chExt cx="1134524" cy="575735"/>
                  </a:xfrm>
                </p:grpSpPr>
                <p:sp>
                  <p:nvSpPr>
                    <p:cNvPr id="162" name="Rectangle 161"/>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smtClean="0">
                        <a:ln>
                          <a:noFill/>
                        </a:ln>
                        <a:solidFill>
                          <a:schemeClr val="tx1"/>
                        </a:solidFill>
                        <a:effectLst/>
                        <a:latin typeface="Arial" charset="0"/>
                        <a:cs typeface="Arial" charset="0"/>
                      </a:endParaRPr>
                    </a:p>
                  </p:txBody>
                </p:sp>
                <p:sp>
                  <p:nvSpPr>
                    <p:cNvPr id="163" name="Rectangle 162"/>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152" name="Group 151"/>
                  <p:cNvGrpSpPr/>
                  <p:nvPr/>
                </p:nvGrpSpPr>
                <p:grpSpPr>
                  <a:xfrm>
                    <a:off x="3606771" y="304804"/>
                    <a:ext cx="1134524" cy="575735"/>
                    <a:chOff x="2455324" y="304801"/>
                    <a:chExt cx="1134524" cy="575735"/>
                  </a:xfrm>
                </p:grpSpPr>
                <p:sp>
                  <p:nvSpPr>
                    <p:cNvPr id="160" name="Rectangle 159"/>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61" name="Rectangle 160"/>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153" name="Group 152"/>
                  <p:cNvGrpSpPr/>
                  <p:nvPr/>
                </p:nvGrpSpPr>
                <p:grpSpPr>
                  <a:xfrm>
                    <a:off x="4758226" y="304801"/>
                    <a:ext cx="2285971" cy="575738"/>
                    <a:chOff x="4148667" y="457201"/>
                    <a:chExt cx="2285971" cy="575738"/>
                  </a:xfrm>
                </p:grpSpPr>
                <p:grpSp>
                  <p:nvGrpSpPr>
                    <p:cNvPr id="154" name="Group 153"/>
                    <p:cNvGrpSpPr/>
                    <p:nvPr/>
                  </p:nvGrpSpPr>
                  <p:grpSpPr>
                    <a:xfrm>
                      <a:off x="4148667" y="457201"/>
                      <a:ext cx="1134524" cy="575735"/>
                      <a:chOff x="2455324" y="304801"/>
                      <a:chExt cx="1134524" cy="575735"/>
                    </a:xfrm>
                  </p:grpSpPr>
                  <p:sp>
                    <p:nvSpPr>
                      <p:cNvPr id="158" name="Rectangle 157"/>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59" name="Rectangle 158"/>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155" name="Group 154"/>
                    <p:cNvGrpSpPr/>
                    <p:nvPr/>
                  </p:nvGrpSpPr>
                  <p:grpSpPr>
                    <a:xfrm>
                      <a:off x="5300114" y="457204"/>
                      <a:ext cx="1134524" cy="575735"/>
                      <a:chOff x="2455324" y="304801"/>
                      <a:chExt cx="1134524" cy="575735"/>
                    </a:xfrm>
                  </p:grpSpPr>
                  <p:sp>
                    <p:nvSpPr>
                      <p:cNvPr id="156" name="Rectangle 155"/>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57" name="Rectangle 156"/>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grpSp>
            <p:grpSp>
              <p:nvGrpSpPr>
                <p:cNvPr id="137" name="Group 136"/>
                <p:cNvGrpSpPr/>
                <p:nvPr/>
              </p:nvGrpSpPr>
              <p:grpSpPr>
                <a:xfrm>
                  <a:off x="4893664" y="304799"/>
                  <a:ext cx="4588873" cy="575738"/>
                  <a:chOff x="2455324" y="304801"/>
                  <a:chExt cx="4588873" cy="575738"/>
                </a:xfrm>
              </p:grpSpPr>
              <p:grpSp>
                <p:nvGrpSpPr>
                  <p:cNvPr id="138" name="Group 137"/>
                  <p:cNvGrpSpPr/>
                  <p:nvPr/>
                </p:nvGrpSpPr>
                <p:grpSpPr>
                  <a:xfrm>
                    <a:off x="2455324" y="304801"/>
                    <a:ext cx="1134524" cy="575735"/>
                    <a:chOff x="2455324" y="304801"/>
                    <a:chExt cx="1134524" cy="575735"/>
                  </a:xfrm>
                </p:grpSpPr>
                <p:sp>
                  <p:nvSpPr>
                    <p:cNvPr id="149" name="Rectangle 148"/>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50" name="Rectangle 149"/>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139" name="Group 138"/>
                  <p:cNvGrpSpPr/>
                  <p:nvPr/>
                </p:nvGrpSpPr>
                <p:grpSpPr>
                  <a:xfrm>
                    <a:off x="3606771" y="304804"/>
                    <a:ext cx="1134524" cy="575735"/>
                    <a:chOff x="2455324" y="304801"/>
                    <a:chExt cx="1134524" cy="575735"/>
                  </a:xfrm>
                </p:grpSpPr>
                <p:sp>
                  <p:nvSpPr>
                    <p:cNvPr id="147" name="Rectangle 146"/>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48" name="Rectangle 147"/>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140" name="Group 139"/>
                  <p:cNvGrpSpPr/>
                  <p:nvPr/>
                </p:nvGrpSpPr>
                <p:grpSpPr>
                  <a:xfrm>
                    <a:off x="4758226" y="304801"/>
                    <a:ext cx="2285971" cy="575738"/>
                    <a:chOff x="4148667" y="457201"/>
                    <a:chExt cx="2285971" cy="575738"/>
                  </a:xfrm>
                </p:grpSpPr>
                <p:grpSp>
                  <p:nvGrpSpPr>
                    <p:cNvPr id="141" name="Group 140"/>
                    <p:cNvGrpSpPr/>
                    <p:nvPr/>
                  </p:nvGrpSpPr>
                  <p:grpSpPr>
                    <a:xfrm>
                      <a:off x="4148667" y="457201"/>
                      <a:ext cx="1134524" cy="575735"/>
                      <a:chOff x="2455324" y="304801"/>
                      <a:chExt cx="1134524" cy="575735"/>
                    </a:xfrm>
                  </p:grpSpPr>
                  <p:sp>
                    <p:nvSpPr>
                      <p:cNvPr id="145" name="Rectangle 144"/>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46" name="Rectangle 145"/>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142" name="Group 141"/>
                    <p:cNvGrpSpPr/>
                    <p:nvPr/>
                  </p:nvGrpSpPr>
                  <p:grpSpPr>
                    <a:xfrm>
                      <a:off x="5300114" y="457204"/>
                      <a:ext cx="1134524" cy="575735"/>
                      <a:chOff x="2455324" y="304801"/>
                      <a:chExt cx="1134524" cy="575735"/>
                    </a:xfrm>
                  </p:grpSpPr>
                  <p:sp>
                    <p:nvSpPr>
                      <p:cNvPr id="143" name="Rectangle 142"/>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44" name="Rectangle 143"/>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grpSp>
          </p:grpSp>
        </p:grpSp>
        <p:grpSp>
          <p:nvGrpSpPr>
            <p:cNvPr id="251" name="Group 250"/>
            <p:cNvGrpSpPr/>
            <p:nvPr/>
          </p:nvGrpSpPr>
          <p:grpSpPr>
            <a:xfrm>
              <a:off x="-16933" y="4876707"/>
              <a:ext cx="9177749" cy="1134535"/>
              <a:chOff x="-16936" y="304794"/>
              <a:chExt cx="9177749" cy="1134535"/>
            </a:xfrm>
          </p:grpSpPr>
          <p:grpSp>
            <p:nvGrpSpPr>
              <p:cNvPr id="311" name="Group 310"/>
              <p:cNvGrpSpPr/>
              <p:nvPr/>
            </p:nvGrpSpPr>
            <p:grpSpPr>
              <a:xfrm>
                <a:off x="-16936" y="304794"/>
                <a:ext cx="9177746" cy="575743"/>
                <a:chOff x="304791" y="304794"/>
                <a:chExt cx="9177746" cy="575743"/>
              </a:xfrm>
            </p:grpSpPr>
            <p:grpSp>
              <p:nvGrpSpPr>
                <p:cNvPr id="341" name="Group 340"/>
                <p:cNvGrpSpPr/>
                <p:nvPr/>
              </p:nvGrpSpPr>
              <p:grpSpPr>
                <a:xfrm>
                  <a:off x="304791" y="304794"/>
                  <a:ext cx="4588873" cy="575738"/>
                  <a:chOff x="2455324" y="304801"/>
                  <a:chExt cx="4588873" cy="575738"/>
                </a:xfrm>
              </p:grpSpPr>
              <p:grpSp>
                <p:nvGrpSpPr>
                  <p:cNvPr id="356" name="Group 355"/>
                  <p:cNvGrpSpPr/>
                  <p:nvPr/>
                </p:nvGrpSpPr>
                <p:grpSpPr>
                  <a:xfrm>
                    <a:off x="2455324" y="304801"/>
                    <a:ext cx="1134524" cy="575735"/>
                    <a:chOff x="2455324" y="304801"/>
                    <a:chExt cx="1134524" cy="575735"/>
                  </a:xfrm>
                </p:grpSpPr>
                <p:sp>
                  <p:nvSpPr>
                    <p:cNvPr id="367" name="Rectangle 366"/>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368" name="Rectangle 367"/>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357" name="Group 356"/>
                  <p:cNvGrpSpPr/>
                  <p:nvPr/>
                </p:nvGrpSpPr>
                <p:grpSpPr>
                  <a:xfrm>
                    <a:off x="3606771" y="304804"/>
                    <a:ext cx="1134524" cy="575735"/>
                    <a:chOff x="2455324" y="304801"/>
                    <a:chExt cx="1134524" cy="575735"/>
                  </a:xfrm>
                </p:grpSpPr>
                <p:sp>
                  <p:nvSpPr>
                    <p:cNvPr id="365" name="Rectangle 364"/>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366" name="Rectangle 365"/>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358" name="Group 357"/>
                  <p:cNvGrpSpPr/>
                  <p:nvPr/>
                </p:nvGrpSpPr>
                <p:grpSpPr>
                  <a:xfrm>
                    <a:off x="4758226" y="304801"/>
                    <a:ext cx="2285971" cy="575738"/>
                    <a:chOff x="4148667" y="457201"/>
                    <a:chExt cx="2285971" cy="575738"/>
                  </a:xfrm>
                </p:grpSpPr>
                <p:grpSp>
                  <p:nvGrpSpPr>
                    <p:cNvPr id="359" name="Group 358"/>
                    <p:cNvGrpSpPr/>
                    <p:nvPr/>
                  </p:nvGrpSpPr>
                  <p:grpSpPr>
                    <a:xfrm>
                      <a:off x="4148667" y="457201"/>
                      <a:ext cx="1134524" cy="575735"/>
                      <a:chOff x="2455324" y="304801"/>
                      <a:chExt cx="1134524" cy="575735"/>
                    </a:xfrm>
                  </p:grpSpPr>
                  <p:sp>
                    <p:nvSpPr>
                      <p:cNvPr id="363" name="Rectangle 362"/>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364" name="Rectangle 363"/>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360" name="Group 359"/>
                    <p:cNvGrpSpPr/>
                    <p:nvPr/>
                  </p:nvGrpSpPr>
                  <p:grpSpPr>
                    <a:xfrm>
                      <a:off x="5300114" y="457204"/>
                      <a:ext cx="1134524" cy="575735"/>
                      <a:chOff x="2455324" y="304801"/>
                      <a:chExt cx="1134524" cy="575735"/>
                    </a:xfrm>
                  </p:grpSpPr>
                  <p:sp>
                    <p:nvSpPr>
                      <p:cNvPr id="361" name="Rectangle 360"/>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362" name="Rectangle 361"/>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grpSp>
            <p:grpSp>
              <p:nvGrpSpPr>
                <p:cNvPr id="342" name="Group 341"/>
                <p:cNvGrpSpPr/>
                <p:nvPr/>
              </p:nvGrpSpPr>
              <p:grpSpPr>
                <a:xfrm>
                  <a:off x="4893664" y="304799"/>
                  <a:ext cx="4588873" cy="575738"/>
                  <a:chOff x="2455324" y="304801"/>
                  <a:chExt cx="4588873" cy="575738"/>
                </a:xfrm>
              </p:grpSpPr>
              <p:grpSp>
                <p:nvGrpSpPr>
                  <p:cNvPr id="343" name="Group 342"/>
                  <p:cNvGrpSpPr/>
                  <p:nvPr/>
                </p:nvGrpSpPr>
                <p:grpSpPr>
                  <a:xfrm>
                    <a:off x="2455324" y="304801"/>
                    <a:ext cx="1134524" cy="575735"/>
                    <a:chOff x="2455324" y="304801"/>
                    <a:chExt cx="1134524" cy="575735"/>
                  </a:xfrm>
                </p:grpSpPr>
                <p:sp>
                  <p:nvSpPr>
                    <p:cNvPr id="354" name="Rectangle 353"/>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355" name="Rectangle 354"/>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344" name="Group 343"/>
                  <p:cNvGrpSpPr/>
                  <p:nvPr/>
                </p:nvGrpSpPr>
                <p:grpSpPr>
                  <a:xfrm>
                    <a:off x="3606771" y="304804"/>
                    <a:ext cx="1134524" cy="575735"/>
                    <a:chOff x="2455324" y="304801"/>
                    <a:chExt cx="1134524" cy="575735"/>
                  </a:xfrm>
                </p:grpSpPr>
                <p:sp>
                  <p:nvSpPr>
                    <p:cNvPr id="352" name="Rectangle 351"/>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353" name="Rectangle 352"/>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345" name="Group 344"/>
                  <p:cNvGrpSpPr/>
                  <p:nvPr/>
                </p:nvGrpSpPr>
                <p:grpSpPr>
                  <a:xfrm>
                    <a:off x="4758226" y="304801"/>
                    <a:ext cx="2285971" cy="575738"/>
                    <a:chOff x="4148667" y="457201"/>
                    <a:chExt cx="2285971" cy="575738"/>
                  </a:xfrm>
                </p:grpSpPr>
                <p:grpSp>
                  <p:nvGrpSpPr>
                    <p:cNvPr id="346" name="Group 345"/>
                    <p:cNvGrpSpPr/>
                    <p:nvPr/>
                  </p:nvGrpSpPr>
                  <p:grpSpPr>
                    <a:xfrm>
                      <a:off x="4148667" y="457201"/>
                      <a:ext cx="1134524" cy="575735"/>
                      <a:chOff x="2455324" y="304801"/>
                      <a:chExt cx="1134524" cy="575735"/>
                    </a:xfrm>
                  </p:grpSpPr>
                  <p:sp>
                    <p:nvSpPr>
                      <p:cNvPr id="350" name="Rectangle 349"/>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351" name="Rectangle 350"/>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347" name="Group 346"/>
                    <p:cNvGrpSpPr/>
                    <p:nvPr/>
                  </p:nvGrpSpPr>
                  <p:grpSpPr>
                    <a:xfrm>
                      <a:off x="5300114" y="457204"/>
                      <a:ext cx="1134524" cy="575735"/>
                      <a:chOff x="2455324" y="304801"/>
                      <a:chExt cx="1134524" cy="575735"/>
                    </a:xfrm>
                  </p:grpSpPr>
                  <p:sp>
                    <p:nvSpPr>
                      <p:cNvPr id="348" name="Rectangle 347"/>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349" name="Rectangle 348"/>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grpSp>
          </p:grpSp>
          <p:grpSp>
            <p:nvGrpSpPr>
              <p:cNvPr id="312" name="Group 311"/>
              <p:cNvGrpSpPr/>
              <p:nvPr/>
            </p:nvGrpSpPr>
            <p:grpSpPr>
              <a:xfrm>
                <a:off x="-16933" y="863586"/>
                <a:ext cx="9177746" cy="575743"/>
                <a:chOff x="304791" y="304794"/>
                <a:chExt cx="9177746" cy="575743"/>
              </a:xfrm>
            </p:grpSpPr>
            <p:grpSp>
              <p:nvGrpSpPr>
                <p:cNvPr id="313" name="Group 312"/>
                <p:cNvGrpSpPr/>
                <p:nvPr/>
              </p:nvGrpSpPr>
              <p:grpSpPr>
                <a:xfrm>
                  <a:off x="304791" y="304794"/>
                  <a:ext cx="4588873" cy="575738"/>
                  <a:chOff x="2455324" y="304801"/>
                  <a:chExt cx="4588873" cy="575738"/>
                </a:xfrm>
              </p:grpSpPr>
              <p:grpSp>
                <p:nvGrpSpPr>
                  <p:cNvPr id="328" name="Group 327"/>
                  <p:cNvGrpSpPr/>
                  <p:nvPr/>
                </p:nvGrpSpPr>
                <p:grpSpPr>
                  <a:xfrm>
                    <a:off x="2455324" y="304801"/>
                    <a:ext cx="1134524" cy="575735"/>
                    <a:chOff x="2455324" y="304801"/>
                    <a:chExt cx="1134524" cy="575735"/>
                  </a:xfrm>
                </p:grpSpPr>
                <p:sp>
                  <p:nvSpPr>
                    <p:cNvPr id="339" name="Rectangle 338"/>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smtClean="0">
                        <a:ln>
                          <a:noFill/>
                        </a:ln>
                        <a:solidFill>
                          <a:schemeClr val="tx1"/>
                        </a:solidFill>
                        <a:effectLst/>
                        <a:latin typeface="Arial" charset="0"/>
                        <a:cs typeface="Arial" charset="0"/>
                      </a:endParaRPr>
                    </a:p>
                  </p:txBody>
                </p:sp>
                <p:sp>
                  <p:nvSpPr>
                    <p:cNvPr id="340" name="Rectangle 339"/>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329" name="Group 328"/>
                  <p:cNvGrpSpPr/>
                  <p:nvPr/>
                </p:nvGrpSpPr>
                <p:grpSpPr>
                  <a:xfrm>
                    <a:off x="3606771" y="304804"/>
                    <a:ext cx="1134524" cy="575735"/>
                    <a:chOff x="2455324" y="304801"/>
                    <a:chExt cx="1134524" cy="575735"/>
                  </a:xfrm>
                </p:grpSpPr>
                <p:sp>
                  <p:nvSpPr>
                    <p:cNvPr id="337" name="Rectangle 336"/>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338" name="Rectangle 337"/>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330" name="Group 329"/>
                  <p:cNvGrpSpPr/>
                  <p:nvPr/>
                </p:nvGrpSpPr>
                <p:grpSpPr>
                  <a:xfrm>
                    <a:off x="4758226" y="304801"/>
                    <a:ext cx="2285971" cy="575738"/>
                    <a:chOff x="4148667" y="457201"/>
                    <a:chExt cx="2285971" cy="575738"/>
                  </a:xfrm>
                </p:grpSpPr>
                <p:grpSp>
                  <p:nvGrpSpPr>
                    <p:cNvPr id="331" name="Group 330"/>
                    <p:cNvGrpSpPr/>
                    <p:nvPr/>
                  </p:nvGrpSpPr>
                  <p:grpSpPr>
                    <a:xfrm>
                      <a:off x="4148667" y="457201"/>
                      <a:ext cx="1134524" cy="575735"/>
                      <a:chOff x="2455324" y="304801"/>
                      <a:chExt cx="1134524" cy="575735"/>
                    </a:xfrm>
                  </p:grpSpPr>
                  <p:sp>
                    <p:nvSpPr>
                      <p:cNvPr id="335" name="Rectangle 334"/>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336" name="Rectangle 335"/>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332" name="Group 331"/>
                    <p:cNvGrpSpPr/>
                    <p:nvPr/>
                  </p:nvGrpSpPr>
                  <p:grpSpPr>
                    <a:xfrm>
                      <a:off x="5300114" y="457204"/>
                      <a:ext cx="1134524" cy="575735"/>
                      <a:chOff x="2455324" y="304801"/>
                      <a:chExt cx="1134524" cy="575735"/>
                    </a:xfrm>
                  </p:grpSpPr>
                  <p:sp>
                    <p:nvSpPr>
                      <p:cNvPr id="333" name="Rectangle 332"/>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334" name="Rectangle 333"/>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grpSp>
            <p:grpSp>
              <p:nvGrpSpPr>
                <p:cNvPr id="314" name="Group 313"/>
                <p:cNvGrpSpPr/>
                <p:nvPr/>
              </p:nvGrpSpPr>
              <p:grpSpPr>
                <a:xfrm>
                  <a:off x="4893664" y="304799"/>
                  <a:ext cx="4588873" cy="575738"/>
                  <a:chOff x="2455324" y="304801"/>
                  <a:chExt cx="4588873" cy="575738"/>
                </a:xfrm>
              </p:grpSpPr>
              <p:grpSp>
                <p:nvGrpSpPr>
                  <p:cNvPr id="315" name="Group 314"/>
                  <p:cNvGrpSpPr/>
                  <p:nvPr/>
                </p:nvGrpSpPr>
                <p:grpSpPr>
                  <a:xfrm>
                    <a:off x="2455324" y="304801"/>
                    <a:ext cx="1134524" cy="575735"/>
                    <a:chOff x="2455324" y="304801"/>
                    <a:chExt cx="1134524" cy="575735"/>
                  </a:xfrm>
                </p:grpSpPr>
                <p:sp>
                  <p:nvSpPr>
                    <p:cNvPr id="326" name="Rectangle 325"/>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327" name="Rectangle 326"/>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316" name="Group 315"/>
                  <p:cNvGrpSpPr/>
                  <p:nvPr/>
                </p:nvGrpSpPr>
                <p:grpSpPr>
                  <a:xfrm>
                    <a:off x="3606771" y="304804"/>
                    <a:ext cx="1134524" cy="575735"/>
                    <a:chOff x="2455324" y="304801"/>
                    <a:chExt cx="1134524" cy="575735"/>
                  </a:xfrm>
                </p:grpSpPr>
                <p:sp>
                  <p:nvSpPr>
                    <p:cNvPr id="324" name="Rectangle 323"/>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325" name="Rectangle 324"/>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317" name="Group 316"/>
                  <p:cNvGrpSpPr/>
                  <p:nvPr/>
                </p:nvGrpSpPr>
                <p:grpSpPr>
                  <a:xfrm>
                    <a:off x="4758226" y="304801"/>
                    <a:ext cx="2285971" cy="575738"/>
                    <a:chOff x="4148667" y="457201"/>
                    <a:chExt cx="2285971" cy="575738"/>
                  </a:xfrm>
                </p:grpSpPr>
                <p:grpSp>
                  <p:nvGrpSpPr>
                    <p:cNvPr id="318" name="Group 317"/>
                    <p:cNvGrpSpPr/>
                    <p:nvPr/>
                  </p:nvGrpSpPr>
                  <p:grpSpPr>
                    <a:xfrm>
                      <a:off x="4148667" y="457201"/>
                      <a:ext cx="1134524" cy="575735"/>
                      <a:chOff x="2455324" y="304801"/>
                      <a:chExt cx="1134524" cy="575735"/>
                    </a:xfrm>
                  </p:grpSpPr>
                  <p:sp>
                    <p:nvSpPr>
                      <p:cNvPr id="322" name="Rectangle 321"/>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323" name="Rectangle 322"/>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319" name="Group 318"/>
                    <p:cNvGrpSpPr/>
                    <p:nvPr/>
                  </p:nvGrpSpPr>
                  <p:grpSpPr>
                    <a:xfrm>
                      <a:off x="5300114" y="457204"/>
                      <a:ext cx="1134524" cy="575735"/>
                      <a:chOff x="2455324" y="304801"/>
                      <a:chExt cx="1134524" cy="575735"/>
                    </a:xfrm>
                  </p:grpSpPr>
                  <p:sp>
                    <p:nvSpPr>
                      <p:cNvPr id="320" name="Rectangle 319"/>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321" name="Rectangle 320"/>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grpSp>
          </p:grpSp>
        </p:grpSp>
        <p:grpSp>
          <p:nvGrpSpPr>
            <p:cNvPr id="252" name="Group 251"/>
            <p:cNvGrpSpPr/>
            <p:nvPr/>
          </p:nvGrpSpPr>
          <p:grpSpPr>
            <a:xfrm>
              <a:off x="-16930" y="6011221"/>
              <a:ext cx="9177749" cy="1134535"/>
              <a:chOff x="-16936" y="304794"/>
              <a:chExt cx="9177749" cy="1134535"/>
            </a:xfrm>
          </p:grpSpPr>
          <p:grpSp>
            <p:nvGrpSpPr>
              <p:cNvPr id="253" name="Group 252"/>
              <p:cNvGrpSpPr/>
              <p:nvPr/>
            </p:nvGrpSpPr>
            <p:grpSpPr>
              <a:xfrm>
                <a:off x="-16936" y="304794"/>
                <a:ext cx="9177746" cy="575743"/>
                <a:chOff x="304791" y="304794"/>
                <a:chExt cx="9177746" cy="575743"/>
              </a:xfrm>
            </p:grpSpPr>
            <p:grpSp>
              <p:nvGrpSpPr>
                <p:cNvPr id="283" name="Group 282"/>
                <p:cNvGrpSpPr/>
                <p:nvPr/>
              </p:nvGrpSpPr>
              <p:grpSpPr>
                <a:xfrm>
                  <a:off x="304791" y="304794"/>
                  <a:ext cx="4588873" cy="575738"/>
                  <a:chOff x="2455324" y="304801"/>
                  <a:chExt cx="4588873" cy="575738"/>
                </a:xfrm>
              </p:grpSpPr>
              <p:grpSp>
                <p:nvGrpSpPr>
                  <p:cNvPr id="298" name="Group 297"/>
                  <p:cNvGrpSpPr/>
                  <p:nvPr/>
                </p:nvGrpSpPr>
                <p:grpSpPr>
                  <a:xfrm>
                    <a:off x="2455324" y="304801"/>
                    <a:ext cx="1134524" cy="575735"/>
                    <a:chOff x="2455324" y="304801"/>
                    <a:chExt cx="1134524" cy="575735"/>
                  </a:xfrm>
                </p:grpSpPr>
                <p:sp>
                  <p:nvSpPr>
                    <p:cNvPr id="309" name="Rectangle 308"/>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310" name="Rectangle 309"/>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299" name="Group 298"/>
                  <p:cNvGrpSpPr/>
                  <p:nvPr/>
                </p:nvGrpSpPr>
                <p:grpSpPr>
                  <a:xfrm>
                    <a:off x="3606771" y="304804"/>
                    <a:ext cx="1134524" cy="575735"/>
                    <a:chOff x="2455324" y="304801"/>
                    <a:chExt cx="1134524" cy="575735"/>
                  </a:xfrm>
                </p:grpSpPr>
                <p:sp>
                  <p:nvSpPr>
                    <p:cNvPr id="307" name="Rectangle 306"/>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308" name="Rectangle 307"/>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300" name="Group 299"/>
                  <p:cNvGrpSpPr/>
                  <p:nvPr/>
                </p:nvGrpSpPr>
                <p:grpSpPr>
                  <a:xfrm>
                    <a:off x="4758226" y="304801"/>
                    <a:ext cx="2285971" cy="575738"/>
                    <a:chOff x="4148667" y="457201"/>
                    <a:chExt cx="2285971" cy="575738"/>
                  </a:xfrm>
                </p:grpSpPr>
                <p:grpSp>
                  <p:nvGrpSpPr>
                    <p:cNvPr id="301" name="Group 300"/>
                    <p:cNvGrpSpPr/>
                    <p:nvPr/>
                  </p:nvGrpSpPr>
                  <p:grpSpPr>
                    <a:xfrm>
                      <a:off x="4148667" y="457201"/>
                      <a:ext cx="1134524" cy="575735"/>
                      <a:chOff x="2455324" y="304801"/>
                      <a:chExt cx="1134524" cy="575735"/>
                    </a:xfrm>
                  </p:grpSpPr>
                  <p:sp>
                    <p:nvSpPr>
                      <p:cNvPr id="305" name="Rectangle 304"/>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306" name="Rectangle 305"/>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302" name="Group 301"/>
                    <p:cNvGrpSpPr/>
                    <p:nvPr/>
                  </p:nvGrpSpPr>
                  <p:grpSpPr>
                    <a:xfrm>
                      <a:off x="5300114" y="457204"/>
                      <a:ext cx="1134524" cy="575735"/>
                      <a:chOff x="2455324" y="304801"/>
                      <a:chExt cx="1134524" cy="575735"/>
                    </a:xfrm>
                  </p:grpSpPr>
                  <p:sp>
                    <p:nvSpPr>
                      <p:cNvPr id="303" name="Rectangle 302"/>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304" name="Rectangle 303"/>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grpSp>
            <p:grpSp>
              <p:nvGrpSpPr>
                <p:cNvPr id="284" name="Group 283"/>
                <p:cNvGrpSpPr/>
                <p:nvPr/>
              </p:nvGrpSpPr>
              <p:grpSpPr>
                <a:xfrm>
                  <a:off x="4893664" y="304799"/>
                  <a:ext cx="4588873" cy="575738"/>
                  <a:chOff x="2455324" y="304801"/>
                  <a:chExt cx="4588873" cy="575738"/>
                </a:xfrm>
              </p:grpSpPr>
              <p:grpSp>
                <p:nvGrpSpPr>
                  <p:cNvPr id="285" name="Group 284"/>
                  <p:cNvGrpSpPr/>
                  <p:nvPr/>
                </p:nvGrpSpPr>
                <p:grpSpPr>
                  <a:xfrm>
                    <a:off x="2455324" y="304801"/>
                    <a:ext cx="1134524" cy="575735"/>
                    <a:chOff x="2455324" y="304801"/>
                    <a:chExt cx="1134524" cy="575735"/>
                  </a:xfrm>
                </p:grpSpPr>
                <p:sp>
                  <p:nvSpPr>
                    <p:cNvPr id="296" name="Rectangle 295"/>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97" name="Rectangle 296"/>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286" name="Group 285"/>
                  <p:cNvGrpSpPr/>
                  <p:nvPr/>
                </p:nvGrpSpPr>
                <p:grpSpPr>
                  <a:xfrm>
                    <a:off x="3606771" y="304804"/>
                    <a:ext cx="1134524" cy="575735"/>
                    <a:chOff x="2455324" y="304801"/>
                    <a:chExt cx="1134524" cy="575735"/>
                  </a:xfrm>
                </p:grpSpPr>
                <p:sp>
                  <p:nvSpPr>
                    <p:cNvPr id="294" name="Rectangle 293"/>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95" name="Rectangle 294"/>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287" name="Group 286"/>
                  <p:cNvGrpSpPr/>
                  <p:nvPr/>
                </p:nvGrpSpPr>
                <p:grpSpPr>
                  <a:xfrm>
                    <a:off x="4758226" y="304801"/>
                    <a:ext cx="2285971" cy="575738"/>
                    <a:chOff x="4148667" y="457201"/>
                    <a:chExt cx="2285971" cy="575738"/>
                  </a:xfrm>
                </p:grpSpPr>
                <p:grpSp>
                  <p:nvGrpSpPr>
                    <p:cNvPr id="288" name="Group 287"/>
                    <p:cNvGrpSpPr/>
                    <p:nvPr/>
                  </p:nvGrpSpPr>
                  <p:grpSpPr>
                    <a:xfrm>
                      <a:off x="4148667" y="457201"/>
                      <a:ext cx="1134524" cy="575735"/>
                      <a:chOff x="2455324" y="304801"/>
                      <a:chExt cx="1134524" cy="575735"/>
                    </a:xfrm>
                  </p:grpSpPr>
                  <p:sp>
                    <p:nvSpPr>
                      <p:cNvPr id="292" name="Rectangle 291"/>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93" name="Rectangle 292"/>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289" name="Group 288"/>
                    <p:cNvGrpSpPr/>
                    <p:nvPr/>
                  </p:nvGrpSpPr>
                  <p:grpSpPr>
                    <a:xfrm>
                      <a:off x="5300114" y="457204"/>
                      <a:ext cx="1134524" cy="575735"/>
                      <a:chOff x="2455324" y="304801"/>
                      <a:chExt cx="1134524" cy="575735"/>
                    </a:xfrm>
                  </p:grpSpPr>
                  <p:sp>
                    <p:nvSpPr>
                      <p:cNvPr id="290" name="Rectangle 289"/>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91" name="Rectangle 290"/>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grpSp>
          </p:grpSp>
          <p:grpSp>
            <p:nvGrpSpPr>
              <p:cNvPr id="254" name="Group 253"/>
              <p:cNvGrpSpPr/>
              <p:nvPr/>
            </p:nvGrpSpPr>
            <p:grpSpPr>
              <a:xfrm>
                <a:off x="-16933" y="863586"/>
                <a:ext cx="9177746" cy="575743"/>
                <a:chOff x="304791" y="304794"/>
                <a:chExt cx="9177746" cy="575743"/>
              </a:xfrm>
            </p:grpSpPr>
            <p:grpSp>
              <p:nvGrpSpPr>
                <p:cNvPr id="255" name="Group 254"/>
                <p:cNvGrpSpPr/>
                <p:nvPr/>
              </p:nvGrpSpPr>
              <p:grpSpPr>
                <a:xfrm>
                  <a:off x="304791" y="304794"/>
                  <a:ext cx="4588873" cy="575738"/>
                  <a:chOff x="2455324" y="304801"/>
                  <a:chExt cx="4588873" cy="575738"/>
                </a:xfrm>
              </p:grpSpPr>
              <p:grpSp>
                <p:nvGrpSpPr>
                  <p:cNvPr id="270" name="Group 269"/>
                  <p:cNvGrpSpPr/>
                  <p:nvPr/>
                </p:nvGrpSpPr>
                <p:grpSpPr>
                  <a:xfrm>
                    <a:off x="2455324" y="304801"/>
                    <a:ext cx="1134524" cy="575735"/>
                    <a:chOff x="2455324" y="304801"/>
                    <a:chExt cx="1134524" cy="575735"/>
                  </a:xfrm>
                </p:grpSpPr>
                <p:sp>
                  <p:nvSpPr>
                    <p:cNvPr id="281" name="Rectangle 280"/>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82" name="Rectangle 281"/>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271" name="Group 270"/>
                  <p:cNvGrpSpPr/>
                  <p:nvPr/>
                </p:nvGrpSpPr>
                <p:grpSpPr>
                  <a:xfrm>
                    <a:off x="3606771" y="304804"/>
                    <a:ext cx="1134524" cy="575735"/>
                    <a:chOff x="2455324" y="304801"/>
                    <a:chExt cx="1134524" cy="575735"/>
                  </a:xfrm>
                </p:grpSpPr>
                <p:sp>
                  <p:nvSpPr>
                    <p:cNvPr id="279" name="Rectangle 278"/>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smtClean="0">
                        <a:ln>
                          <a:noFill/>
                        </a:ln>
                        <a:solidFill>
                          <a:schemeClr val="tx1"/>
                        </a:solidFill>
                        <a:effectLst/>
                        <a:latin typeface="Arial" charset="0"/>
                        <a:cs typeface="Arial" charset="0"/>
                      </a:endParaRPr>
                    </a:p>
                  </p:txBody>
                </p:sp>
                <p:sp>
                  <p:nvSpPr>
                    <p:cNvPr id="280" name="Rectangle 279"/>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272" name="Group 271"/>
                  <p:cNvGrpSpPr/>
                  <p:nvPr/>
                </p:nvGrpSpPr>
                <p:grpSpPr>
                  <a:xfrm>
                    <a:off x="4758226" y="304801"/>
                    <a:ext cx="2285971" cy="575738"/>
                    <a:chOff x="4148667" y="457201"/>
                    <a:chExt cx="2285971" cy="575738"/>
                  </a:xfrm>
                </p:grpSpPr>
                <p:grpSp>
                  <p:nvGrpSpPr>
                    <p:cNvPr id="273" name="Group 272"/>
                    <p:cNvGrpSpPr/>
                    <p:nvPr/>
                  </p:nvGrpSpPr>
                  <p:grpSpPr>
                    <a:xfrm>
                      <a:off x="4148667" y="457201"/>
                      <a:ext cx="1134524" cy="575735"/>
                      <a:chOff x="2455324" y="304801"/>
                      <a:chExt cx="1134524" cy="575735"/>
                    </a:xfrm>
                  </p:grpSpPr>
                  <p:sp>
                    <p:nvSpPr>
                      <p:cNvPr id="277" name="Rectangle 276"/>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78" name="Rectangle 277"/>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274" name="Group 273"/>
                    <p:cNvGrpSpPr/>
                    <p:nvPr/>
                  </p:nvGrpSpPr>
                  <p:grpSpPr>
                    <a:xfrm>
                      <a:off x="5300114" y="457204"/>
                      <a:ext cx="1134524" cy="575735"/>
                      <a:chOff x="2455324" y="304801"/>
                      <a:chExt cx="1134524" cy="575735"/>
                    </a:xfrm>
                  </p:grpSpPr>
                  <p:sp>
                    <p:nvSpPr>
                      <p:cNvPr id="275" name="Rectangle 274"/>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76" name="Rectangle 275"/>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grpSp>
            <p:grpSp>
              <p:nvGrpSpPr>
                <p:cNvPr id="256" name="Group 255"/>
                <p:cNvGrpSpPr/>
                <p:nvPr/>
              </p:nvGrpSpPr>
              <p:grpSpPr>
                <a:xfrm>
                  <a:off x="4893664" y="304799"/>
                  <a:ext cx="4588873" cy="575738"/>
                  <a:chOff x="2455324" y="304801"/>
                  <a:chExt cx="4588873" cy="575738"/>
                </a:xfrm>
              </p:grpSpPr>
              <p:grpSp>
                <p:nvGrpSpPr>
                  <p:cNvPr id="257" name="Group 256"/>
                  <p:cNvGrpSpPr/>
                  <p:nvPr/>
                </p:nvGrpSpPr>
                <p:grpSpPr>
                  <a:xfrm>
                    <a:off x="2455324" y="304801"/>
                    <a:ext cx="863596" cy="575735"/>
                    <a:chOff x="2455324" y="304801"/>
                    <a:chExt cx="863596" cy="575735"/>
                  </a:xfrm>
                </p:grpSpPr>
                <p:sp>
                  <p:nvSpPr>
                    <p:cNvPr id="268" name="Rectangle 267"/>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69" name="Rectangle 268"/>
                    <p:cNvSpPr/>
                    <p:nvPr/>
                  </p:nvSpPr>
                  <p:spPr bwMode="auto">
                    <a:xfrm>
                      <a:off x="2743189"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Arial" charset="0"/>
                          <a:cs typeface="Arial" charset="0"/>
                        </a:rPr>
                        <a:t>80</a:t>
                      </a:r>
                    </a:p>
                  </p:txBody>
                </p:sp>
              </p:grpSp>
              <p:grpSp>
                <p:nvGrpSpPr>
                  <p:cNvPr id="258" name="Group 257"/>
                  <p:cNvGrpSpPr/>
                  <p:nvPr/>
                </p:nvGrpSpPr>
                <p:grpSpPr>
                  <a:xfrm>
                    <a:off x="3606771" y="304804"/>
                    <a:ext cx="1134524" cy="575735"/>
                    <a:chOff x="2455324" y="304801"/>
                    <a:chExt cx="1134524" cy="575735"/>
                  </a:xfrm>
                </p:grpSpPr>
                <p:sp>
                  <p:nvSpPr>
                    <p:cNvPr id="266" name="Rectangle 265"/>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67" name="Rectangle 266"/>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259" name="Group 258"/>
                  <p:cNvGrpSpPr/>
                  <p:nvPr/>
                </p:nvGrpSpPr>
                <p:grpSpPr>
                  <a:xfrm>
                    <a:off x="4758226" y="304801"/>
                    <a:ext cx="2285971" cy="575738"/>
                    <a:chOff x="4148667" y="457201"/>
                    <a:chExt cx="2285971" cy="575738"/>
                  </a:xfrm>
                </p:grpSpPr>
                <p:grpSp>
                  <p:nvGrpSpPr>
                    <p:cNvPr id="260" name="Group 259"/>
                    <p:cNvGrpSpPr/>
                    <p:nvPr/>
                  </p:nvGrpSpPr>
                  <p:grpSpPr>
                    <a:xfrm>
                      <a:off x="4148667" y="457201"/>
                      <a:ext cx="1134524" cy="575735"/>
                      <a:chOff x="2455324" y="304801"/>
                      <a:chExt cx="1134524" cy="575735"/>
                    </a:xfrm>
                  </p:grpSpPr>
                  <p:sp>
                    <p:nvSpPr>
                      <p:cNvPr id="264" name="Rectangle 263"/>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65" name="Rectangle 264"/>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261" name="Group 260"/>
                    <p:cNvGrpSpPr/>
                    <p:nvPr/>
                  </p:nvGrpSpPr>
                  <p:grpSpPr>
                    <a:xfrm>
                      <a:off x="5300114" y="457204"/>
                      <a:ext cx="1134524" cy="575735"/>
                      <a:chOff x="2455324" y="304801"/>
                      <a:chExt cx="1134524" cy="575735"/>
                    </a:xfrm>
                  </p:grpSpPr>
                  <p:sp>
                    <p:nvSpPr>
                      <p:cNvPr id="262" name="Rectangle 261"/>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63" name="Rectangle 262"/>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grpSp>
          </p:grpSp>
        </p:grpSp>
      </p:grpSp>
      <p:cxnSp>
        <p:nvCxnSpPr>
          <p:cNvPr id="371" name="Straight Connector 370"/>
          <p:cNvCxnSpPr/>
          <p:nvPr/>
        </p:nvCxnSpPr>
        <p:spPr bwMode="auto">
          <a:xfrm flipV="1">
            <a:off x="541854" y="6265229"/>
            <a:ext cx="8043234" cy="16941"/>
          </a:xfrm>
          <a:prstGeom prst="line">
            <a:avLst/>
          </a:prstGeom>
          <a:noFill/>
          <a:ln w="9525" cap="flat" cmpd="sng" algn="ctr">
            <a:solidFill>
              <a:srgbClr val="000000"/>
            </a:solidFill>
            <a:prstDash val="solid"/>
            <a:round/>
            <a:headEnd type="none" w="med" len="med"/>
            <a:tailEnd type="none" w="med" len="med"/>
          </a:ln>
          <a:effectLst/>
        </p:spPr>
      </p:cxnSp>
      <p:cxnSp>
        <p:nvCxnSpPr>
          <p:cNvPr id="373" name="Straight Connector 372"/>
          <p:cNvCxnSpPr/>
          <p:nvPr/>
        </p:nvCxnSpPr>
        <p:spPr bwMode="auto">
          <a:xfrm flipH="1" flipV="1">
            <a:off x="541854" y="10"/>
            <a:ext cx="16946" cy="6265219"/>
          </a:xfrm>
          <a:prstGeom prst="line">
            <a:avLst/>
          </a:prstGeom>
          <a:noFill/>
          <a:ln w="9525" cap="flat" cmpd="sng" algn="ctr">
            <a:solidFill>
              <a:srgbClr val="000000"/>
            </a:solidFill>
            <a:prstDash val="solid"/>
            <a:round/>
            <a:headEnd type="none" w="med" len="med"/>
            <a:tailEnd type="none" w="med" len="med"/>
          </a:ln>
          <a:effectLst/>
        </p:spPr>
      </p:cxnSp>
      <p:sp>
        <p:nvSpPr>
          <p:cNvPr id="374" name="TextBox 373"/>
          <p:cNvSpPr txBox="1"/>
          <p:nvPr/>
        </p:nvSpPr>
        <p:spPr>
          <a:xfrm>
            <a:off x="8028644" y="6366938"/>
            <a:ext cx="1146768" cy="369332"/>
          </a:xfrm>
          <a:prstGeom prst="rect">
            <a:avLst/>
          </a:prstGeom>
          <a:noFill/>
        </p:spPr>
        <p:txBody>
          <a:bodyPr wrap="none" rtlCol="0">
            <a:spAutoFit/>
          </a:bodyPr>
          <a:lstStyle/>
          <a:p>
            <a:r>
              <a:rPr lang="en-US" dirty="0"/>
              <a:t>x</a:t>
            </a:r>
            <a:r>
              <a:rPr lang="en-US" dirty="0" smtClean="0"/>
              <a:t>1 Forest</a:t>
            </a:r>
            <a:endParaRPr lang="en-US" dirty="0"/>
          </a:p>
        </p:txBody>
      </p:sp>
      <p:sp>
        <p:nvSpPr>
          <p:cNvPr id="375" name="TextBox 374"/>
          <p:cNvSpPr txBox="1"/>
          <p:nvPr/>
        </p:nvSpPr>
        <p:spPr>
          <a:xfrm>
            <a:off x="135467" y="304800"/>
            <a:ext cx="1146768" cy="369332"/>
          </a:xfrm>
          <a:prstGeom prst="rect">
            <a:avLst/>
          </a:prstGeom>
          <a:noFill/>
        </p:spPr>
        <p:txBody>
          <a:bodyPr wrap="none" rtlCol="0">
            <a:spAutoFit/>
          </a:bodyPr>
          <a:lstStyle/>
          <a:p>
            <a:r>
              <a:rPr lang="en-US" dirty="0" smtClean="0"/>
              <a:t>X2 - Park</a:t>
            </a:r>
            <a:endParaRPr lang="en-US" dirty="0"/>
          </a:p>
        </p:txBody>
      </p:sp>
      <p:cxnSp>
        <p:nvCxnSpPr>
          <p:cNvPr id="377" name="Straight Connector 376"/>
          <p:cNvCxnSpPr/>
          <p:nvPr/>
        </p:nvCxnSpPr>
        <p:spPr bwMode="auto">
          <a:xfrm flipV="1">
            <a:off x="5130739" y="1134532"/>
            <a:ext cx="0" cy="5130697"/>
          </a:xfrm>
          <a:prstGeom prst="line">
            <a:avLst/>
          </a:prstGeom>
          <a:noFill/>
          <a:ln w="9525" cap="flat" cmpd="sng" algn="ctr">
            <a:solidFill>
              <a:srgbClr val="000000"/>
            </a:solidFill>
            <a:prstDash val="solid"/>
            <a:round/>
            <a:headEnd type="none" w="med" len="med"/>
            <a:tailEnd type="none" w="med" len="med"/>
          </a:ln>
          <a:effectLst/>
        </p:spPr>
      </p:cxnSp>
      <p:sp>
        <p:nvSpPr>
          <p:cNvPr id="378" name="Rectangle 377"/>
          <p:cNvSpPr/>
          <p:nvPr/>
        </p:nvSpPr>
        <p:spPr bwMode="auto">
          <a:xfrm>
            <a:off x="541866" y="1134514"/>
            <a:ext cx="4588873" cy="5130715"/>
          </a:xfrm>
          <a:prstGeom prst="rect">
            <a:avLst/>
          </a:prstGeom>
          <a:pattFill prst="ltVert">
            <a:fgClr>
              <a:srgbClr val="FF0000"/>
            </a:fgClr>
            <a:bgClr>
              <a:schemeClr val="bg1"/>
            </a:bgClr>
          </a:patt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smtClean="0">
              <a:ln>
                <a:noFill/>
              </a:ln>
              <a:solidFill>
                <a:schemeClr val="tx1"/>
              </a:solidFill>
              <a:effectLst/>
              <a:latin typeface="Arial" charset="0"/>
              <a:cs typeface="Arial" charset="0"/>
            </a:endParaRPr>
          </a:p>
        </p:txBody>
      </p:sp>
      <p:sp>
        <p:nvSpPr>
          <p:cNvPr id="379" name="TextBox 378"/>
          <p:cNvSpPr txBox="1"/>
          <p:nvPr/>
        </p:nvSpPr>
        <p:spPr>
          <a:xfrm>
            <a:off x="3878006" y="1305963"/>
            <a:ext cx="1083086" cy="369332"/>
          </a:xfrm>
          <a:prstGeom prst="rect">
            <a:avLst/>
          </a:prstGeom>
          <a:noFill/>
        </p:spPr>
        <p:txBody>
          <a:bodyPr wrap="none" rtlCol="0">
            <a:spAutoFit/>
          </a:bodyPr>
          <a:lstStyle/>
          <a:p>
            <a:r>
              <a:rPr lang="en-US" dirty="0"/>
              <a:t>x</a:t>
            </a:r>
            <a:r>
              <a:rPr lang="en-US" dirty="0" smtClean="0"/>
              <a:t>1 &lt;= 80</a:t>
            </a:r>
            <a:endParaRPr lang="en-US" dirty="0"/>
          </a:p>
        </p:txBody>
      </p:sp>
      <p:sp>
        <p:nvSpPr>
          <p:cNvPr id="380" name="Rectangle 379"/>
          <p:cNvSpPr/>
          <p:nvPr/>
        </p:nvSpPr>
        <p:spPr bwMode="auto">
          <a:xfrm>
            <a:off x="541854" y="5130715"/>
            <a:ext cx="4605825" cy="1134504"/>
          </a:xfrm>
          <a:prstGeom prst="rect">
            <a:avLst/>
          </a:prstGeom>
          <a:pattFill prst="dkHorz">
            <a:fgClr>
              <a:srgbClr val="FFC000"/>
            </a:fgClr>
            <a:bgClr>
              <a:schemeClr val="bg1"/>
            </a:bgClr>
          </a:patt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381" name="TextBox 380"/>
          <p:cNvSpPr txBox="1"/>
          <p:nvPr/>
        </p:nvSpPr>
        <p:spPr>
          <a:xfrm>
            <a:off x="3403549" y="4782112"/>
            <a:ext cx="1083086" cy="369332"/>
          </a:xfrm>
          <a:prstGeom prst="rect">
            <a:avLst/>
          </a:prstGeom>
          <a:noFill/>
        </p:spPr>
        <p:txBody>
          <a:bodyPr wrap="none" rtlCol="0">
            <a:spAutoFit/>
          </a:bodyPr>
          <a:lstStyle/>
          <a:p>
            <a:r>
              <a:rPr lang="en-US" dirty="0"/>
              <a:t>x</a:t>
            </a:r>
            <a:r>
              <a:rPr lang="en-US" dirty="0" smtClean="0"/>
              <a:t>2 &lt;= 20</a:t>
            </a:r>
            <a:endParaRPr lang="en-US" dirty="0"/>
          </a:p>
        </p:txBody>
      </p:sp>
      <p:cxnSp>
        <p:nvCxnSpPr>
          <p:cNvPr id="383" name="Straight Connector 382"/>
          <p:cNvCxnSpPr/>
          <p:nvPr/>
        </p:nvCxnSpPr>
        <p:spPr bwMode="auto">
          <a:xfrm flipH="1" flipV="1">
            <a:off x="541854" y="4555066"/>
            <a:ext cx="6891787" cy="1727104"/>
          </a:xfrm>
          <a:prstGeom prst="line">
            <a:avLst/>
          </a:prstGeom>
          <a:noFill/>
          <a:ln w="9525" cap="flat" cmpd="sng" algn="ctr">
            <a:solidFill>
              <a:srgbClr val="000000"/>
            </a:solidFill>
            <a:prstDash val="solid"/>
            <a:round/>
            <a:headEnd type="none" w="med" len="med"/>
            <a:tailEnd type="none" w="med" len="med"/>
          </a:ln>
          <a:effectLst/>
        </p:spPr>
      </p:cxnSp>
      <p:sp>
        <p:nvSpPr>
          <p:cNvPr id="384" name="Right Triangle 383"/>
          <p:cNvSpPr/>
          <p:nvPr/>
        </p:nvSpPr>
        <p:spPr bwMode="auto">
          <a:xfrm>
            <a:off x="541854" y="4555057"/>
            <a:ext cx="6908727" cy="1727113"/>
          </a:xfrm>
          <a:prstGeom prst="rtTriangle">
            <a:avLst/>
          </a:prstGeom>
          <a:pattFill prst="lgCheck">
            <a:fgClr>
              <a:schemeClr val="accent1">
                <a:lumMod val="90000"/>
              </a:schemeClr>
            </a:fgClr>
            <a:bgClr>
              <a:schemeClr val="bg1"/>
            </a:bgClr>
          </a:patt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cxnSp>
        <p:nvCxnSpPr>
          <p:cNvPr id="386" name="Straight Connector 385"/>
          <p:cNvCxnSpPr/>
          <p:nvPr/>
        </p:nvCxnSpPr>
        <p:spPr bwMode="auto">
          <a:xfrm>
            <a:off x="541854" y="5130715"/>
            <a:ext cx="7484441" cy="16941"/>
          </a:xfrm>
          <a:prstGeom prst="line">
            <a:avLst/>
          </a:prstGeom>
          <a:noFill/>
          <a:ln w="9525" cap="flat" cmpd="sng" algn="ctr">
            <a:solidFill>
              <a:srgbClr val="000000"/>
            </a:solidFill>
            <a:prstDash val="solid"/>
            <a:round/>
            <a:headEnd type="none" w="med" len="med"/>
            <a:tailEnd type="none" w="med" len="med"/>
          </a:ln>
          <a:effectLst/>
        </p:spPr>
      </p:cxnSp>
      <p:sp>
        <p:nvSpPr>
          <p:cNvPr id="387" name="TextBox 386"/>
          <p:cNvSpPr txBox="1"/>
          <p:nvPr/>
        </p:nvSpPr>
        <p:spPr>
          <a:xfrm rot="892920">
            <a:off x="796349" y="4525449"/>
            <a:ext cx="1910837" cy="369332"/>
          </a:xfrm>
          <a:prstGeom prst="rect">
            <a:avLst/>
          </a:prstGeom>
          <a:noFill/>
        </p:spPr>
        <p:txBody>
          <a:bodyPr wrap="none" rtlCol="0">
            <a:spAutoFit/>
          </a:bodyPr>
          <a:lstStyle/>
          <a:p>
            <a:r>
              <a:rPr lang="en-US" dirty="0" smtClean="0"/>
              <a:t>x1 + 4 x2 &lt;= 120</a:t>
            </a:r>
            <a:endParaRPr lang="en-US" dirty="0"/>
          </a:p>
        </p:txBody>
      </p:sp>
      <p:sp>
        <p:nvSpPr>
          <p:cNvPr id="388" name="TextBox 387"/>
          <p:cNvSpPr txBox="1"/>
          <p:nvPr/>
        </p:nvSpPr>
        <p:spPr>
          <a:xfrm>
            <a:off x="100432" y="4807902"/>
            <a:ext cx="441422" cy="369332"/>
          </a:xfrm>
          <a:prstGeom prst="rect">
            <a:avLst/>
          </a:prstGeom>
          <a:noFill/>
        </p:spPr>
        <p:txBody>
          <a:bodyPr wrap="none" rtlCol="0">
            <a:spAutoFit/>
          </a:bodyPr>
          <a:lstStyle/>
          <a:p>
            <a:r>
              <a:rPr lang="en-US" dirty="0" smtClean="0"/>
              <a:t>20</a:t>
            </a:r>
            <a:endParaRPr lang="en-US" dirty="0"/>
          </a:p>
        </p:txBody>
      </p:sp>
      <p:sp>
        <p:nvSpPr>
          <p:cNvPr id="389" name="TextBox 388"/>
          <p:cNvSpPr txBox="1"/>
          <p:nvPr/>
        </p:nvSpPr>
        <p:spPr>
          <a:xfrm>
            <a:off x="67860" y="4179387"/>
            <a:ext cx="441422" cy="369332"/>
          </a:xfrm>
          <a:prstGeom prst="rect">
            <a:avLst/>
          </a:prstGeom>
          <a:noFill/>
        </p:spPr>
        <p:txBody>
          <a:bodyPr wrap="none" rtlCol="0">
            <a:spAutoFit/>
          </a:bodyPr>
          <a:lstStyle/>
          <a:p>
            <a:r>
              <a:rPr lang="en-US" dirty="0" smtClean="0"/>
              <a:t>30</a:t>
            </a:r>
            <a:endParaRPr lang="en-US" dirty="0"/>
          </a:p>
        </p:txBody>
      </p:sp>
      <p:sp>
        <p:nvSpPr>
          <p:cNvPr id="390" name="Rectangle 389"/>
          <p:cNvSpPr/>
          <p:nvPr/>
        </p:nvSpPr>
        <p:spPr bwMode="auto">
          <a:xfrm>
            <a:off x="7111903" y="6180564"/>
            <a:ext cx="897457"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r>
              <a:rPr lang="en-US" sz="2400" dirty="0" smtClean="0">
                <a:latin typeface="Arial" charset="0"/>
                <a:cs typeface="Arial" charset="0"/>
              </a:rPr>
              <a:t>12</a:t>
            </a:r>
            <a:r>
              <a:rPr kumimoji="0" lang="en-US" sz="2400" b="0" i="0" u="none" strike="noStrike" cap="none" normalizeH="0" baseline="0" dirty="0" smtClean="0">
                <a:ln>
                  <a:noFill/>
                </a:ln>
                <a:solidFill>
                  <a:schemeClr val="tx1"/>
                </a:solidFill>
                <a:effectLst/>
                <a:latin typeface="Arial" charset="0"/>
                <a:cs typeface="Arial" charset="0"/>
              </a:rPr>
              <a:t>0</a:t>
            </a:r>
          </a:p>
        </p:txBody>
      </p:sp>
      <p:cxnSp>
        <p:nvCxnSpPr>
          <p:cNvPr id="392" name="Straight Connector 391"/>
          <p:cNvCxnSpPr/>
          <p:nvPr/>
        </p:nvCxnSpPr>
        <p:spPr bwMode="auto">
          <a:xfrm flipH="1" flipV="1">
            <a:off x="5130739" y="558792"/>
            <a:ext cx="16940" cy="5723378"/>
          </a:xfrm>
          <a:prstGeom prst="line">
            <a:avLst/>
          </a:prstGeom>
          <a:noFill/>
          <a:ln w="9525" cap="flat" cmpd="sng" algn="ctr">
            <a:solidFill>
              <a:srgbClr val="000000"/>
            </a:solidFill>
            <a:prstDash val="solid"/>
            <a:round/>
            <a:headEnd type="none" w="med" len="med"/>
            <a:tailEnd type="none" w="med" len="med"/>
          </a:ln>
          <a:effectLst/>
        </p:spPr>
      </p:cxnSp>
      <p:cxnSp>
        <p:nvCxnSpPr>
          <p:cNvPr id="394" name="Straight Connector 393"/>
          <p:cNvCxnSpPr/>
          <p:nvPr/>
        </p:nvCxnSpPr>
        <p:spPr bwMode="auto">
          <a:xfrm flipV="1">
            <a:off x="5130739" y="5706448"/>
            <a:ext cx="0" cy="575722"/>
          </a:xfrm>
          <a:prstGeom prst="line">
            <a:avLst/>
          </a:prstGeom>
          <a:noFill/>
          <a:ln w="50800" cap="flat" cmpd="sng" algn="ctr">
            <a:solidFill>
              <a:srgbClr val="FF0000"/>
            </a:solidFill>
            <a:prstDash val="solid"/>
            <a:round/>
            <a:headEnd type="none" w="med" len="med"/>
            <a:tailEnd type="none" w="med" len="med"/>
          </a:ln>
          <a:effectLst/>
        </p:spPr>
      </p:cxnSp>
      <p:cxnSp>
        <p:nvCxnSpPr>
          <p:cNvPr id="396" name="Straight Connector 395"/>
          <p:cNvCxnSpPr/>
          <p:nvPr/>
        </p:nvCxnSpPr>
        <p:spPr bwMode="auto">
          <a:xfrm flipV="1">
            <a:off x="509282" y="5130716"/>
            <a:ext cx="2352427" cy="16940"/>
          </a:xfrm>
          <a:prstGeom prst="line">
            <a:avLst/>
          </a:prstGeom>
          <a:noFill/>
          <a:ln w="50800" cap="flat" cmpd="sng" algn="ctr">
            <a:solidFill>
              <a:srgbClr val="FF0000"/>
            </a:solidFill>
            <a:prstDash val="solid"/>
            <a:round/>
            <a:headEnd type="none" w="med" len="med"/>
            <a:tailEnd type="none" w="med" len="med"/>
          </a:ln>
          <a:effectLst/>
        </p:spPr>
      </p:cxnSp>
      <p:cxnSp>
        <p:nvCxnSpPr>
          <p:cNvPr id="399" name="Straight Connector 398"/>
          <p:cNvCxnSpPr/>
          <p:nvPr/>
        </p:nvCxnSpPr>
        <p:spPr bwMode="auto">
          <a:xfrm>
            <a:off x="2861709" y="5130705"/>
            <a:ext cx="2285970" cy="575743"/>
          </a:xfrm>
          <a:prstGeom prst="line">
            <a:avLst/>
          </a:prstGeom>
          <a:noFill/>
          <a:ln w="50800" cap="flat" cmpd="sng" algn="ctr">
            <a:solidFill>
              <a:srgbClr val="FF0000"/>
            </a:solidFill>
            <a:prstDash val="solid"/>
            <a:round/>
            <a:headEnd type="none" w="med" len="med"/>
            <a:tailEnd type="none" w="med" len="med"/>
          </a:ln>
          <a:effectLst/>
        </p:spPr>
      </p:cxnSp>
      <p:sp>
        <p:nvSpPr>
          <p:cNvPr id="400" name="Rectangle 399"/>
          <p:cNvSpPr/>
          <p:nvPr/>
        </p:nvSpPr>
        <p:spPr>
          <a:xfrm>
            <a:off x="6028169" y="1377946"/>
            <a:ext cx="2141444" cy="369332"/>
          </a:xfrm>
          <a:prstGeom prst="rect">
            <a:avLst/>
          </a:prstGeom>
        </p:spPr>
        <p:txBody>
          <a:bodyPr wrap="none">
            <a:spAutoFit/>
          </a:bodyPr>
          <a:lstStyle/>
          <a:p>
            <a:pPr marL="57150" indent="0">
              <a:buNone/>
            </a:pPr>
            <a:r>
              <a:rPr lang="en-US" dirty="0"/>
              <a:t> Max 10 x1 + 20 x2 </a:t>
            </a:r>
          </a:p>
        </p:txBody>
      </p:sp>
      <p:sp>
        <p:nvSpPr>
          <p:cNvPr id="401" name="Rectangle 400"/>
          <p:cNvSpPr/>
          <p:nvPr/>
        </p:nvSpPr>
        <p:spPr>
          <a:xfrm>
            <a:off x="6011333" y="2014140"/>
            <a:ext cx="4572000" cy="1477328"/>
          </a:xfrm>
          <a:prstGeom prst="rect">
            <a:avLst/>
          </a:prstGeom>
        </p:spPr>
        <p:txBody>
          <a:bodyPr>
            <a:spAutoFit/>
          </a:bodyPr>
          <a:lstStyle/>
          <a:p>
            <a:pPr marL="57150" indent="0">
              <a:buNone/>
            </a:pPr>
            <a:r>
              <a:rPr lang="en-US" dirty="0"/>
              <a:t>x1 	</a:t>
            </a:r>
            <a:r>
              <a:rPr lang="en-US" dirty="0" smtClean="0"/>
              <a:t>         </a:t>
            </a:r>
            <a:r>
              <a:rPr lang="en-US" dirty="0"/>
              <a:t>&lt;= </a:t>
            </a:r>
            <a:r>
              <a:rPr lang="en-US" dirty="0" smtClean="0"/>
              <a:t>80</a:t>
            </a:r>
          </a:p>
          <a:p>
            <a:pPr marL="57150" indent="0">
              <a:buNone/>
            </a:pPr>
            <a:r>
              <a:rPr lang="en-US" dirty="0" smtClean="0"/>
              <a:t>x2          </a:t>
            </a:r>
            <a:r>
              <a:rPr lang="en-US" dirty="0"/>
              <a:t>&lt;= 20</a:t>
            </a:r>
          </a:p>
          <a:p>
            <a:pPr marL="57150" indent="0">
              <a:buNone/>
            </a:pPr>
            <a:r>
              <a:rPr lang="en-US" dirty="0" smtClean="0"/>
              <a:t>x1 </a:t>
            </a:r>
            <a:r>
              <a:rPr lang="en-US" dirty="0"/>
              <a:t>+ 4 x2 &lt;= </a:t>
            </a:r>
            <a:r>
              <a:rPr lang="en-US" dirty="0" smtClean="0"/>
              <a:t>120</a:t>
            </a:r>
          </a:p>
          <a:p>
            <a:pPr marL="57150" indent="0">
              <a:buNone/>
            </a:pPr>
            <a:endParaRPr lang="en-US" dirty="0" smtClean="0"/>
          </a:p>
          <a:p>
            <a:pPr marL="57150" indent="0">
              <a:buNone/>
            </a:pPr>
            <a:r>
              <a:rPr lang="en-US" dirty="0" smtClean="0"/>
              <a:t>x1 &gt;=0; x2 &gt;= 0</a:t>
            </a:r>
            <a:endParaRPr lang="en-US" dirty="0"/>
          </a:p>
        </p:txBody>
      </p:sp>
      <p:sp>
        <p:nvSpPr>
          <p:cNvPr id="410" name="TextBox 409"/>
          <p:cNvSpPr txBox="1"/>
          <p:nvPr/>
        </p:nvSpPr>
        <p:spPr>
          <a:xfrm>
            <a:off x="1539744" y="6366938"/>
            <a:ext cx="441422" cy="369332"/>
          </a:xfrm>
          <a:prstGeom prst="rect">
            <a:avLst/>
          </a:prstGeom>
          <a:noFill/>
        </p:spPr>
        <p:txBody>
          <a:bodyPr wrap="none" rtlCol="0">
            <a:spAutoFit/>
          </a:bodyPr>
          <a:lstStyle/>
          <a:p>
            <a:r>
              <a:rPr lang="en-US" dirty="0" smtClean="0"/>
              <a:t>20</a:t>
            </a:r>
            <a:endParaRPr lang="en-US" dirty="0"/>
          </a:p>
        </p:txBody>
      </p:sp>
      <p:sp>
        <p:nvSpPr>
          <p:cNvPr id="411" name="TextBox 410"/>
          <p:cNvSpPr txBox="1"/>
          <p:nvPr/>
        </p:nvSpPr>
        <p:spPr>
          <a:xfrm>
            <a:off x="50933" y="5441797"/>
            <a:ext cx="441422" cy="369332"/>
          </a:xfrm>
          <a:prstGeom prst="rect">
            <a:avLst/>
          </a:prstGeom>
          <a:noFill/>
        </p:spPr>
        <p:txBody>
          <a:bodyPr wrap="none" rtlCol="0">
            <a:spAutoFit/>
          </a:bodyPr>
          <a:lstStyle/>
          <a:p>
            <a:r>
              <a:rPr lang="en-US" dirty="0"/>
              <a:t>1</a:t>
            </a:r>
            <a:r>
              <a:rPr lang="en-US" dirty="0" smtClean="0"/>
              <a:t>0</a:t>
            </a:r>
            <a:endParaRPr lang="en-US" dirty="0"/>
          </a:p>
        </p:txBody>
      </p:sp>
      <p:sp>
        <p:nvSpPr>
          <p:cNvPr id="418" name="TextBox 417"/>
          <p:cNvSpPr txBox="1"/>
          <p:nvPr/>
        </p:nvSpPr>
        <p:spPr>
          <a:xfrm>
            <a:off x="2653985" y="6334672"/>
            <a:ext cx="441422" cy="369332"/>
          </a:xfrm>
          <a:prstGeom prst="rect">
            <a:avLst/>
          </a:prstGeom>
          <a:noFill/>
        </p:spPr>
        <p:txBody>
          <a:bodyPr wrap="none" rtlCol="0">
            <a:spAutoFit/>
          </a:bodyPr>
          <a:lstStyle/>
          <a:p>
            <a:r>
              <a:rPr lang="en-US" dirty="0"/>
              <a:t>4</a:t>
            </a:r>
            <a:r>
              <a:rPr lang="en-US" dirty="0" smtClean="0"/>
              <a:t>0</a:t>
            </a:r>
            <a:endParaRPr lang="en-US" dirty="0"/>
          </a:p>
        </p:txBody>
      </p:sp>
      <p:sp>
        <p:nvSpPr>
          <p:cNvPr id="419" name="TextBox 418"/>
          <p:cNvSpPr txBox="1"/>
          <p:nvPr/>
        </p:nvSpPr>
        <p:spPr>
          <a:xfrm>
            <a:off x="3806229" y="6366938"/>
            <a:ext cx="441422" cy="369332"/>
          </a:xfrm>
          <a:prstGeom prst="rect">
            <a:avLst/>
          </a:prstGeom>
          <a:noFill/>
        </p:spPr>
        <p:txBody>
          <a:bodyPr wrap="none" rtlCol="0">
            <a:spAutoFit/>
          </a:bodyPr>
          <a:lstStyle/>
          <a:p>
            <a:r>
              <a:rPr lang="en-US" dirty="0" smtClean="0"/>
              <a:t>60</a:t>
            </a:r>
            <a:endParaRPr lang="en-US" dirty="0"/>
          </a:p>
        </p:txBody>
      </p:sp>
      <p:cxnSp>
        <p:nvCxnSpPr>
          <p:cNvPr id="421" name="Straight Arrow Connector 420"/>
          <p:cNvCxnSpPr/>
          <p:nvPr/>
        </p:nvCxnSpPr>
        <p:spPr bwMode="auto">
          <a:xfrm>
            <a:off x="509282" y="5706448"/>
            <a:ext cx="269651" cy="0"/>
          </a:xfrm>
          <a:prstGeom prst="straightConnector1">
            <a:avLst/>
          </a:prstGeom>
          <a:noFill/>
          <a:ln w="9525" cap="flat" cmpd="sng" algn="ctr">
            <a:solidFill>
              <a:srgbClr val="660066"/>
            </a:solidFill>
            <a:prstDash val="solid"/>
            <a:round/>
            <a:headEnd type="none" w="med" len="med"/>
            <a:tailEnd type="arrow"/>
          </a:ln>
          <a:effectLst/>
        </p:spPr>
      </p:cxnSp>
      <p:cxnSp>
        <p:nvCxnSpPr>
          <p:cNvPr id="423" name="Straight Arrow Connector 422"/>
          <p:cNvCxnSpPr/>
          <p:nvPr/>
        </p:nvCxnSpPr>
        <p:spPr bwMode="auto">
          <a:xfrm flipH="1">
            <a:off x="2738851" y="5130716"/>
            <a:ext cx="105917" cy="148161"/>
          </a:xfrm>
          <a:prstGeom prst="straightConnector1">
            <a:avLst/>
          </a:prstGeom>
          <a:noFill/>
          <a:ln w="9525" cap="flat" cmpd="sng" algn="ctr">
            <a:solidFill>
              <a:srgbClr val="660066"/>
            </a:solidFill>
            <a:prstDash val="solid"/>
            <a:round/>
            <a:headEnd type="none" w="med" len="med"/>
            <a:tailEnd type="arrow"/>
          </a:ln>
          <a:effectLst/>
        </p:spPr>
      </p:cxnSp>
      <p:cxnSp>
        <p:nvCxnSpPr>
          <p:cNvPr id="425" name="Straight Arrow Connector 424"/>
          <p:cNvCxnSpPr/>
          <p:nvPr/>
        </p:nvCxnSpPr>
        <p:spPr bwMode="auto">
          <a:xfrm flipH="1">
            <a:off x="4859811" y="5706448"/>
            <a:ext cx="287868" cy="0"/>
          </a:xfrm>
          <a:prstGeom prst="straightConnector1">
            <a:avLst/>
          </a:prstGeom>
          <a:noFill/>
          <a:ln w="9525" cap="flat" cmpd="sng" algn="ctr">
            <a:solidFill>
              <a:srgbClr val="660066"/>
            </a:solidFill>
            <a:prstDash val="solid"/>
            <a:round/>
            <a:headEnd type="none" w="med" len="med"/>
            <a:tailEnd type="arrow"/>
          </a:ln>
          <a:effectLst/>
        </p:spPr>
      </p:cxnSp>
      <p:cxnSp>
        <p:nvCxnSpPr>
          <p:cNvPr id="427" name="Straight Arrow Connector 426"/>
          <p:cNvCxnSpPr/>
          <p:nvPr/>
        </p:nvCxnSpPr>
        <p:spPr bwMode="auto">
          <a:xfrm flipV="1">
            <a:off x="2861709" y="6180461"/>
            <a:ext cx="0" cy="101709"/>
          </a:xfrm>
          <a:prstGeom prst="straightConnector1">
            <a:avLst/>
          </a:prstGeom>
          <a:noFill/>
          <a:ln w="9525" cap="flat" cmpd="sng" algn="ctr">
            <a:noFill/>
            <a:prstDash val="solid"/>
            <a:round/>
            <a:headEnd type="none" w="med" len="med"/>
            <a:tailEnd type="arrow"/>
          </a:ln>
          <a:effectLst/>
        </p:spPr>
      </p:cxnSp>
      <p:cxnSp>
        <p:nvCxnSpPr>
          <p:cNvPr id="430" name="Straight Arrow Connector 429"/>
          <p:cNvCxnSpPr/>
          <p:nvPr/>
        </p:nvCxnSpPr>
        <p:spPr bwMode="auto">
          <a:xfrm flipV="1">
            <a:off x="2844756" y="5995795"/>
            <a:ext cx="12" cy="286375"/>
          </a:xfrm>
          <a:prstGeom prst="straightConnector1">
            <a:avLst/>
          </a:prstGeom>
          <a:noFill/>
          <a:ln w="9525" cap="flat" cmpd="sng" algn="ctr">
            <a:solidFill>
              <a:srgbClr val="660066"/>
            </a:solidFill>
            <a:prstDash val="solid"/>
            <a:round/>
            <a:headEnd type="none" w="med" len="med"/>
            <a:tailEnd type="arrow"/>
          </a:ln>
          <a:effectLst/>
        </p:spPr>
      </p:cxnSp>
      <p:cxnSp>
        <p:nvCxnSpPr>
          <p:cNvPr id="432" name="Straight Arrow Connector 431"/>
          <p:cNvCxnSpPr/>
          <p:nvPr/>
        </p:nvCxnSpPr>
        <p:spPr bwMode="auto">
          <a:xfrm flipH="1" flipV="1">
            <a:off x="4859220" y="6180461"/>
            <a:ext cx="271519" cy="101709"/>
          </a:xfrm>
          <a:prstGeom prst="straightConnector1">
            <a:avLst/>
          </a:prstGeom>
          <a:noFill/>
          <a:ln w="9525" cap="flat" cmpd="sng" algn="ctr">
            <a:solidFill>
              <a:srgbClr val="660066"/>
            </a:solidFill>
            <a:prstDash val="solid"/>
            <a:round/>
            <a:headEnd type="none" w="med" len="med"/>
            <a:tailEnd type="arrow"/>
          </a:ln>
          <a:effectLst/>
        </p:spPr>
      </p:cxnSp>
      <p:cxnSp>
        <p:nvCxnSpPr>
          <p:cNvPr id="434" name="Straight Arrow Connector 433"/>
          <p:cNvCxnSpPr/>
          <p:nvPr/>
        </p:nvCxnSpPr>
        <p:spPr bwMode="auto">
          <a:xfrm>
            <a:off x="558800" y="5147649"/>
            <a:ext cx="359739" cy="148161"/>
          </a:xfrm>
          <a:prstGeom prst="straightConnector1">
            <a:avLst/>
          </a:prstGeom>
          <a:noFill/>
          <a:ln w="9525" cap="flat" cmpd="sng" algn="ctr">
            <a:solidFill>
              <a:srgbClr val="660066"/>
            </a:solidFill>
            <a:prstDash val="solid"/>
            <a:round/>
            <a:headEnd type="none" w="med" len="med"/>
            <a:tailEnd type="arrow"/>
          </a:ln>
          <a:effectLst/>
        </p:spPr>
      </p:cxnSp>
      <p:cxnSp>
        <p:nvCxnSpPr>
          <p:cNvPr id="436" name="Straight Arrow Connector 435"/>
          <p:cNvCxnSpPr/>
          <p:nvPr/>
        </p:nvCxnSpPr>
        <p:spPr bwMode="auto">
          <a:xfrm>
            <a:off x="1496387" y="5130716"/>
            <a:ext cx="0" cy="148161"/>
          </a:xfrm>
          <a:prstGeom prst="straightConnector1">
            <a:avLst/>
          </a:prstGeom>
          <a:noFill/>
          <a:ln w="9525" cap="flat" cmpd="sng" algn="ctr">
            <a:solidFill>
              <a:srgbClr val="660066"/>
            </a:solidFill>
            <a:prstDash val="solid"/>
            <a:round/>
            <a:headEnd type="none" w="med" len="med"/>
            <a:tailEnd type="arrow"/>
          </a:ln>
          <a:effectLst/>
        </p:spPr>
      </p:cxnSp>
      <p:cxnSp>
        <p:nvCxnSpPr>
          <p:cNvPr id="438" name="Straight Arrow Connector 437"/>
          <p:cNvCxnSpPr/>
          <p:nvPr/>
        </p:nvCxnSpPr>
        <p:spPr bwMode="auto">
          <a:xfrm flipV="1">
            <a:off x="558806" y="6180461"/>
            <a:ext cx="220127" cy="101709"/>
          </a:xfrm>
          <a:prstGeom prst="straightConnector1">
            <a:avLst/>
          </a:prstGeom>
          <a:noFill/>
          <a:ln w="9525" cap="flat" cmpd="sng" algn="ctr">
            <a:solidFill>
              <a:srgbClr val="660066"/>
            </a:solidFill>
            <a:prstDash val="solid"/>
            <a:round/>
            <a:headEnd type="none" w="med" len="med"/>
            <a:tailEnd type="arrow"/>
          </a:ln>
          <a:effectLst/>
        </p:spPr>
      </p:cxnSp>
      <p:sp>
        <p:nvSpPr>
          <p:cNvPr id="441" name="TextBox 440"/>
          <p:cNvSpPr txBox="1"/>
          <p:nvPr/>
        </p:nvSpPr>
        <p:spPr>
          <a:xfrm>
            <a:off x="1786814" y="5337116"/>
            <a:ext cx="1904074" cy="369332"/>
          </a:xfrm>
          <a:prstGeom prst="rect">
            <a:avLst/>
          </a:prstGeom>
          <a:noFill/>
        </p:spPr>
        <p:txBody>
          <a:bodyPr wrap="none" rtlCol="0">
            <a:spAutoFit/>
          </a:bodyPr>
          <a:lstStyle/>
          <a:p>
            <a:r>
              <a:rPr lang="en-US" dirty="0" smtClean="0">
                <a:solidFill>
                  <a:srgbClr val="FF0000"/>
                </a:solidFill>
              </a:rPr>
              <a:t>Feasible Region</a:t>
            </a:r>
            <a:endParaRPr lang="en-US" dirty="0">
              <a:solidFill>
                <a:srgbClr val="FF0000"/>
              </a:solidFill>
            </a:endParaRPr>
          </a:p>
        </p:txBody>
      </p:sp>
      <p:cxnSp>
        <p:nvCxnSpPr>
          <p:cNvPr id="443" name="Straight Connector 442"/>
          <p:cNvCxnSpPr/>
          <p:nvPr/>
        </p:nvCxnSpPr>
        <p:spPr bwMode="auto">
          <a:xfrm>
            <a:off x="526215" y="5130716"/>
            <a:ext cx="0" cy="1134513"/>
          </a:xfrm>
          <a:prstGeom prst="line">
            <a:avLst/>
          </a:prstGeom>
          <a:noFill/>
          <a:ln w="50800" cap="flat" cmpd="sng" algn="ctr">
            <a:solidFill>
              <a:srgbClr val="FF0000"/>
            </a:solidFill>
            <a:prstDash val="solid"/>
            <a:round/>
            <a:headEnd type="none" w="med" len="med"/>
            <a:tailEnd type="none" w="med" len="med"/>
          </a:ln>
          <a:effectLst/>
        </p:spPr>
      </p:cxnSp>
      <p:cxnSp>
        <p:nvCxnSpPr>
          <p:cNvPr id="445" name="Straight Connector 444"/>
          <p:cNvCxnSpPr/>
          <p:nvPr/>
        </p:nvCxnSpPr>
        <p:spPr bwMode="auto">
          <a:xfrm>
            <a:off x="424670" y="6282170"/>
            <a:ext cx="4638397" cy="0"/>
          </a:xfrm>
          <a:prstGeom prst="line">
            <a:avLst/>
          </a:prstGeom>
          <a:noFill/>
          <a:ln w="50800" cap="flat" cmpd="sng" algn="ctr">
            <a:solidFill>
              <a:srgbClr val="FF0000"/>
            </a:solidFill>
            <a:prstDash val="solid"/>
            <a:round/>
            <a:headEnd type="none" w="med" len="med"/>
            <a:tailEnd type="none" w="med" len="med"/>
          </a:ln>
          <a:effectLst/>
        </p:spPr>
      </p:cxnSp>
      <p:sp>
        <p:nvSpPr>
          <p:cNvPr id="454" name="Rectangle 453"/>
          <p:cNvSpPr/>
          <p:nvPr/>
        </p:nvSpPr>
        <p:spPr bwMode="auto">
          <a:xfrm>
            <a:off x="5790470" y="6265229"/>
            <a:ext cx="880589"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r>
              <a:rPr lang="en-US" sz="2400" dirty="0" smtClean="0">
                <a:latin typeface="Arial" charset="0"/>
                <a:cs typeface="Arial" charset="0"/>
              </a:rPr>
              <a:t>10</a:t>
            </a:r>
            <a:r>
              <a:rPr kumimoji="0" lang="en-US" sz="2400" b="0" i="0" u="none" strike="noStrike" cap="none" normalizeH="0" baseline="0" dirty="0" smtClean="0">
                <a:ln>
                  <a:noFill/>
                </a:ln>
                <a:solidFill>
                  <a:schemeClr val="tx1"/>
                </a:solidFill>
                <a:effectLst/>
                <a:latin typeface="Arial" charset="0"/>
                <a:cs typeface="Arial" charset="0"/>
              </a:rPr>
              <a:t>0</a:t>
            </a:r>
          </a:p>
        </p:txBody>
      </p:sp>
      <p:sp>
        <p:nvSpPr>
          <p:cNvPr id="455" name="TextBox 454"/>
          <p:cNvSpPr txBox="1"/>
          <p:nvPr/>
        </p:nvSpPr>
        <p:spPr>
          <a:xfrm>
            <a:off x="84796" y="3197276"/>
            <a:ext cx="441422" cy="369332"/>
          </a:xfrm>
          <a:prstGeom prst="rect">
            <a:avLst/>
          </a:prstGeom>
          <a:noFill/>
        </p:spPr>
        <p:txBody>
          <a:bodyPr wrap="none" rtlCol="0">
            <a:spAutoFit/>
          </a:bodyPr>
          <a:lstStyle/>
          <a:p>
            <a:r>
              <a:rPr lang="en-US" dirty="0"/>
              <a:t>5</a:t>
            </a:r>
            <a:r>
              <a:rPr lang="en-US" dirty="0" smtClean="0"/>
              <a:t>0</a:t>
            </a:r>
            <a:endParaRPr lang="en-US" dirty="0"/>
          </a:p>
        </p:txBody>
      </p:sp>
    </p:spTree>
    <p:extLst>
      <p:ext uri="{BB962C8B-B14F-4D97-AF65-F5344CB8AC3E}">
        <p14:creationId xmlns:p14="http://schemas.microsoft.com/office/powerpoint/2010/main" val="280872088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MasterSp="0">
  <p:cSld>
    <p:bg>
      <p:bgPr>
        <a:solidFill>
          <a:schemeClr val="bg1">
            <a:alpha val="22000"/>
          </a:schemeClr>
        </a:solidFill>
        <a:effectLst/>
      </p:bgPr>
    </p:bg>
    <p:spTree>
      <p:nvGrpSpPr>
        <p:cNvPr id="1" name=""/>
        <p:cNvGrpSpPr/>
        <p:nvPr/>
      </p:nvGrpSpPr>
      <p:grpSpPr>
        <a:xfrm>
          <a:off x="0" y="0"/>
          <a:ext cx="0" cy="0"/>
          <a:chOff x="0" y="0"/>
          <a:chExt cx="0" cy="0"/>
        </a:xfrm>
      </p:grpSpPr>
      <p:sp>
        <p:nvSpPr>
          <p:cNvPr id="5" name="Rectangle 4"/>
          <p:cNvSpPr/>
          <p:nvPr/>
        </p:nvSpPr>
        <p:spPr bwMode="auto">
          <a:xfrm>
            <a:off x="4148667" y="3759200"/>
            <a:ext cx="914400" cy="914400"/>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nvGrpSpPr>
          <p:cNvPr id="369" name="Group 368"/>
          <p:cNvGrpSpPr/>
          <p:nvPr/>
        </p:nvGrpSpPr>
        <p:grpSpPr>
          <a:xfrm>
            <a:off x="-16939" y="0"/>
            <a:ext cx="9177758" cy="6840962"/>
            <a:chOff x="-16939" y="304794"/>
            <a:chExt cx="9177758" cy="6840962"/>
          </a:xfrm>
        </p:grpSpPr>
        <p:grpSp>
          <p:nvGrpSpPr>
            <p:cNvPr id="70" name="Group 69"/>
            <p:cNvGrpSpPr/>
            <p:nvPr/>
          </p:nvGrpSpPr>
          <p:grpSpPr>
            <a:xfrm>
              <a:off x="-16936" y="304794"/>
              <a:ext cx="9177749" cy="1134535"/>
              <a:chOff x="-16936" y="304794"/>
              <a:chExt cx="9177749" cy="1134535"/>
            </a:xfrm>
          </p:grpSpPr>
          <p:grpSp>
            <p:nvGrpSpPr>
              <p:cNvPr id="40" name="Group 39"/>
              <p:cNvGrpSpPr/>
              <p:nvPr/>
            </p:nvGrpSpPr>
            <p:grpSpPr>
              <a:xfrm>
                <a:off x="-16936" y="304794"/>
                <a:ext cx="9177746" cy="575743"/>
                <a:chOff x="304791" y="304794"/>
                <a:chExt cx="9177746" cy="575743"/>
              </a:xfrm>
            </p:grpSpPr>
            <p:grpSp>
              <p:nvGrpSpPr>
                <p:cNvPr id="25" name="Group 24"/>
                <p:cNvGrpSpPr/>
                <p:nvPr/>
              </p:nvGrpSpPr>
              <p:grpSpPr>
                <a:xfrm>
                  <a:off x="304791" y="304794"/>
                  <a:ext cx="4588873" cy="575738"/>
                  <a:chOff x="2455324" y="304801"/>
                  <a:chExt cx="4588873" cy="575738"/>
                </a:xfrm>
              </p:grpSpPr>
              <p:grpSp>
                <p:nvGrpSpPr>
                  <p:cNvPr id="14" name="Group 13"/>
                  <p:cNvGrpSpPr/>
                  <p:nvPr/>
                </p:nvGrpSpPr>
                <p:grpSpPr>
                  <a:xfrm>
                    <a:off x="2455324" y="304801"/>
                    <a:ext cx="1134524" cy="575735"/>
                    <a:chOff x="2455324" y="304801"/>
                    <a:chExt cx="1134524" cy="575735"/>
                  </a:xfrm>
                </p:grpSpPr>
                <p:sp>
                  <p:nvSpPr>
                    <p:cNvPr id="12" name="Rectangle 11"/>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3" name="Rectangle 12"/>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15" name="Group 14"/>
                  <p:cNvGrpSpPr/>
                  <p:nvPr/>
                </p:nvGrpSpPr>
                <p:grpSpPr>
                  <a:xfrm>
                    <a:off x="3606771" y="304804"/>
                    <a:ext cx="1134524" cy="575735"/>
                    <a:chOff x="2455324" y="304801"/>
                    <a:chExt cx="1134524" cy="575735"/>
                  </a:xfrm>
                </p:grpSpPr>
                <p:sp>
                  <p:nvSpPr>
                    <p:cNvPr id="16" name="Rectangle 15"/>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7" name="Rectangle 16"/>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24" name="Group 23"/>
                  <p:cNvGrpSpPr/>
                  <p:nvPr/>
                </p:nvGrpSpPr>
                <p:grpSpPr>
                  <a:xfrm>
                    <a:off x="4758226" y="304801"/>
                    <a:ext cx="2285971" cy="575738"/>
                    <a:chOff x="4148667" y="457201"/>
                    <a:chExt cx="2285971" cy="575738"/>
                  </a:xfrm>
                </p:grpSpPr>
                <p:grpSp>
                  <p:nvGrpSpPr>
                    <p:cNvPr id="18" name="Group 17"/>
                    <p:cNvGrpSpPr/>
                    <p:nvPr/>
                  </p:nvGrpSpPr>
                  <p:grpSpPr>
                    <a:xfrm>
                      <a:off x="4148667" y="457201"/>
                      <a:ext cx="1134524" cy="575735"/>
                      <a:chOff x="2455324" y="304801"/>
                      <a:chExt cx="1134524" cy="575735"/>
                    </a:xfrm>
                  </p:grpSpPr>
                  <p:sp>
                    <p:nvSpPr>
                      <p:cNvPr id="19" name="Rectangle 18"/>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0" name="Rectangle 19"/>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21" name="Group 20"/>
                    <p:cNvGrpSpPr/>
                    <p:nvPr/>
                  </p:nvGrpSpPr>
                  <p:grpSpPr>
                    <a:xfrm>
                      <a:off x="5300114" y="457204"/>
                      <a:ext cx="1134524" cy="575735"/>
                      <a:chOff x="2455324" y="304801"/>
                      <a:chExt cx="1134524" cy="575735"/>
                    </a:xfrm>
                  </p:grpSpPr>
                  <p:sp>
                    <p:nvSpPr>
                      <p:cNvPr id="22" name="Rectangle 21"/>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smtClean="0">
                          <a:ln>
                            <a:noFill/>
                          </a:ln>
                          <a:solidFill>
                            <a:schemeClr val="tx1"/>
                          </a:solidFill>
                          <a:effectLst/>
                          <a:latin typeface="Arial" charset="0"/>
                          <a:cs typeface="Arial" charset="0"/>
                        </a:endParaRPr>
                      </a:p>
                    </p:txBody>
                  </p:sp>
                  <p:sp>
                    <p:nvSpPr>
                      <p:cNvPr id="23" name="Rectangle 22"/>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grpSp>
            <p:grpSp>
              <p:nvGrpSpPr>
                <p:cNvPr id="26" name="Group 25"/>
                <p:cNvGrpSpPr/>
                <p:nvPr/>
              </p:nvGrpSpPr>
              <p:grpSpPr>
                <a:xfrm>
                  <a:off x="4893664" y="304799"/>
                  <a:ext cx="4588873" cy="575738"/>
                  <a:chOff x="2455324" y="304801"/>
                  <a:chExt cx="4588873" cy="575738"/>
                </a:xfrm>
              </p:grpSpPr>
              <p:grpSp>
                <p:nvGrpSpPr>
                  <p:cNvPr id="27" name="Group 26"/>
                  <p:cNvGrpSpPr/>
                  <p:nvPr/>
                </p:nvGrpSpPr>
                <p:grpSpPr>
                  <a:xfrm>
                    <a:off x="2455324" y="304801"/>
                    <a:ext cx="1134524" cy="575735"/>
                    <a:chOff x="2455324" y="304801"/>
                    <a:chExt cx="1134524" cy="575735"/>
                  </a:xfrm>
                </p:grpSpPr>
                <p:sp>
                  <p:nvSpPr>
                    <p:cNvPr id="38" name="Rectangle 37"/>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39" name="Rectangle 38"/>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28" name="Group 27"/>
                  <p:cNvGrpSpPr/>
                  <p:nvPr/>
                </p:nvGrpSpPr>
                <p:grpSpPr>
                  <a:xfrm>
                    <a:off x="3606771" y="304804"/>
                    <a:ext cx="1134524" cy="575735"/>
                    <a:chOff x="2455324" y="304801"/>
                    <a:chExt cx="1134524" cy="575735"/>
                  </a:xfrm>
                </p:grpSpPr>
                <p:sp>
                  <p:nvSpPr>
                    <p:cNvPr id="36" name="Rectangle 35"/>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37" name="Rectangle 36"/>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29" name="Group 28"/>
                  <p:cNvGrpSpPr/>
                  <p:nvPr/>
                </p:nvGrpSpPr>
                <p:grpSpPr>
                  <a:xfrm>
                    <a:off x="4758226" y="304801"/>
                    <a:ext cx="2285971" cy="575738"/>
                    <a:chOff x="4148667" y="457201"/>
                    <a:chExt cx="2285971" cy="575738"/>
                  </a:xfrm>
                </p:grpSpPr>
                <p:grpSp>
                  <p:nvGrpSpPr>
                    <p:cNvPr id="30" name="Group 29"/>
                    <p:cNvGrpSpPr/>
                    <p:nvPr/>
                  </p:nvGrpSpPr>
                  <p:grpSpPr>
                    <a:xfrm>
                      <a:off x="4148667" y="457201"/>
                      <a:ext cx="1134524" cy="575735"/>
                      <a:chOff x="2455324" y="304801"/>
                      <a:chExt cx="1134524" cy="575735"/>
                    </a:xfrm>
                  </p:grpSpPr>
                  <p:sp>
                    <p:nvSpPr>
                      <p:cNvPr id="34" name="Rectangle 33"/>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35" name="Rectangle 34"/>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31" name="Group 30"/>
                    <p:cNvGrpSpPr/>
                    <p:nvPr/>
                  </p:nvGrpSpPr>
                  <p:grpSpPr>
                    <a:xfrm>
                      <a:off x="5300114" y="457204"/>
                      <a:ext cx="1134524" cy="575735"/>
                      <a:chOff x="2455324" y="304801"/>
                      <a:chExt cx="1134524" cy="575735"/>
                    </a:xfrm>
                  </p:grpSpPr>
                  <p:sp>
                    <p:nvSpPr>
                      <p:cNvPr id="32" name="Rectangle 31"/>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33" name="Rectangle 32"/>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grpSp>
          </p:grpSp>
          <p:grpSp>
            <p:nvGrpSpPr>
              <p:cNvPr id="41" name="Group 40"/>
              <p:cNvGrpSpPr/>
              <p:nvPr/>
            </p:nvGrpSpPr>
            <p:grpSpPr>
              <a:xfrm>
                <a:off x="-16933" y="863586"/>
                <a:ext cx="9177746" cy="575743"/>
                <a:chOff x="304791" y="304794"/>
                <a:chExt cx="9177746" cy="575743"/>
              </a:xfrm>
            </p:grpSpPr>
            <p:grpSp>
              <p:nvGrpSpPr>
                <p:cNvPr id="42" name="Group 41"/>
                <p:cNvGrpSpPr/>
                <p:nvPr/>
              </p:nvGrpSpPr>
              <p:grpSpPr>
                <a:xfrm>
                  <a:off x="304791" y="304794"/>
                  <a:ext cx="4588873" cy="575738"/>
                  <a:chOff x="2455324" y="304801"/>
                  <a:chExt cx="4588873" cy="575738"/>
                </a:xfrm>
              </p:grpSpPr>
              <p:grpSp>
                <p:nvGrpSpPr>
                  <p:cNvPr id="57" name="Group 56"/>
                  <p:cNvGrpSpPr/>
                  <p:nvPr/>
                </p:nvGrpSpPr>
                <p:grpSpPr>
                  <a:xfrm>
                    <a:off x="2455324" y="304801"/>
                    <a:ext cx="1134524" cy="575735"/>
                    <a:chOff x="2455324" y="304801"/>
                    <a:chExt cx="1134524" cy="575735"/>
                  </a:xfrm>
                </p:grpSpPr>
                <p:sp>
                  <p:nvSpPr>
                    <p:cNvPr id="68" name="Rectangle 67"/>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69" name="Rectangle 68"/>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58" name="Group 57"/>
                  <p:cNvGrpSpPr/>
                  <p:nvPr/>
                </p:nvGrpSpPr>
                <p:grpSpPr>
                  <a:xfrm>
                    <a:off x="3606771" y="304804"/>
                    <a:ext cx="1134524" cy="575735"/>
                    <a:chOff x="2455324" y="304801"/>
                    <a:chExt cx="1134524" cy="575735"/>
                  </a:xfrm>
                </p:grpSpPr>
                <p:sp>
                  <p:nvSpPr>
                    <p:cNvPr id="66" name="Rectangle 65"/>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67" name="Rectangle 66"/>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59" name="Group 58"/>
                  <p:cNvGrpSpPr/>
                  <p:nvPr/>
                </p:nvGrpSpPr>
                <p:grpSpPr>
                  <a:xfrm>
                    <a:off x="4758226" y="304801"/>
                    <a:ext cx="2285971" cy="575738"/>
                    <a:chOff x="4148667" y="457201"/>
                    <a:chExt cx="2285971" cy="575738"/>
                  </a:xfrm>
                </p:grpSpPr>
                <p:grpSp>
                  <p:nvGrpSpPr>
                    <p:cNvPr id="60" name="Group 59"/>
                    <p:cNvGrpSpPr/>
                    <p:nvPr/>
                  </p:nvGrpSpPr>
                  <p:grpSpPr>
                    <a:xfrm>
                      <a:off x="4148667" y="457201"/>
                      <a:ext cx="1134524" cy="575735"/>
                      <a:chOff x="2455324" y="304801"/>
                      <a:chExt cx="1134524" cy="575735"/>
                    </a:xfrm>
                  </p:grpSpPr>
                  <p:sp>
                    <p:nvSpPr>
                      <p:cNvPr id="64" name="Rectangle 63"/>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65" name="Rectangle 64"/>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61" name="Group 60"/>
                    <p:cNvGrpSpPr/>
                    <p:nvPr/>
                  </p:nvGrpSpPr>
                  <p:grpSpPr>
                    <a:xfrm>
                      <a:off x="5300114" y="457204"/>
                      <a:ext cx="1134524" cy="575735"/>
                      <a:chOff x="2455324" y="304801"/>
                      <a:chExt cx="1134524" cy="575735"/>
                    </a:xfrm>
                  </p:grpSpPr>
                  <p:sp>
                    <p:nvSpPr>
                      <p:cNvPr id="62" name="Rectangle 61"/>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63" name="Rectangle 62"/>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grpSp>
            <p:grpSp>
              <p:nvGrpSpPr>
                <p:cNvPr id="43" name="Group 42"/>
                <p:cNvGrpSpPr/>
                <p:nvPr/>
              </p:nvGrpSpPr>
              <p:grpSpPr>
                <a:xfrm>
                  <a:off x="4893664" y="304799"/>
                  <a:ext cx="4588873" cy="575738"/>
                  <a:chOff x="2455324" y="304801"/>
                  <a:chExt cx="4588873" cy="575738"/>
                </a:xfrm>
              </p:grpSpPr>
              <p:grpSp>
                <p:nvGrpSpPr>
                  <p:cNvPr id="44" name="Group 43"/>
                  <p:cNvGrpSpPr/>
                  <p:nvPr/>
                </p:nvGrpSpPr>
                <p:grpSpPr>
                  <a:xfrm>
                    <a:off x="2455324" y="304801"/>
                    <a:ext cx="1134524" cy="575735"/>
                    <a:chOff x="2455324" y="304801"/>
                    <a:chExt cx="1134524" cy="575735"/>
                  </a:xfrm>
                </p:grpSpPr>
                <p:sp>
                  <p:nvSpPr>
                    <p:cNvPr id="55" name="Rectangle 54"/>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56" name="Rectangle 55"/>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45" name="Group 44"/>
                  <p:cNvGrpSpPr/>
                  <p:nvPr/>
                </p:nvGrpSpPr>
                <p:grpSpPr>
                  <a:xfrm>
                    <a:off x="3606771" y="304804"/>
                    <a:ext cx="1134524" cy="575735"/>
                    <a:chOff x="2455324" y="304801"/>
                    <a:chExt cx="1134524" cy="575735"/>
                  </a:xfrm>
                </p:grpSpPr>
                <p:sp>
                  <p:nvSpPr>
                    <p:cNvPr id="53" name="Rectangle 52"/>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54" name="Rectangle 53"/>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46" name="Group 45"/>
                  <p:cNvGrpSpPr/>
                  <p:nvPr/>
                </p:nvGrpSpPr>
                <p:grpSpPr>
                  <a:xfrm>
                    <a:off x="4758226" y="304801"/>
                    <a:ext cx="2285971" cy="575738"/>
                    <a:chOff x="4148667" y="457201"/>
                    <a:chExt cx="2285971" cy="575738"/>
                  </a:xfrm>
                </p:grpSpPr>
                <p:grpSp>
                  <p:nvGrpSpPr>
                    <p:cNvPr id="47" name="Group 46"/>
                    <p:cNvGrpSpPr/>
                    <p:nvPr/>
                  </p:nvGrpSpPr>
                  <p:grpSpPr>
                    <a:xfrm>
                      <a:off x="4148667" y="457201"/>
                      <a:ext cx="1134524" cy="575735"/>
                      <a:chOff x="2455324" y="304801"/>
                      <a:chExt cx="1134524" cy="575735"/>
                    </a:xfrm>
                  </p:grpSpPr>
                  <p:sp>
                    <p:nvSpPr>
                      <p:cNvPr id="51" name="Rectangle 50"/>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52" name="Rectangle 51"/>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48" name="Group 47"/>
                    <p:cNvGrpSpPr/>
                    <p:nvPr/>
                  </p:nvGrpSpPr>
                  <p:grpSpPr>
                    <a:xfrm>
                      <a:off x="5300114" y="457204"/>
                      <a:ext cx="1134524" cy="575735"/>
                      <a:chOff x="2455324" y="304801"/>
                      <a:chExt cx="1134524" cy="575735"/>
                    </a:xfrm>
                  </p:grpSpPr>
                  <p:sp>
                    <p:nvSpPr>
                      <p:cNvPr id="49" name="Rectangle 48"/>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50" name="Rectangle 49"/>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grpSp>
          </p:grpSp>
        </p:grpSp>
        <p:grpSp>
          <p:nvGrpSpPr>
            <p:cNvPr id="71" name="Group 70"/>
            <p:cNvGrpSpPr/>
            <p:nvPr/>
          </p:nvGrpSpPr>
          <p:grpSpPr>
            <a:xfrm>
              <a:off x="-16933" y="1439308"/>
              <a:ext cx="9177749" cy="1134535"/>
              <a:chOff x="-16936" y="304794"/>
              <a:chExt cx="9177749" cy="1134535"/>
            </a:xfrm>
          </p:grpSpPr>
          <p:grpSp>
            <p:nvGrpSpPr>
              <p:cNvPr id="72" name="Group 71"/>
              <p:cNvGrpSpPr/>
              <p:nvPr/>
            </p:nvGrpSpPr>
            <p:grpSpPr>
              <a:xfrm>
                <a:off x="-16936" y="304794"/>
                <a:ext cx="9177746" cy="575743"/>
                <a:chOff x="304791" y="304794"/>
                <a:chExt cx="9177746" cy="575743"/>
              </a:xfrm>
            </p:grpSpPr>
            <p:grpSp>
              <p:nvGrpSpPr>
                <p:cNvPr id="102" name="Group 101"/>
                <p:cNvGrpSpPr/>
                <p:nvPr/>
              </p:nvGrpSpPr>
              <p:grpSpPr>
                <a:xfrm>
                  <a:off x="304791" y="304794"/>
                  <a:ext cx="4588873" cy="575738"/>
                  <a:chOff x="2455324" y="304801"/>
                  <a:chExt cx="4588873" cy="575738"/>
                </a:xfrm>
              </p:grpSpPr>
              <p:grpSp>
                <p:nvGrpSpPr>
                  <p:cNvPr id="117" name="Group 116"/>
                  <p:cNvGrpSpPr/>
                  <p:nvPr/>
                </p:nvGrpSpPr>
                <p:grpSpPr>
                  <a:xfrm>
                    <a:off x="2455324" y="304801"/>
                    <a:ext cx="1134524" cy="575735"/>
                    <a:chOff x="2455324" y="304801"/>
                    <a:chExt cx="1134524" cy="575735"/>
                  </a:xfrm>
                </p:grpSpPr>
                <p:sp>
                  <p:nvSpPr>
                    <p:cNvPr id="128" name="Rectangle 127"/>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29" name="Rectangle 128"/>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118" name="Group 117"/>
                  <p:cNvGrpSpPr/>
                  <p:nvPr/>
                </p:nvGrpSpPr>
                <p:grpSpPr>
                  <a:xfrm>
                    <a:off x="3606771" y="304804"/>
                    <a:ext cx="1134524" cy="575735"/>
                    <a:chOff x="2455324" y="304801"/>
                    <a:chExt cx="1134524" cy="575735"/>
                  </a:xfrm>
                </p:grpSpPr>
                <p:sp>
                  <p:nvSpPr>
                    <p:cNvPr id="126" name="Rectangle 125"/>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27" name="Rectangle 126"/>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119" name="Group 118"/>
                  <p:cNvGrpSpPr/>
                  <p:nvPr/>
                </p:nvGrpSpPr>
                <p:grpSpPr>
                  <a:xfrm>
                    <a:off x="4758226" y="304801"/>
                    <a:ext cx="2285971" cy="575738"/>
                    <a:chOff x="4148667" y="457201"/>
                    <a:chExt cx="2285971" cy="575738"/>
                  </a:xfrm>
                </p:grpSpPr>
                <p:grpSp>
                  <p:nvGrpSpPr>
                    <p:cNvPr id="120" name="Group 119"/>
                    <p:cNvGrpSpPr/>
                    <p:nvPr/>
                  </p:nvGrpSpPr>
                  <p:grpSpPr>
                    <a:xfrm>
                      <a:off x="4148667" y="457201"/>
                      <a:ext cx="1134524" cy="575735"/>
                      <a:chOff x="2455324" y="304801"/>
                      <a:chExt cx="1134524" cy="575735"/>
                    </a:xfrm>
                  </p:grpSpPr>
                  <p:sp>
                    <p:nvSpPr>
                      <p:cNvPr id="124" name="Rectangle 123"/>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25" name="Rectangle 124"/>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121" name="Group 120"/>
                    <p:cNvGrpSpPr/>
                    <p:nvPr/>
                  </p:nvGrpSpPr>
                  <p:grpSpPr>
                    <a:xfrm>
                      <a:off x="5300114" y="457204"/>
                      <a:ext cx="1134524" cy="575735"/>
                      <a:chOff x="2455324" y="304801"/>
                      <a:chExt cx="1134524" cy="575735"/>
                    </a:xfrm>
                  </p:grpSpPr>
                  <p:sp>
                    <p:nvSpPr>
                      <p:cNvPr id="122" name="Rectangle 121"/>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23" name="Rectangle 122"/>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grpSp>
            <p:grpSp>
              <p:nvGrpSpPr>
                <p:cNvPr id="103" name="Group 102"/>
                <p:cNvGrpSpPr/>
                <p:nvPr/>
              </p:nvGrpSpPr>
              <p:grpSpPr>
                <a:xfrm>
                  <a:off x="4893664" y="304799"/>
                  <a:ext cx="4588873" cy="575738"/>
                  <a:chOff x="2455324" y="304801"/>
                  <a:chExt cx="4588873" cy="575738"/>
                </a:xfrm>
              </p:grpSpPr>
              <p:grpSp>
                <p:nvGrpSpPr>
                  <p:cNvPr id="104" name="Group 103"/>
                  <p:cNvGrpSpPr/>
                  <p:nvPr/>
                </p:nvGrpSpPr>
                <p:grpSpPr>
                  <a:xfrm>
                    <a:off x="2455324" y="304801"/>
                    <a:ext cx="1134524" cy="575735"/>
                    <a:chOff x="2455324" y="304801"/>
                    <a:chExt cx="1134524" cy="575735"/>
                  </a:xfrm>
                </p:grpSpPr>
                <p:sp>
                  <p:nvSpPr>
                    <p:cNvPr id="115" name="Rectangle 114"/>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16" name="Rectangle 115"/>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105" name="Group 104"/>
                  <p:cNvGrpSpPr/>
                  <p:nvPr/>
                </p:nvGrpSpPr>
                <p:grpSpPr>
                  <a:xfrm>
                    <a:off x="3606771" y="304804"/>
                    <a:ext cx="1134524" cy="575735"/>
                    <a:chOff x="2455324" y="304801"/>
                    <a:chExt cx="1134524" cy="575735"/>
                  </a:xfrm>
                </p:grpSpPr>
                <p:sp>
                  <p:nvSpPr>
                    <p:cNvPr id="113" name="Rectangle 112"/>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14" name="Rectangle 113"/>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106" name="Group 105"/>
                  <p:cNvGrpSpPr/>
                  <p:nvPr/>
                </p:nvGrpSpPr>
                <p:grpSpPr>
                  <a:xfrm>
                    <a:off x="4758226" y="304801"/>
                    <a:ext cx="2285971" cy="575738"/>
                    <a:chOff x="4148667" y="457201"/>
                    <a:chExt cx="2285971" cy="575738"/>
                  </a:xfrm>
                </p:grpSpPr>
                <p:grpSp>
                  <p:nvGrpSpPr>
                    <p:cNvPr id="107" name="Group 106"/>
                    <p:cNvGrpSpPr/>
                    <p:nvPr/>
                  </p:nvGrpSpPr>
                  <p:grpSpPr>
                    <a:xfrm>
                      <a:off x="4148667" y="457201"/>
                      <a:ext cx="1134524" cy="575735"/>
                      <a:chOff x="2455324" y="304801"/>
                      <a:chExt cx="1134524" cy="575735"/>
                    </a:xfrm>
                  </p:grpSpPr>
                  <p:sp>
                    <p:nvSpPr>
                      <p:cNvPr id="111" name="Rectangle 110"/>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12" name="Rectangle 111"/>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108" name="Group 107"/>
                    <p:cNvGrpSpPr/>
                    <p:nvPr/>
                  </p:nvGrpSpPr>
                  <p:grpSpPr>
                    <a:xfrm>
                      <a:off x="5300114" y="457204"/>
                      <a:ext cx="1134524" cy="575735"/>
                      <a:chOff x="2455324" y="304801"/>
                      <a:chExt cx="1134524" cy="575735"/>
                    </a:xfrm>
                  </p:grpSpPr>
                  <p:sp>
                    <p:nvSpPr>
                      <p:cNvPr id="109" name="Rectangle 108"/>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10" name="Rectangle 109"/>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grpSp>
          </p:grpSp>
          <p:grpSp>
            <p:nvGrpSpPr>
              <p:cNvPr id="73" name="Group 72"/>
              <p:cNvGrpSpPr/>
              <p:nvPr/>
            </p:nvGrpSpPr>
            <p:grpSpPr>
              <a:xfrm>
                <a:off x="-16933" y="863586"/>
                <a:ext cx="9177746" cy="575743"/>
                <a:chOff x="304791" y="304794"/>
                <a:chExt cx="9177746" cy="575743"/>
              </a:xfrm>
            </p:grpSpPr>
            <p:grpSp>
              <p:nvGrpSpPr>
                <p:cNvPr id="74" name="Group 73"/>
                <p:cNvGrpSpPr/>
                <p:nvPr/>
              </p:nvGrpSpPr>
              <p:grpSpPr>
                <a:xfrm>
                  <a:off x="304791" y="304794"/>
                  <a:ext cx="4588873" cy="575738"/>
                  <a:chOff x="2455324" y="304801"/>
                  <a:chExt cx="4588873" cy="575738"/>
                </a:xfrm>
              </p:grpSpPr>
              <p:grpSp>
                <p:nvGrpSpPr>
                  <p:cNvPr id="89" name="Group 88"/>
                  <p:cNvGrpSpPr/>
                  <p:nvPr/>
                </p:nvGrpSpPr>
                <p:grpSpPr>
                  <a:xfrm>
                    <a:off x="2455324" y="304801"/>
                    <a:ext cx="1134524" cy="575735"/>
                    <a:chOff x="2455324" y="304801"/>
                    <a:chExt cx="1134524" cy="575735"/>
                  </a:xfrm>
                </p:grpSpPr>
                <p:sp>
                  <p:nvSpPr>
                    <p:cNvPr id="100" name="Rectangle 99"/>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01" name="Rectangle 100"/>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90" name="Group 89"/>
                  <p:cNvGrpSpPr/>
                  <p:nvPr/>
                </p:nvGrpSpPr>
                <p:grpSpPr>
                  <a:xfrm>
                    <a:off x="3606771" y="304804"/>
                    <a:ext cx="1134524" cy="575735"/>
                    <a:chOff x="2455324" y="304801"/>
                    <a:chExt cx="1134524" cy="575735"/>
                  </a:xfrm>
                </p:grpSpPr>
                <p:sp>
                  <p:nvSpPr>
                    <p:cNvPr id="98" name="Rectangle 97"/>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99" name="Rectangle 98"/>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91" name="Group 90"/>
                  <p:cNvGrpSpPr/>
                  <p:nvPr/>
                </p:nvGrpSpPr>
                <p:grpSpPr>
                  <a:xfrm>
                    <a:off x="4758226" y="304801"/>
                    <a:ext cx="2285971" cy="575738"/>
                    <a:chOff x="4148667" y="457201"/>
                    <a:chExt cx="2285971" cy="575738"/>
                  </a:xfrm>
                </p:grpSpPr>
                <p:grpSp>
                  <p:nvGrpSpPr>
                    <p:cNvPr id="92" name="Group 91"/>
                    <p:cNvGrpSpPr/>
                    <p:nvPr/>
                  </p:nvGrpSpPr>
                  <p:grpSpPr>
                    <a:xfrm>
                      <a:off x="4148667" y="457201"/>
                      <a:ext cx="1134524" cy="575735"/>
                      <a:chOff x="2455324" y="304801"/>
                      <a:chExt cx="1134524" cy="575735"/>
                    </a:xfrm>
                  </p:grpSpPr>
                  <p:sp>
                    <p:nvSpPr>
                      <p:cNvPr id="96" name="Rectangle 95"/>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97" name="Rectangle 96"/>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93" name="Group 92"/>
                    <p:cNvGrpSpPr/>
                    <p:nvPr/>
                  </p:nvGrpSpPr>
                  <p:grpSpPr>
                    <a:xfrm>
                      <a:off x="5300114" y="457204"/>
                      <a:ext cx="1134524" cy="575735"/>
                      <a:chOff x="2455324" y="304801"/>
                      <a:chExt cx="1134524" cy="575735"/>
                    </a:xfrm>
                  </p:grpSpPr>
                  <p:sp>
                    <p:nvSpPr>
                      <p:cNvPr id="94" name="Rectangle 93"/>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95" name="Rectangle 94"/>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grpSp>
            <p:grpSp>
              <p:nvGrpSpPr>
                <p:cNvPr id="75" name="Group 74"/>
                <p:cNvGrpSpPr/>
                <p:nvPr/>
              </p:nvGrpSpPr>
              <p:grpSpPr>
                <a:xfrm>
                  <a:off x="4893664" y="304799"/>
                  <a:ext cx="4588873" cy="575738"/>
                  <a:chOff x="2455324" y="304801"/>
                  <a:chExt cx="4588873" cy="575738"/>
                </a:xfrm>
              </p:grpSpPr>
              <p:grpSp>
                <p:nvGrpSpPr>
                  <p:cNvPr id="76" name="Group 75"/>
                  <p:cNvGrpSpPr/>
                  <p:nvPr/>
                </p:nvGrpSpPr>
                <p:grpSpPr>
                  <a:xfrm>
                    <a:off x="2455324" y="304801"/>
                    <a:ext cx="1134524" cy="575735"/>
                    <a:chOff x="2455324" y="304801"/>
                    <a:chExt cx="1134524" cy="575735"/>
                  </a:xfrm>
                </p:grpSpPr>
                <p:sp>
                  <p:nvSpPr>
                    <p:cNvPr id="87" name="Rectangle 86"/>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88" name="Rectangle 87"/>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77" name="Group 76"/>
                  <p:cNvGrpSpPr/>
                  <p:nvPr/>
                </p:nvGrpSpPr>
                <p:grpSpPr>
                  <a:xfrm>
                    <a:off x="3606771" y="304804"/>
                    <a:ext cx="1134524" cy="575735"/>
                    <a:chOff x="2455324" y="304801"/>
                    <a:chExt cx="1134524" cy="575735"/>
                  </a:xfrm>
                </p:grpSpPr>
                <p:sp>
                  <p:nvSpPr>
                    <p:cNvPr id="85" name="Rectangle 84"/>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86" name="Rectangle 85"/>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78" name="Group 77"/>
                  <p:cNvGrpSpPr/>
                  <p:nvPr/>
                </p:nvGrpSpPr>
                <p:grpSpPr>
                  <a:xfrm>
                    <a:off x="4758226" y="304801"/>
                    <a:ext cx="2285971" cy="575738"/>
                    <a:chOff x="4148667" y="457201"/>
                    <a:chExt cx="2285971" cy="575738"/>
                  </a:xfrm>
                </p:grpSpPr>
                <p:grpSp>
                  <p:nvGrpSpPr>
                    <p:cNvPr id="79" name="Group 78"/>
                    <p:cNvGrpSpPr/>
                    <p:nvPr/>
                  </p:nvGrpSpPr>
                  <p:grpSpPr>
                    <a:xfrm>
                      <a:off x="4148667" y="457201"/>
                      <a:ext cx="1134524" cy="575735"/>
                      <a:chOff x="2455324" y="304801"/>
                      <a:chExt cx="1134524" cy="575735"/>
                    </a:xfrm>
                  </p:grpSpPr>
                  <p:sp>
                    <p:nvSpPr>
                      <p:cNvPr id="83" name="Rectangle 82"/>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84" name="Rectangle 83"/>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80" name="Group 79"/>
                    <p:cNvGrpSpPr/>
                    <p:nvPr/>
                  </p:nvGrpSpPr>
                  <p:grpSpPr>
                    <a:xfrm>
                      <a:off x="5300114" y="457204"/>
                      <a:ext cx="1134524" cy="575735"/>
                      <a:chOff x="2455324" y="304801"/>
                      <a:chExt cx="1134524" cy="575735"/>
                    </a:xfrm>
                  </p:grpSpPr>
                  <p:sp>
                    <p:nvSpPr>
                      <p:cNvPr id="81" name="Rectangle 80"/>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82" name="Rectangle 81"/>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grpSp>
          </p:grpSp>
        </p:grpSp>
        <p:grpSp>
          <p:nvGrpSpPr>
            <p:cNvPr id="132" name="Group 131"/>
            <p:cNvGrpSpPr/>
            <p:nvPr/>
          </p:nvGrpSpPr>
          <p:grpSpPr>
            <a:xfrm>
              <a:off x="-16939" y="2590814"/>
              <a:ext cx="9177749" cy="1134535"/>
              <a:chOff x="-16936" y="304794"/>
              <a:chExt cx="9177749" cy="1134535"/>
            </a:xfrm>
          </p:grpSpPr>
          <p:grpSp>
            <p:nvGrpSpPr>
              <p:cNvPr id="192" name="Group 191"/>
              <p:cNvGrpSpPr/>
              <p:nvPr/>
            </p:nvGrpSpPr>
            <p:grpSpPr>
              <a:xfrm>
                <a:off x="-16936" y="304794"/>
                <a:ext cx="9177746" cy="575743"/>
                <a:chOff x="304791" y="304794"/>
                <a:chExt cx="9177746" cy="575743"/>
              </a:xfrm>
            </p:grpSpPr>
            <p:grpSp>
              <p:nvGrpSpPr>
                <p:cNvPr id="222" name="Group 221"/>
                <p:cNvGrpSpPr/>
                <p:nvPr/>
              </p:nvGrpSpPr>
              <p:grpSpPr>
                <a:xfrm>
                  <a:off x="304791" y="304794"/>
                  <a:ext cx="4588873" cy="575738"/>
                  <a:chOff x="2455324" y="304801"/>
                  <a:chExt cx="4588873" cy="575738"/>
                </a:xfrm>
              </p:grpSpPr>
              <p:grpSp>
                <p:nvGrpSpPr>
                  <p:cNvPr id="237" name="Group 236"/>
                  <p:cNvGrpSpPr/>
                  <p:nvPr/>
                </p:nvGrpSpPr>
                <p:grpSpPr>
                  <a:xfrm>
                    <a:off x="2455324" y="304801"/>
                    <a:ext cx="1134524" cy="575735"/>
                    <a:chOff x="2455324" y="304801"/>
                    <a:chExt cx="1134524" cy="575735"/>
                  </a:xfrm>
                </p:grpSpPr>
                <p:sp>
                  <p:nvSpPr>
                    <p:cNvPr id="248" name="Rectangle 247"/>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49" name="Rectangle 248"/>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238" name="Group 237"/>
                  <p:cNvGrpSpPr/>
                  <p:nvPr/>
                </p:nvGrpSpPr>
                <p:grpSpPr>
                  <a:xfrm>
                    <a:off x="3606771" y="304804"/>
                    <a:ext cx="1134524" cy="575735"/>
                    <a:chOff x="2455324" y="304801"/>
                    <a:chExt cx="1134524" cy="575735"/>
                  </a:xfrm>
                </p:grpSpPr>
                <p:sp>
                  <p:nvSpPr>
                    <p:cNvPr id="246" name="Rectangle 245"/>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47" name="Rectangle 246"/>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239" name="Group 238"/>
                  <p:cNvGrpSpPr/>
                  <p:nvPr/>
                </p:nvGrpSpPr>
                <p:grpSpPr>
                  <a:xfrm>
                    <a:off x="4758226" y="304801"/>
                    <a:ext cx="2285971" cy="575738"/>
                    <a:chOff x="4148667" y="457201"/>
                    <a:chExt cx="2285971" cy="575738"/>
                  </a:xfrm>
                </p:grpSpPr>
                <p:grpSp>
                  <p:nvGrpSpPr>
                    <p:cNvPr id="240" name="Group 239"/>
                    <p:cNvGrpSpPr/>
                    <p:nvPr/>
                  </p:nvGrpSpPr>
                  <p:grpSpPr>
                    <a:xfrm>
                      <a:off x="4148667" y="457201"/>
                      <a:ext cx="1134524" cy="575735"/>
                      <a:chOff x="2455324" y="304801"/>
                      <a:chExt cx="1134524" cy="575735"/>
                    </a:xfrm>
                  </p:grpSpPr>
                  <p:sp>
                    <p:nvSpPr>
                      <p:cNvPr id="244" name="Rectangle 243"/>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45" name="Rectangle 244"/>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241" name="Group 240"/>
                    <p:cNvGrpSpPr/>
                    <p:nvPr/>
                  </p:nvGrpSpPr>
                  <p:grpSpPr>
                    <a:xfrm>
                      <a:off x="5300114" y="457204"/>
                      <a:ext cx="1134524" cy="575735"/>
                      <a:chOff x="2455324" y="304801"/>
                      <a:chExt cx="1134524" cy="575735"/>
                    </a:xfrm>
                  </p:grpSpPr>
                  <p:sp>
                    <p:nvSpPr>
                      <p:cNvPr id="242" name="Rectangle 241"/>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43" name="Rectangle 242"/>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grpSp>
            <p:grpSp>
              <p:nvGrpSpPr>
                <p:cNvPr id="223" name="Group 222"/>
                <p:cNvGrpSpPr/>
                <p:nvPr/>
              </p:nvGrpSpPr>
              <p:grpSpPr>
                <a:xfrm>
                  <a:off x="4893664" y="304799"/>
                  <a:ext cx="4588873" cy="575738"/>
                  <a:chOff x="2455324" y="304801"/>
                  <a:chExt cx="4588873" cy="575738"/>
                </a:xfrm>
              </p:grpSpPr>
              <p:grpSp>
                <p:nvGrpSpPr>
                  <p:cNvPr id="224" name="Group 223"/>
                  <p:cNvGrpSpPr/>
                  <p:nvPr/>
                </p:nvGrpSpPr>
                <p:grpSpPr>
                  <a:xfrm>
                    <a:off x="2455324" y="304801"/>
                    <a:ext cx="1134524" cy="575735"/>
                    <a:chOff x="2455324" y="304801"/>
                    <a:chExt cx="1134524" cy="575735"/>
                  </a:xfrm>
                </p:grpSpPr>
                <p:sp>
                  <p:nvSpPr>
                    <p:cNvPr id="235" name="Rectangle 234"/>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36" name="Rectangle 235"/>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225" name="Group 224"/>
                  <p:cNvGrpSpPr/>
                  <p:nvPr/>
                </p:nvGrpSpPr>
                <p:grpSpPr>
                  <a:xfrm>
                    <a:off x="3606771" y="304804"/>
                    <a:ext cx="1134524" cy="575735"/>
                    <a:chOff x="2455324" y="304801"/>
                    <a:chExt cx="1134524" cy="575735"/>
                  </a:xfrm>
                </p:grpSpPr>
                <p:sp>
                  <p:nvSpPr>
                    <p:cNvPr id="233" name="Rectangle 232"/>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34" name="Rectangle 233"/>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226" name="Group 225"/>
                  <p:cNvGrpSpPr/>
                  <p:nvPr/>
                </p:nvGrpSpPr>
                <p:grpSpPr>
                  <a:xfrm>
                    <a:off x="4758226" y="304801"/>
                    <a:ext cx="2285971" cy="575738"/>
                    <a:chOff x="4148667" y="457201"/>
                    <a:chExt cx="2285971" cy="575738"/>
                  </a:xfrm>
                </p:grpSpPr>
                <p:grpSp>
                  <p:nvGrpSpPr>
                    <p:cNvPr id="227" name="Group 226"/>
                    <p:cNvGrpSpPr/>
                    <p:nvPr/>
                  </p:nvGrpSpPr>
                  <p:grpSpPr>
                    <a:xfrm>
                      <a:off x="4148667" y="457201"/>
                      <a:ext cx="1134524" cy="575735"/>
                      <a:chOff x="2455324" y="304801"/>
                      <a:chExt cx="1134524" cy="575735"/>
                    </a:xfrm>
                  </p:grpSpPr>
                  <p:sp>
                    <p:nvSpPr>
                      <p:cNvPr id="231" name="Rectangle 230"/>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32" name="Rectangle 231"/>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228" name="Group 227"/>
                    <p:cNvGrpSpPr/>
                    <p:nvPr/>
                  </p:nvGrpSpPr>
                  <p:grpSpPr>
                    <a:xfrm>
                      <a:off x="5300114" y="457204"/>
                      <a:ext cx="1134524" cy="575735"/>
                      <a:chOff x="2455324" y="304801"/>
                      <a:chExt cx="1134524" cy="575735"/>
                    </a:xfrm>
                  </p:grpSpPr>
                  <p:sp>
                    <p:nvSpPr>
                      <p:cNvPr id="229" name="Rectangle 228"/>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30" name="Rectangle 229"/>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grpSp>
          </p:grpSp>
          <p:grpSp>
            <p:nvGrpSpPr>
              <p:cNvPr id="193" name="Group 192"/>
              <p:cNvGrpSpPr/>
              <p:nvPr/>
            </p:nvGrpSpPr>
            <p:grpSpPr>
              <a:xfrm>
                <a:off x="-16933" y="863586"/>
                <a:ext cx="9177746" cy="575743"/>
                <a:chOff x="304791" y="304794"/>
                <a:chExt cx="9177746" cy="575743"/>
              </a:xfrm>
            </p:grpSpPr>
            <p:grpSp>
              <p:nvGrpSpPr>
                <p:cNvPr id="194" name="Group 193"/>
                <p:cNvGrpSpPr/>
                <p:nvPr/>
              </p:nvGrpSpPr>
              <p:grpSpPr>
                <a:xfrm>
                  <a:off x="304791" y="304794"/>
                  <a:ext cx="4588873" cy="575738"/>
                  <a:chOff x="2455324" y="304801"/>
                  <a:chExt cx="4588873" cy="575738"/>
                </a:xfrm>
              </p:grpSpPr>
              <p:grpSp>
                <p:nvGrpSpPr>
                  <p:cNvPr id="209" name="Group 208"/>
                  <p:cNvGrpSpPr/>
                  <p:nvPr/>
                </p:nvGrpSpPr>
                <p:grpSpPr>
                  <a:xfrm>
                    <a:off x="2455324" y="304801"/>
                    <a:ext cx="1134524" cy="575735"/>
                    <a:chOff x="2455324" y="304801"/>
                    <a:chExt cx="1134524" cy="575735"/>
                  </a:xfrm>
                </p:grpSpPr>
                <p:sp>
                  <p:nvSpPr>
                    <p:cNvPr id="220" name="Rectangle 219"/>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21" name="Rectangle 220"/>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210" name="Group 209"/>
                  <p:cNvGrpSpPr/>
                  <p:nvPr/>
                </p:nvGrpSpPr>
                <p:grpSpPr>
                  <a:xfrm>
                    <a:off x="3606771" y="304804"/>
                    <a:ext cx="1134524" cy="575735"/>
                    <a:chOff x="2455324" y="304801"/>
                    <a:chExt cx="1134524" cy="575735"/>
                  </a:xfrm>
                </p:grpSpPr>
                <p:sp>
                  <p:nvSpPr>
                    <p:cNvPr id="218" name="Rectangle 217"/>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19" name="Rectangle 218"/>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211" name="Group 210"/>
                  <p:cNvGrpSpPr/>
                  <p:nvPr/>
                </p:nvGrpSpPr>
                <p:grpSpPr>
                  <a:xfrm>
                    <a:off x="4758226" y="304801"/>
                    <a:ext cx="2285971" cy="575738"/>
                    <a:chOff x="4148667" y="457201"/>
                    <a:chExt cx="2285971" cy="575738"/>
                  </a:xfrm>
                </p:grpSpPr>
                <p:grpSp>
                  <p:nvGrpSpPr>
                    <p:cNvPr id="212" name="Group 211"/>
                    <p:cNvGrpSpPr/>
                    <p:nvPr/>
                  </p:nvGrpSpPr>
                  <p:grpSpPr>
                    <a:xfrm>
                      <a:off x="4148667" y="457201"/>
                      <a:ext cx="1134524" cy="575735"/>
                      <a:chOff x="2455324" y="304801"/>
                      <a:chExt cx="1134524" cy="575735"/>
                    </a:xfrm>
                  </p:grpSpPr>
                  <p:sp>
                    <p:nvSpPr>
                      <p:cNvPr id="216" name="Rectangle 215"/>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17" name="Rectangle 216"/>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213" name="Group 212"/>
                    <p:cNvGrpSpPr/>
                    <p:nvPr/>
                  </p:nvGrpSpPr>
                  <p:grpSpPr>
                    <a:xfrm>
                      <a:off x="5300114" y="457204"/>
                      <a:ext cx="1134524" cy="575735"/>
                      <a:chOff x="2455324" y="304801"/>
                      <a:chExt cx="1134524" cy="575735"/>
                    </a:xfrm>
                  </p:grpSpPr>
                  <p:sp>
                    <p:nvSpPr>
                      <p:cNvPr id="214" name="Rectangle 213"/>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15" name="Rectangle 214"/>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grpSp>
            <p:grpSp>
              <p:nvGrpSpPr>
                <p:cNvPr id="195" name="Group 194"/>
                <p:cNvGrpSpPr/>
                <p:nvPr/>
              </p:nvGrpSpPr>
              <p:grpSpPr>
                <a:xfrm>
                  <a:off x="4893664" y="304799"/>
                  <a:ext cx="4588873" cy="575738"/>
                  <a:chOff x="2455324" y="304801"/>
                  <a:chExt cx="4588873" cy="575738"/>
                </a:xfrm>
              </p:grpSpPr>
              <p:grpSp>
                <p:nvGrpSpPr>
                  <p:cNvPr id="196" name="Group 195"/>
                  <p:cNvGrpSpPr/>
                  <p:nvPr/>
                </p:nvGrpSpPr>
                <p:grpSpPr>
                  <a:xfrm>
                    <a:off x="2455324" y="304801"/>
                    <a:ext cx="1134524" cy="575735"/>
                    <a:chOff x="2455324" y="304801"/>
                    <a:chExt cx="1134524" cy="575735"/>
                  </a:xfrm>
                </p:grpSpPr>
                <p:sp>
                  <p:nvSpPr>
                    <p:cNvPr id="207" name="Rectangle 206"/>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08" name="Rectangle 207"/>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197" name="Group 196"/>
                  <p:cNvGrpSpPr/>
                  <p:nvPr/>
                </p:nvGrpSpPr>
                <p:grpSpPr>
                  <a:xfrm>
                    <a:off x="3606771" y="304804"/>
                    <a:ext cx="1134524" cy="575735"/>
                    <a:chOff x="2455324" y="304801"/>
                    <a:chExt cx="1134524" cy="575735"/>
                  </a:xfrm>
                </p:grpSpPr>
                <p:sp>
                  <p:nvSpPr>
                    <p:cNvPr id="205" name="Rectangle 204"/>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06" name="Rectangle 205"/>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198" name="Group 197"/>
                  <p:cNvGrpSpPr/>
                  <p:nvPr/>
                </p:nvGrpSpPr>
                <p:grpSpPr>
                  <a:xfrm>
                    <a:off x="4758226" y="304801"/>
                    <a:ext cx="2285971" cy="575738"/>
                    <a:chOff x="4148667" y="457201"/>
                    <a:chExt cx="2285971" cy="575738"/>
                  </a:xfrm>
                </p:grpSpPr>
                <p:grpSp>
                  <p:nvGrpSpPr>
                    <p:cNvPr id="199" name="Group 198"/>
                    <p:cNvGrpSpPr/>
                    <p:nvPr/>
                  </p:nvGrpSpPr>
                  <p:grpSpPr>
                    <a:xfrm>
                      <a:off x="4148667" y="457201"/>
                      <a:ext cx="1134524" cy="575735"/>
                      <a:chOff x="2455324" y="304801"/>
                      <a:chExt cx="1134524" cy="575735"/>
                    </a:xfrm>
                  </p:grpSpPr>
                  <p:sp>
                    <p:nvSpPr>
                      <p:cNvPr id="203" name="Rectangle 202"/>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04" name="Rectangle 203"/>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200" name="Group 199"/>
                    <p:cNvGrpSpPr/>
                    <p:nvPr/>
                  </p:nvGrpSpPr>
                  <p:grpSpPr>
                    <a:xfrm>
                      <a:off x="5300114" y="457204"/>
                      <a:ext cx="1134524" cy="575735"/>
                      <a:chOff x="2455324" y="304801"/>
                      <a:chExt cx="1134524" cy="575735"/>
                    </a:xfrm>
                  </p:grpSpPr>
                  <p:sp>
                    <p:nvSpPr>
                      <p:cNvPr id="201" name="Rectangle 200"/>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02" name="Rectangle 201"/>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grpSp>
          </p:grpSp>
        </p:grpSp>
        <p:grpSp>
          <p:nvGrpSpPr>
            <p:cNvPr id="133" name="Group 132"/>
            <p:cNvGrpSpPr/>
            <p:nvPr/>
          </p:nvGrpSpPr>
          <p:grpSpPr>
            <a:xfrm>
              <a:off x="-16936" y="3725328"/>
              <a:ext cx="9177749" cy="1134535"/>
              <a:chOff x="-16936" y="304794"/>
              <a:chExt cx="9177749" cy="1134535"/>
            </a:xfrm>
          </p:grpSpPr>
          <p:grpSp>
            <p:nvGrpSpPr>
              <p:cNvPr id="134" name="Group 133"/>
              <p:cNvGrpSpPr/>
              <p:nvPr/>
            </p:nvGrpSpPr>
            <p:grpSpPr>
              <a:xfrm>
                <a:off x="-16936" y="304794"/>
                <a:ext cx="9177746" cy="575743"/>
                <a:chOff x="304791" y="304794"/>
                <a:chExt cx="9177746" cy="575743"/>
              </a:xfrm>
            </p:grpSpPr>
            <p:grpSp>
              <p:nvGrpSpPr>
                <p:cNvPr id="164" name="Group 163"/>
                <p:cNvGrpSpPr/>
                <p:nvPr/>
              </p:nvGrpSpPr>
              <p:grpSpPr>
                <a:xfrm>
                  <a:off x="304791" y="304794"/>
                  <a:ext cx="4588873" cy="575738"/>
                  <a:chOff x="2455324" y="304801"/>
                  <a:chExt cx="4588873" cy="575738"/>
                </a:xfrm>
              </p:grpSpPr>
              <p:grpSp>
                <p:nvGrpSpPr>
                  <p:cNvPr id="179" name="Group 178"/>
                  <p:cNvGrpSpPr/>
                  <p:nvPr/>
                </p:nvGrpSpPr>
                <p:grpSpPr>
                  <a:xfrm>
                    <a:off x="2455324" y="304801"/>
                    <a:ext cx="1134524" cy="575735"/>
                    <a:chOff x="2455324" y="304801"/>
                    <a:chExt cx="1134524" cy="575735"/>
                  </a:xfrm>
                </p:grpSpPr>
                <p:sp>
                  <p:nvSpPr>
                    <p:cNvPr id="190" name="Rectangle 189"/>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91" name="Rectangle 190"/>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180" name="Group 179"/>
                  <p:cNvGrpSpPr/>
                  <p:nvPr/>
                </p:nvGrpSpPr>
                <p:grpSpPr>
                  <a:xfrm>
                    <a:off x="3606771" y="304804"/>
                    <a:ext cx="1134524" cy="575735"/>
                    <a:chOff x="2455324" y="304801"/>
                    <a:chExt cx="1134524" cy="575735"/>
                  </a:xfrm>
                </p:grpSpPr>
                <p:sp>
                  <p:nvSpPr>
                    <p:cNvPr id="188" name="Rectangle 187"/>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89" name="Rectangle 188"/>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181" name="Group 180"/>
                  <p:cNvGrpSpPr/>
                  <p:nvPr/>
                </p:nvGrpSpPr>
                <p:grpSpPr>
                  <a:xfrm>
                    <a:off x="4758226" y="304801"/>
                    <a:ext cx="2285971" cy="575738"/>
                    <a:chOff x="4148667" y="457201"/>
                    <a:chExt cx="2285971" cy="575738"/>
                  </a:xfrm>
                </p:grpSpPr>
                <p:grpSp>
                  <p:nvGrpSpPr>
                    <p:cNvPr id="182" name="Group 181"/>
                    <p:cNvGrpSpPr/>
                    <p:nvPr/>
                  </p:nvGrpSpPr>
                  <p:grpSpPr>
                    <a:xfrm>
                      <a:off x="4148667" y="457201"/>
                      <a:ext cx="1134524" cy="575735"/>
                      <a:chOff x="2455324" y="304801"/>
                      <a:chExt cx="1134524" cy="575735"/>
                    </a:xfrm>
                  </p:grpSpPr>
                  <p:sp>
                    <p:nvSpPr>
                      <p:cNvPr id="186" name="Rectangle 185"/>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87" name="Rectangle 186"/>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183" name="Group 182"/>
                    <p:cNvGrpSpPr/>
                    <p:nvPr/>
                  </p:nvGrpSpPr>
                  <p:grpSpPr>
                    <a:xfrm>
                      <a:off x="5300114" y="457204"/>
                      <a:ext cx="1134524" cy="575735"/>
                      <a:chOff x="2455324" y="304801"/>
                      <a:chExt cx="1134524" cy="575735"/>
                    </a:xfrm>
                  </p:grpSpPr>
                  <p:sp>
                    <p:nvSpPr>
                      <p:cNvPr id="184" name="Rectangle 183"/>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85" name="Rectangle 184"/>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grpSp>
            <p:grpSp>
              <p:nvGrpSpPr>
                <p:cNvPr id="165" name="Group 164"/>
                <p:cNvGrpSpPr/>
                <p:nvPr/>
              </p:nvGrpSpPr>
              <p:grpSpPr>
                <a:xfrm>
                  <a:off x="4893664" y="304799"/>
                  <a:ext cx="4588873" cy="575738"/>
                  <a:chOff x="2455324" y="304801"/>
                  <a:chExt cx="4588873" cy="575738"/>
                </a:xfrm>
              </p:grpSpPr>
              <p:grpSp>
                <p:nvGrpSpPr>
                  <p:cNvPr id="166" name="Group 165"/>
                  <p:cNvGrpSpPr/>
                  <p:nvPr/>
                </p:nvGrpSpPr>
                <p:grpSpPr>
                  <a:xfrm>
                    <a:off x="2455324" y="304801"/>
                    <a:ext cx="1134524" cy="575735"/>
                    <a:chOff x="2455324" y="304801"/>
                    <a:chExt cx="1134524" cy="575735"/>
                  </a:xfrm>
                </p:grpSpPr>
                <p:sp>
                  <p:nvSpPr>
                    <p:cNvPr id="177" name="Rectangle 176"/>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78" name="Rectangle 177"/>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167" name="Group 166"/>
                  <p:cNvGrpSpPr/>
                  <p:nvPr/>
                </p:nvGrpSpPr>
                <p:grpSpPr>
                  <a:xfrm>
                    <a:off x="3606771" y="304804"/>
                    <a:ext cx="1134524" cy="575735"/>
                    <a:chOff x="2455324" y="304801"/>
                    <a:chExt cx="1134524" cy="575735"/>
                  </a:xfrm>
                </p:grpSpPr>
                <p:sp>
                  <p:nvSpPr>
                    <p:cNvPr id="175" name="Rectangle 174"/>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76" name="Rectangle 175"/>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168" name="Group 167"/>
                  <p:cNvGrpSpPr/>
                  <p:nvPr/>
                </p:nvGrpSpPr>
                <p:grpSpPr>
                  <a:xfrm>
                    <a:off x="4758226" y="304801"/>
                    <a:ext cx="2285971" cy="575738"/>
                    <a:chOff x="4148667" y="457201"/>
                    <a:chExt cx="2285971" cy="575738"/>
                  </a:xfrm>
                </p:grpSpPr>
                <p:grpSp>
                  <p:nvGrpSpPr>
                    <p:cNvPr id="169" name="Group 168"/>
                    <p:cNvGrpSpPr/>
                    <p:nvPr/>
                  </p:nvGrpSpPr>
                  <p:grpSpPr>
                    <a:xfrm>
                      <a:off x="4148667" y="457201"/>
                      <a:ext cx="1134524" cy="575735"/>
                      <a:chOff x="2455324" y="304801"/>
                      <a:chExt cx="1134524" cy="575735"/>
                    </a:xfrm>
                  </p:grpSpPr>
                  <p:sp>
                    <p:nvSpPr>
                      <p:cNvPr id="173" name="Rectangle 172"/>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74" name="Rectangle 173"/>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170" name="Group 169"/>
                    <p:cNvGrpSpPr/>
                    <p:nvPr/>
                  </p:nvGrpSpPr>
                  <p:grpSpPr>
                    <a:xfrm>
                      <a:off x="5300114" y="457204"/>
                      <a:ext cx="1134524" cy="575735"/>
                      <a:chOff x="2455324" y="304801"/>
                      <a:chExt cx="1134524" cy="575735"/>
                    </a:xfrm>
                  </p:grpSpPr>
                  <p:sp>
                    <p:nvSpPr>
                      <p:cNvPr id="171" name="Rectangle 170"/>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72" name="Rectangle 171"/>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grpSp>
          </p:grpSp>
          <p:grpSp>
            <p:nvGrpSpPr>
              <p:cNvPr id="135" name="Group 134"/>
              <p:cNvGrpSpPr/>
              <p:nvPr/>
            </p:nvGrpSpPr>
            <p:grpSpPr>
              <a:xfrm>
                <a:off x="-16933" y="863586"/>
                <a:ext cx="9177746" cy="575743"/>
                <a:chOff x="304791" y="304794"/>
                <a:chExt cx="9177746" cy="575743"/>
              </a:xfrm>
            </p:grpSpPr>
            <p:grpSp>
              <p:nvGrpSpPr>
                <p:cNvPr id="136" name="Group 135"/>
                <p:cNvGrpSpPr/>
                <p:nvPr/>
              </p:nvGrpSpPr>
              <p:grpSpPr>
                <a:xfrm>
                  <a:off x="304791" y="304794"/>
                  <a:ext cx="4588873" cy="575738"/>
                  <a:chOff x="2455324" y="304801"/>
                  <a:chExt cx="4588873" cy="575738"/>
                </a:xfrm>
              </p:grpSpPr>
              <p:grpSp>
                <p:nvGrpSpPr>
                  <p:cNvPr id="151" name="Group 150"/>
                  <p:cNvGrpSpPr/>
                  <p:nvPr/>
                </p:nvGrpSpPr>
                <p:grpSpPr>
                  <a:xfrm>
                    <a:off x="2455324" y="304801"/>
                    <a:ext cx="1134524" cy="575735"/>
                    <a:chOff x="2455324" y="304801"/>
                    <a:chExt cx="1134524" cy="575735"/>
                  </a:xfrm>
                </p:grpSpPr>
                <p:sp>
                  <p:nvSpPr>
                    <p:cNvPr id="162" name="Rectangle 161"/>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smtClean="0">
                        <a:ln>
                          <a:noFill/>
                        </a:ln>
                        <a:solidFill>
                          <a:schemeClr val="tx1"/>
                        </a:solidFill>
                        <a:effectLst/>
                        <a:latin typeface="Arial" charset="0"/>
                        <a:cs typeface="Arial" charset="0"/>
                      </a:endParaRPr>
                    </a:p>
                  </p:txBody>
                </p:sp>
                <p:sp>
                  <p:nvSpPr>
                    <p:cNvPr id="163" name="Rectangle 162"/>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152" name="Group 151"/>
                  <p:cNvGrpSpPr/>
                  <p:nvPr/>
                </p:nvGrpSpPr>
                <p:grpSpPr>
                  <a:xfrm>
                    <a:off x="3606771" y="304804"/>
                    <a:ext cx="1134524" cy="575735"/>
                    <a:chOff x="2455324" y="304801"/>
                    <a:chExt cx="1134524" cy="575735"/>
                  </a:xfrm>
                </p:grpSpPr>
                <p:sp>
                  <p:nvSpPr>
                    <p:cNvPr id="160" name="Rectangle 159"/>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61" name="Rectangle 160"/>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153" name="Group 152"/>
                  <p:cNvGrpSpPr/>
                  <p:nvPr/>
                </p:nvGrpSpPr>
                <p:grpSpPr>
                  <a:xfrm>
                    <a:off x="4758226" y="304801"/>
                    <a:ext cx="2285971" cy="575738"/>
                    <a:chOff x="4148667" y="457201"/>
                    <a:chExt cx="2285971" cy="575738"/>
                  </a:xfrm>
                </p:grpSpPr>
                <p:grpSp>
                  <p:nvGrpSpPr>
                    <p:cNvPr id="154" name="Group 153"/>
                    <p:cNvGrpSpPr/>
                    <p:nvPr/>
                  </p:nvGrpSpPr>
                  <p:grpSpPr>
                    <a:xfrm>
                      <a:off x="4148667" y="457201"/>
                      <a:ext cx="1134524" cy="575735"/>
                      <a:chOff x="2455324" y="304801"/>
                      <a:chExt cx="1134524" cy="575735"/>
                    </a:xfrm>
                  </p:grpSpPr>
                  <p:sp>
                    <p:nvSpPr>
                      <p:cNvPr id="158" name="Rectangle 157"/>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59" name="Rectangle 158"/>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155" name="Group 154"/>
                    <p:cNvGrpSpPr/>
                    <p:nvPr/>
                  </p:nvGrpSpPr>
                  <p:grpSpPr>
                    <a:xfrm>
                      <a:off x="5300114" y="457204"/>
                      <a:ext cx="1134524" cy="575735"/>
                      <a:chOff x="2455324" y="304801"/>
                      <a:chExt cx="1134524" cy="575735"/>
                    </a:xfrm>
                  </p:grpSpPr>
                  <p:sp>
                    <p:nvSpPr>
                      <p:cNvPr id="156" name="Rectangle 155"/>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57" name="Rectangle 156"/>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grpSp>
            <p:grpSp>
              <p:nvGrpSpPr>
                <p:cNvPr id="137" name="Group 136"/>
                <p:cNvGrpSpPr/>
                <p:nvPr/>
              </p:nvGrpSpPr>
              <p:grpSpPr>
                <a:xfrm>
                  <a:off x="4893664" y="304799"/>
                  <a:ext cx="4588873" cy="575738"/>
                  <a:chOff x="2455324" y="304801"/>
                  <a:chExt cx="4588873" cy="575738"/>
                </a:xfrm>
              </p:grpSpPr>
              <p:grpSp>
                <p:nvGrpSpPr>
                  <p:cNvPr id="138" name="Group 137"/>
                  <p:cNvGrpSpPr/>
                  <p:nvPr/>
                </p:nvGrpSpPr>
                <p:grpSpPr>
                  <a:xfrm>
                    <a:off x="2455324" y="304801"/>
                    <a:ext cx="1134524" cy="575735"/>
                    <a:chOff x="2455324" y="304801"/>
                    <a:chExt cx="1134524" cy="575735"/>
                  </a:xfrm>
                </p:grpSpPr>
                <p:sp>
                  <p:nvSpPr>
                    <p:cNvPr id="149" name="Rectangle 148"/>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50" name="Rectangle 149"/>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139" name="Group 138"/>
                  <p:cNvGrpSpPr/>
                  <p:nvPr/>
                </p:nvGrpSpPr>
                <p:grpSpPr>
                  <a:xfrm>
                    <a:off x="3606771" y="304804"/>
                    <a:ext cx="1134524" cy="575735"/>
                    <a:chOff x="2455324" y="304801"/>
                    <a:chExt cx="1134524" cy="575735"/>
                  </a:xfrm>
                </p:grpSpPr>
                <p:sp>
                  <p:nvSpPr>
                    <p:cNvPr id="147" name="Rectangle 146"/>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48" name="Rectangle 147"/>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140" name="Group 139"/>
                  <p:cNvGrpSpPr/>
                  <p:nvPr/>
                </p:nvGrpSpPr>
                <p:grpSpPr>
                  <a:xfrm>
                    <a:off x="4758226" y="304801"/>
                    <a:ext cx="2285971" cy="575738"/>
                    <a:chOff x="4148667" y="457201"/>
                    <a:chExt cx="2285971" cy="575738"/>
                  </a:xfrm>
                </p:grpSpPr>
                <p:grpSp>
                  <p:nvGrpSpPr>
                    <p:cNvPr id="141" name="Group 140"/>
                    <p:cNvGrpSpPr/>
                    <p:nvPr/>
                  </p:nvGrpSpPr>
                  <p:grpSpPr>
                    <a:xfrm>
                      <a:off x="4148667" y="457201"/>
                      <a:ext cx="1134524" cy="575735"/>
                      <a:chOff x="2455324" y="304801"/>
                      <a:chExt cx="1134524" cy="575735"/>
                    </a:xfrm>
                  </p:grpSpPr>
                  <p:sp>
                    <p:nvSpPr>
                      <p:cNvPr id="145" name="Rectangle 144"/>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46" name="Rectangle 145"/>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142" name="Group 141"/>
                    <p:cNvGrpSpPr/>
                    <p:nvPr/>
                  </p:nvGrpSpPr>
                  <p:grpSpPr>
                    <a:xfrm>
                      <a:off x="5300114" y="457204"/>
                      <a:ext cx="1134524" cy="575735"/>
                      <a:chOff x="2455324" y="304801"/>
                      <a:chExt cx="1134524" cy="575735"/>
                    </a:xfrm>
                  </p:grpSpPr>
                  <p:sp>
                    <p:nvSpPr>
                      <p:cNvPr id="143" name="Rectangle 142"/>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44" name="Rectangle 143"/>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grpSp>
          </p:grpSp>
        </p:grpSp>
        <p:grpSp>
          <p:nvGrpSpPr>
            <p:cNvPr id="251" name="Group 250"/>
            <p:cNvGrpSpPr/>
            <p:nvPr/>
          </p:nvGrpSpPr>
          <p:grpSpPr>
            <a:xfrm>
              <a:off x="-16933" y="4876707"/>
              <a:ext cx="9177749" cy="1134535"/>
              <a:chOff x="-16936" y="304794"/>
              <a:chExt cx="9177749" cy="1134535"/>
            </a:xfrm>
          </p:grpSpPr>
          <p:grpSp>
            <p:nvGrpSpPr>
              <p:cNvPr id="311" name="Group 310"/>
              <p:cNvGrpSpPr/>
              <p:nvPr/>
            </p:nvGrpSpPr>
            <p:grpSpPr>
              <a:xfrm>
                <a:off x="-16936" y="304794"/>
                <a:ext cx="9177746" cy="575743"/>
                <a:chOff x="304791" y="304794"/>
                <a:chExt cx="9177746" cy="575743"/>
              </a:xfrm>
            </p:grpSpPr>
            <p:grpSp>
              <p:nvGrpSpPr>
                <p:cNvPr id="341" name="Group 340"/>
                <p:cNvGrpSpPr/>
                <p:nvPr/>
              </p:nvGrpSpPr>
              <p:grpSpPr>
                <a:xfrm>
                  <a:off x="304791" y="304794"/>
                  <a:ext cx="4588873" cy="575738"/>
                  <a:chOff x="2455324" y="304801"/>
                  <a:chExt cx="4588873" cy="575738"/>
                </a:xfrm>
              </p:grpSpPr>
              <p:grpSp>
                <p:nvGrpSpPr>
                  <p:cNvPr id="356" name="Group 355"/>
                  <p:cNvGrpSpPr/>
                  <p:nvPr/>
                </p:nvGrpSpPr>
                <p:grpSpPr>
                  <a:xfrm>
                    <a:off x="2455324" y="304801"/>
                    <a:ext cx="1134524" cy="575735"/>
                    <a:chOff x="2455324" y="304801"/>
                    <a:chExt cx="1134524" cy="575735"/>
                  </a:xfrm>
                </p:grpSpPr>
                <p:sp>
                  <p:nvSpPr>
                    <p:cNvPr id="367" name="Rectangle 366"/>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368" name="Rectangle 367"/>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357" name="Group 356"/>
                  <p:cNvGrpSpPr/>
                  <p:nvPr/>
                </p:nvGrpSpPr>
                <p:grpSpPr>
                  <a:xfrm>
                    <a:off x="3606771" y="304804"/>
                    <a:ext cx="1134524" cy="575735"/>
                    <a:chOff x="2455324" y="304801"/>
                    <a:chExt cx="1134524" cy="575735"/>
                  </a:xfrm>
                </p:grpSpPr>
                <p:sp>
                  <p:nvSpPr>
                    <p:cNvPr id="365" name="Rectangle 364"/>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366" name="Rectangle 365"/>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358" name="Group 357"/>
                  <p:cNvGrpSpPr/>
                  <p:nvPr/>
                </p:nvGrpSpPr>
                <p:grpSpPr>
                  <a:xfrm>
                    <a:off x="4758226" y="304801"/>
                    <a:ext cx="2285971" cy="575738"/>
                    <a:chOff x="4148667" y="457201"/>
                    <a:chExt cx="2285971" cy="575738"/>
                  </a:xfrm>
                </p:grpSpPr>
                <p:grpSp>
                  <p:nvGrpSpPr>
                    <p:cNvPr id="359" name="Group 358"/>
                    <p:cNvGrpSpPr/>
                    <p:nvPr/>
                  </p:nvGrpSpPr>
                  <p:grpSpPr>
                    <a:xfrm>
                      <a:off x="4148667" y="457201"/>
                      <a:ext cx="1134524" cy="575735"/>
                      <a:chOff x="2455324" y="304801"/>
                      <a:chExt cx="1134524" cy="575735"/>
                    </a:xfrm>
                  </p:grpSpPr>
                  <p:sp>
                    <p:nvSpPr>
                      <p:cNvPr id="363" name="Rectangle 362"/>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364" name="Rectangle 363"/>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360" name="Group 359"/>
                    <p:cNvGrpSpPr/>
                    <p:nvPr/>
                  </p:nvGrpSpPr>
                  <p:grpSpPr>
                    <a:xfrm>
                      <a:off x="5300114" y="457204"/>
                      <a:ext cx="1134524" cy="575735"/>
                      <a:chOff x="2455324" y="304801"/>
                      <a:chExt cx="1134524" cy="575735"/>
                    </a:xfrm>
                  </p:grpSpPr>
                  <p:sp>
                    <p:nvSpPr>
                      <p:cNvPr id="361" name="Rectangle 360"/>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362" name="Rectangle 361"/>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grpSp>
            <p:grpSp>
              <p:nvGrpSpPr>
                <p:cNvPr id="342" name="Group 341"/>
                <p:cNvGrpSpPr/>
                <p:nvPr/>
              </p:nvGrpSpPr>
              <p:grpSpPr>
                <a:xfrm>
                  <a:off x="4893664" y="304799"/>
                  <a:ext cx="4588873" cy="575738"/>
                  <a:chOff x="2455324" y="304801"/>
                  <a:chExt cx="4588873" cy="575738"/>
                </a:xfrm>
              </p:grpSpPr>
              <p:grpSp>
                <p:nvGrpSpPr>
                  <p:cNvPr id="343" name="Group 342"/>
                  <p:cNvGrpSpPr/>
                  <p:nvPr/>
                </p:nvGrpSpPr>
                <p:grpSpPr>
                  <a:xfrm>
                    <a:off x="2455324" y="304801"/>
                    <a:ext cx="1134524" cy="575735"/>
                    <a:chOff x="2455324" y="304801"/>
                    <a:chExt cx="1134524" cy="575735"/>
                  </a:xfrm>
                </p:grpSpPr>
                <p:sp>
                  <p:nvSpPr>
                    <p:cNvPr id="354" name="Rectangle 353"/>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355" name="Rectangle 354"/>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344" name="Group 343"/>
                  <p:cNvGrpSpPr/>
                  <p:nvPr/>
                </p:nvGrpSpPr>
                <p:grpSpPr>
                  <a:xfrm>
                    <a:off x="3606771" y="304804"/>
                    <a:ext cx="1134524" cy="575735"/>
                    <a:chOff x="2455324" y="304801"/>
                    <a:chExt cx="1134524" cy="575735"/>
                  </a:xfrm>
                </p:grpSpPr>
                <p:sp>
                  <p:nvSpPr>
                    <p:cNvPr id="352" name="Rectangle 351"/>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353" name="Rectangle 352"/>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345" name="Group 344"/>
                  <p:cNvGrpSpPr/>
                  <p:nvPr/>
                </p:nvGrpSpPr>
                <p:grpSpPr>
                  <a:xfrm>
                    <a:off x="4758226" y="304801"/>
                    <a:ext cx="2285971" cy="575738"/>
                    <a:chOff x="4148667" y="457201"/>
                    <a:chExt cx="2285971" cy="575738"/>
                  </a:xfrm>
                </p:grpSpPr>
                <p:grpSp>
                  <p:nvGrpSpPr>
                    <p:cNvPr id="346" name="Group 345"/>
                    <p:cNvGrpSpPr/>
                    <p:nvPr/>
                  </p:nvGrpSpPr>
                  <p:grpSpPr>
                    <a:xfrm>
                      <a:off x="4148667" y="457201"/>
                      <a:ext cx="1134524" cy="575735"/>
                      <a:chOff x="2455324" y="304801"/>
                      <a:chExt cx="1134524" cy="575735"/>
                    </a:xfrm>
                  </p:grpSpPr>
                  <p:sp>
                    <p:nvSpPr>
                      <p:cNvPr id="350" name="Rectangle 349"/>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351" name="Rectangle 350"/>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347" name="Group 346"/>
                    <p:cNvGrpSpPr/>
                    <p:nvPr/>
                  </p:nvGrpSpPr>
                  <p:grpSpPr>
                    <a:xfrm>
                      <a:off x="5300114" y="457204"/>
                      <a:ext cx="1134524" cy="575735"/>
                      <a:chOff x="2455324" y="304801"/>
                      <a:chExt cx="1134524" cy="575735"/>
                    </a:xfrm>
                  </p:grpSpPr>
                  <p:sp>
                    <p:nvSpPr>
                      <p:cNvPr id="348" name="Rectangle 347"/>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349" name="Rectangle 348"/>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grpSp>
          </p:grpSp>
          <p:grpSp>
            <p:nvGrpSpPr>
              <p:cNvPr id="312" name="Group 311"/>
              <p:cNvGrpSpPr/>
              <p:nvPr/>
            </p:nvGrpSpPr>
            <p:grpSpPr>
              <a:xfrm>
                <a:off x="-16933" y="863586"/>
                <a:ext cx="9177746" cy="575743"/>
                <a:chOff x="304791" y="304794"/>
                <a:chExt cx="9177746" cy="575743"/>
              </a:xfrm>
            </p:grpSpPr>
            <p:grpSp>
              <p:nvGrpSpPr>
                <p:cNvPr id="313" name="Group 312"/>
                <p:cNvGrpSpPr/>
                <p:nvPr/>
              </p:nvGrpSpPr>
              <p:grpSpPr>
                <a:xfrm>
                  <a:off x="304791" y="304794"/>
                  <a:ext cx="4588873" cy="575738"/>
                  <a:chOff x="2455324" y="304801"/>
                  <a:chExt cx="4588873" cy="575738"/>
                </a:xfrm>
              </p:grpSpPr>
              <p:grpSp>
                <p:nvGrpSpPr>
                  <p:cNvPr id="328" name="Group 327"/>
                  <p:cNvGrpSpPr/>
                  <p:nvPr/>
                </p:nvGrpSpPr>
                <p:grpSpPr>
                  <a:xfrm>
                    <a:off x="2455324" y="304801"/>
                    <a:ext cx="1134524" cy="575735"/>
                    <a:chOff x="2455324" y="304801"/>
                    <a:chExt cx="1134524" cy="575735"/>
                  </a:xfrm>
                </p:grpSpPr>
                <p:sp>
                  <p:nvSpPr>
                    <p:cNvPr id="339" name="Rectangle 338"/>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smtClean="0">
                        <a:ln>
                          <a:noFill/>
                        </a:ln>
                        <a:solidFill>
                          <a:schemeClr val="tx1"/>
                        </a:solidFill>
                        <a:effectLst/>
                        <a:latin typeface="Arial" charset="0"/>
                        <a:cs typeface="Arial" charset="0"/>
                      </a:endParaRPr>
                    </a:p>
                  </p:txBody>
                </p:sp>
                <p:sp>
                  <p:nvSpPr>
                    <p:cNvPr id="340" name="Rectangle 339"/>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329" name="Group 328"/>
                  <p:cNvGrpSpPr/>
                  <p:nvPr/>
                </p:nvGrpSpPr>
                <p:grpSpPr>
                  <a:xfrm>
                    <a:off x="3606771" y="304804"/>
                    <a:ext cx="1134524" cy="575735"/>
                    <a:chOff x="2455324" y="304801"/>
                    <a:chExt cx="1134524" cy="575735"/>
                  </a:xfrm>
                </p:grpSpPr>
                <p:sp>
                  <p:nvSpPr>
                    <p:cNvPr id="337" name="Rectangle 336"/>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338" name="Rectangle 337"/>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330" name="Group 329"/>
                  <p:cNvGrpSpPr/>
                  <p:nvPr/>
                </p:nvGrpSpPr>
                <p:grpSpPr>
                  <a:xfrm>
                    <a:off x="4758226" y="304801"/>
                    <a:ext cx="2285971" cy="575738"/>
                    <a:chOff x="4148667" y="457201"/>
                    <a:chExt cx="2285971" cy="575738"/>
                  </a:xfrm>
                </p:grpSpPr>
                <p:grpSp>
                  <p:nvGrpSpPr>
                    <p:cNvPr id="331" name="Group 330"/>
                    <p:cNvGrpSpPr/>
                    <p:nvPr/>
                  </p:nvGrpSpPr>
                  <p:grpSpPr>
                    <a:xfrm>
                      <a:off x="4148667" y="457201"/>
                      <a:ext cx="1134524" cy="575735"/>
                      <a:chOff x="2455324" y="304801"/>
                      <a:chExt cx="1134524" cy="575735"/>
                    </a:xfrm>
                  </p:grpSpPr>
                  <p:sp>
                    <p:nvSpPr>
                      <p:cNvPr id="335" name="Rectangle 334"/>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336" name="Rectangle 335"/>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332" name="Group 331"/>
                    <p:cNvGrpSpPr/>
                    <p:nvPr/>
                  </p:nvGrpSpPr>
                  <p:grpSpPr>
                    <a:xfrm>
                      <a:off x="5300114" y="457204"/>
                      <a:ext cx="1134524" cy="575735"/>
                      <a:chOff x="2455324" y="304801"/>
                      <a:chExt cx="1134524" cy="575735"/>
                    </a:xfrm>
                  </p:grpSpPr>
                  <p:sp>
                    <p:nvSpPr>
                      <p:cNvPr id="333" name="Rectangle 332"/>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334" name="Rectangle 333"/>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grpSp>
            <p:grpSp>
              <p:nvGrpSpPr>
                <p:cNvPr id="314" name="Group 313"/>
                <p:cNvGrpSpPr/>
                <p:nvPr/>
              </p:nvGrpSpPr>
              <p:grpSpPr>
                <a:xfrm>
                  <a:off x="4893664" y="304799"/>
                  <a:ext cx="4588873" cy="575738"/>
                  <a:chOff x="2455324" y="304801"/>
                  <a:chExt cx="4588873" cy="575738"/>
                </a:xfrm>
              </p:grpSpPr>
              <p:grpSp>
                <p:nvGrpSpPr>
                  <p:cNvPr id="315" name="Group 314"/>
                  <p:cNvGrpSpPr/>
                  <p:nvPr/>
                </p:nvGrpSpPr>
                <p:grpSpPr>
                  <a:xfrm>
                    <a:off x="2455324" y="304801"/>
                    <a:ext cx="1134524" cy="575735"/>
                    <a:chOff x="2455324" y="304801"/>
                    <a:chExt cx="1134524" cy="575735"/>
                  </a:xfrm>
                </p:grpSpPr>
                <p:sp>
                  <p:nvSpPr>
                    <p:cNvPr id="326" name="Rectangle 325"/>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327" name="Rectangle 326"/>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316" name="Group 315"/>
                  <p:cNvGrpSpPr/>
                  <p:nvPr/>
                </p:nvGrpSpPr>
                <p:grpSpPr>
                  <a:xfrm>
                    <a:off x="3606771" y="304804"/>
                    <a:ext cx="1134524" cy="575735"/>
                    <a:chOff x="2455324" y="304801"/>
                    <a:chExt cx="1134524" cy="575735"/>
                  </a:xfrm>
                </p:grpSpPr>
                <p:sp>
                  <p:nvSpPr>
                    <p:cNvPr id="324" name="Rectangle 323"/>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325" name="Rectangle 324"/>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317" name="Group 316"/>
                  <p:cNvGrpSpPr/>
                  <p:nvPr/>
                </p:nvGrpSpPr>
                <p:grpSpPr>
                  <a:xfrm>
                    <a:off x="4758226" y="304801"/>
                    <a:ext cx="2285971" cy="575738"/>
                    <a:chOff x="4148667" y="457201"/>
                    <a:chExt cx="2285971" cy="575738"/>
                  </a:xfrm>
                </p:grpSpPr>
                <p:grpSp>
                  <p:nvGrpSpPr>
                    <p:cNvPr id="318" name="Group 317"/>
                    <p:cNvGrpSpPr/>
                    <p:nvPr/>
                  </p:nvGrpSpPr>
                  <p:grpSpPr>
                    <a:xfrm>
                      <a:off x="4148667" y="457201"/>
                      <a:ext cx="1134524" cy="575735"/>
                      <a:chOff x="2455324" y="304801"/>
                      <a:chExt cx="1134524" cy="575735"/>
                    </a:xfrm>
                  </p:grpSpPr>
                  <p:sp>
                    <p:nvSpPr>
                      <p:cNvPr id="322" name="Rectangle 321"/>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323" name="Rectangle 322"/>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319" name="Group 318"/>
                    <p:cNvGrpSpPr/>
                    <p:nvPr/>
                  </p:nvGrpSpPr>
                  <p:grpSpPr>
                    <a:xfrm>
                      <a:off x="5300114" y="457204"/>
                      <a:ext cx="1134524" cy="575735"/>
                      <a:chOff x="2455324" y="304801"/>
                      <a:chExt cx="1134524" cy="575735"/>
                    </a:xfrm>
                  </p:grpSpPr>
                  <p:sp>
                    <p:nvSpPr>
                      <p:cNvPr id="320" name="Rectangle 319"/>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321" name="Rectangle 320"/>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grpSp>
          </p:grpSp>
        </p:grpSp>
        <p:grpSp>
          <p:nvGrpSpPr>
            <p:cNvPr id="252" name="Group 251"/>
            <p:cNvGrpSpPr/>
            <p:nvPr/>
          </p:nvGrpSpPr>
          <p:grpSpPr>
            <a:xfrm>
              <a:off x="-16930" y="6011221"/>
              <a:ext cx="9177749" cy="1134535"/>
              <a:chOff x="-16936" y="304794"/>
              <a:chExt cx="9177749" cy="1134535"/>
            </a:xfrm>
          </p:grpSpPr>
          <p:grpSp>
            <p:nvGrpSpPr>
              <p:cNvPr id="253" name="Group 252"/>
              <p:cNvGrpSpPr/>
              <p:nvPr/>
            </p:nvGrpSpPr>
            <p:grpSpPr>
              <a:xfrm>
                <a:off x="-16936" y="304794"/>
                <a:ext cx="9177746" cy="575743"/>
                <a:chOff x="304791" y="304794"/>
                <a:chExt cx="9177746" cy="575743"/>
              </a:xfrm>
            </p:grpSpPr>
            <p:grpSp>
              <p:nvGrpSpPr>
                <p:cNvPr id="283" name="Group 282"/>
                <p:cNvGrpSpPr/>
                <p:nvPr/>
              </p:nvGrpSpPr>
              <p:grpSpPr>
                <a:xfrm>
                  <a:off x="304791" y="304794"/>
                  <a:ext cx="4588873" cy="575738"/>
                  <a:chOff x="2455324" y="304801"/>
                  <a:chExt cx="4588873" cy="575738"/>
                </a:xfrm>
              </p:grpSpPr>
              <p:grpSp>
                <p:nvGrpSpPr>
                  <p:cNvPr id="298" name="Group 297"/>
                  <p:cNvGrpSpPr/>
                  <p:nvPr/>
                </p:nvGrpSpPr>
                <p:grpSpPr>
                  <a:xfrm>
                    <a:off x="2455324" y="304801"/>
                    <a:ext cx="1134524" cy="575735"/>
                    <a:chOff x="2455324" y="304801"/>
                    <a:chExt cx="1134524" cy="575735"/>
                  </a:xfrm>
                </p:grpSpPr>
                <p:sp>
                  <p:nvSpPr>
                    <p:cNvPr id="309" name="Rectangle 308"/>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310" name="Rectangle 309"/>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299" name="Group 298"/>
                  <p:cNvGrpSpPr/>
                  <p:nvPr/>
                </p:nvGrpSpPr>
                <p:grpSpPr>
                  <a:xfrm>
                    <a:off x="3606771" y="304804"/>
                    <a:ext cx="1134524" cy="575735"/>
                    <a:chOff x="2455324" y="304801"/>
                    <a:chExt cx="1134524" cy="575735"/>
                  </a:xfrm>
                </p:grpSpPr>
                <p:sp>
                  <p:nvSpPr>
                    <p:cNvPr id="307" name="Rectangle 306"/>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308" name="Rectangle 307"/>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300" name="Group 299"/>
                  <p:cNvGrpSpPr/>
                  <p:nvPr/>
                </p:nvGrpSpPr>
                <p:grpSpPr>
                  <a:xfrm>
                    <a:off x="4758226" y="304801"/>
                    <a:ext cx="2285971" cy="575738"/>
                    <a:chOff x="4148667" y="457201"/>
                    <a:chExt cx="2285971" cy="575738"/>
                  </a:xfrm>
                </p:grpSpPr>
                <p:grpSp>
                  <p:nvGrpSpPr>
                    <p:cNvPr id="301" name="Group 300"/>
                    <p:cNvGrpSpPr/>
                    <p:nvPr/>
                  </p:nvGrpSpPr>
                  <p:grpSpPr>
                    <a:xfrm>
                      <a:off x="4148667" y="457201"/>
                      <a:ext cx="1134524" cy="575735"/>
                      <a:chOff x="2455324" y="304801"/>
                      <a:chExt cx="1134524" cy="575735"/>
                    </a:xfrm>
                  </p:grpSpPr>
                  <p:sp>
                    <p:nvSpPr>
                      <p:cNvPr id="305" name="Rectangle 304"/>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306" name="Rectangle 305"/>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302" name="Group 301"/>
                    <p:cNvGrpSpPr/>
                    <p:nvPr/>
                  </p:nvGrpSpPr>
                  <p:grpSpPr>
                    <a:xfrm>
                      <a:off x="5300114" y="457204"/>
                      <a:ext cx="1134524" cy="575735"/>
                      <a:chOff x="2455324" y="304801"/>
                      <a:chExt cx="1134524" cy="575735"/>
                    </a:xfrm>
                  </p:grpSpPr>
                  <p:sp>
                    <p:nvSpPr>
                      <p:cNvPr id="303" name="Rectangle 302"/>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304" name="Rectangle 303"/>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grpSp>
            <p:grpSp>
              <p:nvGrpSpPr>
                <p:cNvPr id="284" name="Group 283"/>
                <p:cNvGrpSpPr/>
                <p:nvPr/>
              </p:nvGrpSpPr>
              <p:grpSpPr>
                <a:xfrm>
                  <a:off x="4893664" y="304799"/>
                  <a:ext cx="4588873" cy="575738"/>
                  <a:chOff x="2455324" y="304801"/>
                  <a:chExt cx="4588873" cy="575738"/>
                </a:xfrm>
              </p:grpSpPr>
              <p:grpSp>
                <p:nvGrpSpPr>
                  <p:cNvPr id="285" name="Group 284"/>
                  <p:cNvGrpSpPr/>
                  <p:nvPr/>
                </p:nvGrpSpPr>
                <p:grpSpPr>
                  <a:xfrm>
                    <a:off x="2455324" y="304801"/>
                    <a:ext cx="1134524" cy="575735"/>
                    <a:chOff x="2455324" y="304801"/>
                    <a:chExt cx="1134524" cy="575735"/>
                  </a:xfrm>
                </p:grpSpPr>
                <p:sp>
                  <p:nvSpPr>
                    <p:cNvPr id="296" name="Rectangle 295"/>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97" name="Rectangle 296"/>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286" name="Group 285"/>
                  <p:cNvGrpSpPr/>
                  <p:nvPr/>
                </p:nvGrpSpPr>
                <p:grpSpPr>
                  <a:xfrm>
                    <a:off x="3606771" y="304804"/>
                    <a:ext cx="1134524" cy="575735"/>
                    <a:chOff x="2455324" y="304801"/>
                    <a:chExt cx="1134524" cy="575735"/>
                  </a:xfrm>
                </p:grpSpPr>
                <p:sp>
                  <p:nvSpPr>
                    <p:cNvPr id="294" name="Rectangle 293"/>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95" name="Rectangle 294"/>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287" name="Group 286"/>
                  <p:cNvGrpSpPr/>
                  <p:nvPr/>
                </p:nvGrpSpPr>
                <p:grpSpPr>
                  <a:xfrm>
                    <a:off x="4758226" y="304801"/>
                    <a:ext cx="2285971" cy="575738"/>
                    <a:chOff x="4148667" y="457201"/>
                    <a:chExt cx="2285971" cy="575738"/>
                  </a:xfrm>
                </p:grpSpPr>
                <p:grpSp>
                  <p:nvGrpSpPr>
                    <p:cNvPr id="288" name="Group 287"/>
                    <p:cNvGrpSpPr/>
                    <p:nvPr/>
                  </p:nvGrpSpPr>
                  <p:grpSpPr>
                    <a:xfrm>
                      <a:off x="4148667" y="457201"/>
                      <a:ext cx="1134524" cy="575735"/>
                      <a:chOff x="2455324" y="304801"/>
                      <a:chExt cx="1134524" cy="575735"/>
                    </a:xfrm>
                  </p:grpSpPr>
                  <p:sp>
                    <p:nvSpPr>
                      <p:cNvPr id="292" name="Rectangle 291"/>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93" name="Rectangle 292"/>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289" name="Group 288"/>
                    <p:cNvGrpSpPr/>
                    <p:nvPr/>
                  </p:nvGrpSpPr>
                  <p:grpSpPr>
                    <a:xfrm>
                      <a:off x="5300114" y="457204"/>
                      <a:ext cx="1134524" cy="575735"/>
                      <a:chOff x="2455324" y="304801"/>
                      <a:chExt cx="1134524" cy="575735"/>
                    </a:xfrm>
                  </p:grpSpPr>
                  <p:sp>
                    <p:nvSpPr>
                      <p:cNvPr id="290" name="Rectangle 289"/>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91" name="Rectangle 290"/>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grpSp>
          </p:grpSp>
          <p:grpSp>
            <p:nvGrpSpPr>
              <p:cNvPr id="254" name="Group 253"/>
              <p:cNvGrpSpPr/>
              <p:nvPr/>
            </p:nvGrpSpPr>
            <p:grpSpPr>
              <a:xfrm>
                <a:off x="-16933" y="863586"/>
                <a:ext cx="9177746" cy="575743"/>
                <a:chOff x="304791" y="304794"/>
                <a:chExt cx="9177746" cy="575743"/>
              </a:xfrm>
            </p:grpSpPr>
            <p:grpSp>
              <p:nvGrpSpPr>
                <p:cNvPr id="255" name="Group 254"/>
                <p:cNvGrpSpPr/>
                <p:nvPr/>
              </p:nvGrpSpPr>
              <p:grpSpPr>
                <a:xfrm>
                  <a:off x="304791" y="304794"/>
                  <a:ext cx="4588873" cy="575738"/>
                  <a:chOff x="2455324" y="304801"/>
                  <a:chExt cx="4588873" cy="575738"/>
                </a:xfrm>
              </p:grpSpPr>
              <p:grpSp>
                <p:nvGrpSpPr>
                  <p:cNvPr id="270" name="Group 269"/>
                  <p:cNvGrpSpPr/>
                  <p:nvPr/>
                </p:nvGrpSpPr>
                <p:grpSpPr>
                  <a:xfrm>
                    <a:off x="2455324" y="304801"/>
                    <a:ext cx="1134524" cy="575735"/>
                    <a:chOff x="2455324" y="304801"/>
                    <a:chExt cx="1134524" cy="575735"/>
                  </a:xfrm>
                </p:grpSpPr>
                <p:sp>
                  <p:nvSpPr>
                    <p:cNvPr id="281" name="Rectangle 280"/>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82" name="Rectangle 281"/>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271" name="Group 270"/>
                  <p:cNvGrpSpPr/>
                  <p:nvPr/>
                </p:nvGrpSpPr>
                <p:grpSpPr>
                  <a:xfrm>
                    <a:off x="3606771" y="304804"/>
                    <a:ext cx="1134524" cy="575735"/>
                    <a:chOff x="2455324" y="304801"/>
                    <a:chExt cx="1134524" cy="575735"/>
                  </a:xfrm>
                </p:grpSpPr>
                <p:sp>
                  <p:nvSpPr>
                    <p:cNvPr id="279" name="Rectangle 278"/>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smtClean="0">
                        <a:ln>
                          <a:noFill/>
                        </a:ln>
                        <a:solidFill>
                          <a:schemeClr val="tx1"/>
                        </a:solidFill>
                        <a:effectLst/>
                        <a:latin typeface="Arial" charset="0"/>
                        <a:cs typeface="Arial" charset="0"/>
                      </a:endParaRPr>
                    </a:p>
                  </p:txBody>
                </p:sp>
                <p:sp>
                  <p:nvSpPr>
                    <p:cNvPr id="280" name="Rectangle 279"/>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272" name="Group 271"/>
                  <p:cNvGrpSpPr/>
                  <p:nvPr/>
                </p:nvGrpSpPr>
                <p:grpSpPr>
                  <a:xfrm>
                    <a:off x="4758226" y="304801"/>
                    <a:ext cx="2285971" cy="575738"/>
                    <a:chOff x="4148667" y="457201"/>
                    <a:chExt cx="2285971" cy="575738"/>
                  </a:xfrm>
                </p:grpSpPr>
                <p:grpSp>
                  <p:nvGrpSpPr>
                    <p:cNvPr id="273" name="Group 272"/>
                    <p:cNvGrpSpPr/>
                    <p:nvPr/>
                  </p:nvGrpSpPr>
                  <p:grpSpPr>
                    <a:xfrm>
                      <a:off x="4148667" y="457201"/>
                      <a:ext cx="1134524" cy="575735"/>
                      <a:chOff x="2455324" y="304801"/>
                      <a:chExt cx="1134524" cy="575735"/>
                    </a:xfrm>
                  </p:grpSpPr>
                  <p:sp>
                    <p:nvSpPr>
                      <p:cNvPr id="277" name="Rectangle 276"/>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78" name="Rectangle 277"/>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274" name="Group 273"/>
                    <p:cNvGrpSpPr/>
                    <p:nvPr/>
                  </p:nvGrpSpPr>
                  <p:grpSpPr>
                    <a:xfrm>
                      <a:off x="5300114" y="457204"/>
                      <a:ext cx="1134524" cy="575735"/>
                      <a:chOff x="2455324" y="304801"/>
                      <a:chExt cx="1134524" cy="575735"/>
                    </a:xfrm>
                  </p:grpSpPr>
                  <p:sp>
                    <p:nvSpPr>
                      <p:cNvPr id="275" name="Rectangle 274"/>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76" name="Rectangle 275"/>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grpSp>
            <p:grpSp>
              <p:nvGrpSpPr>
                <p:cNvPr id="256" name="Group 255"/>
                <p:cNvGrpSpPr/>
                <p:nvPr/>
              </p:nvGrpSpPr>
              <p:grpSpPr>
                <a:xfrm>
                  <a:off x="4893664" y="304799"/>
                  <a:ext cx="4588873" cy="575738"/>
                  <a:chOff x="2455324" y="304801"/>
                  <a:chExt cx="4588873" cy="575738"/>
                </a:xfrm>
              </p:grpSpPr>
              <p:grpSp>
                <p:nvGrpSpPr>
                  <p:cNvPr id="257" name="Group 256"/>
                  <p:cNvGrpSpPr/>
                  <p:nvPr/>
                </p:nvGrpSpPr>
                <p:grpSpPr>
                  <a:xfrm>
                    <a:off x="2455324" y="304801"/>
                    <a:ext cx="863596" cy="575735"/>
                    <a:chOff x="2455324" y="304801"/>
                    <a:chExt cx="863596" cy="575735"/>
                  </a:xfrm>
                </p:grpSpPr>
                <p:sp>
                  <p:nvSpPr>
                    <p:cNvPr id="268" name="Rectangle 267"/>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69" name="Rectangle 268"/>
                    <p:cNvSpPr/>
                    <p:nvPr/>
                  </p:nvSpPr>
                  <p:spPr bwMode="auto">
                    <a:xfrm>
                      <a:off x="2743189"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Arial" charset="0"/>
                          <a:cs typeface="Arial" charset="0"/>
                        </a:rPr>
                        <a:t>80</a:t>
                      </a:r>
                    </a:p>
                  </p:txBody>
                </p:sp>
              </p:grpSp>
              <p:grpSp>
                <p:nvGrpSpPr>
                  <p:cNvPr id="258" name="Group 257"/>
                  <p:cNvGrpSpPr/>
                  <p:nvPr/>
                </p:nvGrpSpPr>
                <p:grpSpPr>
                  <a:xfrm>
                    <a:off x="3606771" y="304804"/>
                    <a:ext cx="1134524" cy="575735"/>
                    <a:chOff x="2455324" y="304801"/>
                    <a:chExt cx="1134524" cy="575735"/>
                  </a:xfrm>
                </p:grpSpPr>
                <p:sp>
                  <p:nvSpPr>
                    <p:cNvPr id="266" name="Rectangle 265"/>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67" name="Rectangle 266"/>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259" name="Group 258"/>
                  <p:cNvGrpSpPr/>
                  <p:nvPr/>
                </p:nvGrpSpPr>
                <p:grpSpPr>
                  <a:xfrm>
                    <a:off x="4758226" y="304801"/>
                    <a:ext cx="2285971" cy="575738"/>
                    <a:chOff x="4148667" y="457201"/>
                    <a:chExt cx="2285971" cy="575738"/>
                  </a:xfrm>
                </p:grpSpPr>
                <p:grpSp>
                  <p:nvGrpSpPr>
                    <p:cNvPr id="260" name="Group 259"/>
                    <p:cNvGrpSpPr/>
                    <p:nvPr/>
                  </p:nvGrpSpPr>
                  <p:grpSpPr>
                    <a:xfrm>
                      <a:off x="4148667" y="457201"/>
                      <a:ext cx="1134524" cy="575735"/>
                      <a:chOff x="2455324" y="304801"/>
                      <a:chExt cx="1134524" cy="575735"/>
                    </a:xfrm>
                  </p:grpSpPr>
                  <p:sp>
                    <p:nvSpPr>
                      <p:cNvPr id="264" name="Rectangle 263"/>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65" name="Rectangle 264"/>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261" name="Group 260"/>
                    <p:cNvGrpSpPr/>
                    <p:nvPr/>
                  </p:nvGrpSpPr>
                  <p:grpSpPr>
                    <a:xfrm>
                      <a:off x="5300114" y="457204"/>
                      <a:ext cx="1134524" cy="575735"/>
                      <a:chOff x="2455324" y="304801"/>
                      <a:chExt cx="1134524" cy="575735"/>
                    </a:xfrm>
                  </p:grpSpPr>
                  <p:sp>
                    <p:nvSpPr>
                      <p:cNvPr id="262" name="Rectangle 261"/>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63" name="Rectangle 262"/>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grpSp>
          </p:grpSp>
        </p:grpSp>
      </p:grpSp>
      <p:cxnSp>
        <p:nvCxnSpPr>
          <p:cNvPr id="371" name="Straight Connector 370"/>
          <p:cNvCxnSpPr/>
          <p:nvPr/>
        </p:nvCxnSpPr>
        <p:spPr bwMode="auto">
          <a:xfrm flipV="1">
            <a:off x="541854" y="6265229"/>
            <a:ext cx="8043234" cy="16941"/>
          </a:xfrm>
          <a:prstGeom prst="line">
            <a:avLst/>
          </a:prstGeom>
          <a:noFill/>
          <a:ln w="9525" cap="flat" cmpd="sng" algn="ctr">
            <a:solidFill>
              <a:srgbClr val="000000"/>
            </a:solidFill>
            <a:prstDash val="solid"/>
            <a:round/>
            <a:headEnd type="none" w="med" len="med"/>
            <a:tailEnd type="none" w="med" len="med"/>
          </a:ln>
          <a:effectLst/>
        </p:spPr>
      </p:cxnSp>
      <p:cxnSp>
        <p:nvCxnSpPr>
          <p:cNvPr id="373" name="Straight Connector 372"/>
          <p:cNvCxnSpPr/>
          <p:nvPr/>
        </p:nvCxnSpPr>
        <p:spPr bwMode="auto">
          <a:xfrm flipH="1" flipV="1">
            <a:off x="541854" y="10"/>
            <a:ext cx="16946" cy="6265219"/>
          </a:xfrm>
          <a:prstGeom prst="line">
            <a:avLst/>
          </a:prstGeom>
          <a:noFill/>
          <a:ln w="9525" cap="flat" cmpd="sng" algn="ctr">
            <a:solidFill>
              <a:srgbClr val="000000"/>
            </a:solidFill>
            <a:prstDash val="solid"/>
            <a:round/>
            <a:headEnd type="none" w="med" len="med"/>
            <a:tailEnd type="none" w="med" len="med"/>
          </a:ln>
          <a:effectLst/>
        </p:spPr>
      </p:cxnSp>
      <p:sp>
        <p:nvSpPr>
          <p:cNvPr id="374" name="TextBox 373"/>
          <p:cNvSpPr txBox="1"/>
          <p:nvPr/>
        </p:nvSpPr>
        <p:spPr>
          <a:xfrm>
            <a:off x="8028644" y="6366938"/>
            <a:ext cx="1146768" cy="369332"/>
          </a:xfrm>
          <a:prstGeom prst="rect">
            <a:avLst/>
          </a:prstGeom>
          <a:noFill/>
        </p:spPr>
        <p:txBody>
          <a:bodyPr wrap="none" rtlCol="0">
            <a:spAutoFit/>
          </a:bodyPr>
          <a:lstStyle/>
          <a:p>
            <a:r>
              <a:rPr lang="en-US" dirty="0"/>
              <a:t>x</a:t>
            </a:r>
            <a:r>
              <a:rPr lang="en-US" dirty="0" smtClean="0"/>
              <a:t>1 Forest</a:t>
            </a:r>
            <a:endParaRPr lang="en-US" dirty="0"/>
          </a:p>
        </p:txBody>
      </p:sp>
      <p:sp>
        <p:nvSpPr>
          <p:cNvPr id="375" name="TextBox 374"/>
          <p:cNvSpPr txBox="1"/>
          <p:nvPr/>
        </p:nvSpPr>
        <p:spPr>
          <a:xfrm>
            <a:off x="135467" y="304800"/>
            <a:ext cx="1146768" cy="369332"/>
          </a:xfrm>
          <a:prstGeom prst="rect">
            <a:avLst/>
          </a:prstGeom>
          <a:noFill/>
        </p:spPr>
        <p:txBody>
          <a:bodyPr wrap="none" rtlCol="0">
            <a:spAutoFit/>
          </a:bodyPr>
          <a:lstStyle/>
          <a:p>
            <a:r>
              <a:rPr lang="en-US" dirty="0" smtClean="0"/>
              <a:t>X2 - Park</a:t>
            </a:r>
            <a:endParaRPr lang="en-US" dirty="0"/>
          </a:p>
        </p:txBody>
      </p:sp>
      <p:cxnSp>
        <p:nvCxnSpPr>
          <p:cNvPr id="377" name="Straight Connector 376"/>
          <p:cNvCxnSpPr/>
          <p:nvPr/>
        </p:nvCxnSpPr>
        <p:spPr bwMode="auto">
          <a:xfrm flipV="1">
            <a:off x="5130739" y="1134532"/>
            <a:ext cx="0" cy="5130697"/>
          </a:xfrm>
          <a:prstGeom prst="line">
            <a:avLst/>
          </a:prstGeom>
          <a:noFill/>
          <a:ln w="9525" cap="flat" cmpd="sng" algn="ctr">
            <a:solidFill>
              <a:srgbClr val="000000"/>
            </a:solidFill>
            <a:prstDash val="solid"/>
            <a:round/>
            <a:headEnd type="none" w="med" len="med"/>
            <a:tailEnd type="none" w="med" len="med"/>
          </a:ln>
          <a:effectLst/>
        </p:spPr>
      </p:cxnSp>
      <p:sp>
        <p:nvSpPr>
          <p:cNvPr id="378" name="Rectangle 377"/>
          <p:cNvSpPr/>
          <p:nvPr/>
        </p:nvSpPr>
        <p:spPr bwMode="auto">
          <a:xfrm>
            <a:off x="541866" y="1134514"/>
            <a:ext cx="4588873" cy="5130715"/>
          </a:xfrm>
          <a:prstGeom prst="rect">
            <a:avLst/>
          </a:prstGeom>
          <a:pattFill prst="ltVert">
            <a:fgClr>
              <a:srgbClr val="FF0000"/>
            </a:fgClr>
            <a:bgClr>
              <a:schemeClr val="bg1"/>
            </a:bgClr>
          </a:patt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smtClean="0">
              <a:ln>
                <a:noFill/>
              </a:ln>
              <a:solidFill>
                <a:schemeClr val="tx1"/>
              </a:solidFill>
              <a:effectLst/>
              <a:latin typeface="Arial" charset="0"/>
              <a:cs typeface="Arial" charset="0"/>
            </a:endParaRPr>
          </a:p>
        </p:txBody>
      </p:sp>
      <p:sp>
        <p:nvSpPr>
          <p:cNvPr id="380" name="Rectangle 379"/>
          <p:cNvSpPr/>
          <p:nvPr/>
        </p:nvSpPr>
        <p:spPr bwMode="auto">
          <a:xfrm>
            <a:off x="541854" y="5130715"/>
            <a:ext cx="4605825" cy="1134504"/>
          </a:xfrm>
          <a:prstGeom prst="rect">
            <a:avLst/>
          </a:prstGeom>
          <a:pattFill prst="dkHorz">
            <a:fgClr>
              <a:srgbClr val="FFC000"/>
            </a:fgClr>
            <a:bgClr>
              <a:schemeClr val="bg1"/>
            </a:bgClr>
          </a:patt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cxnSp>
        <p:nvCxnSpPr>
          <p:cNvPr id="383" name="Straight Connector 382"/>
          <p:cNvCxnSpPr/>
          <p:nvPr/>
        </p:nvCxnSpPr>
        <p:spPr bwMode="auto">
          <a:xfrm flipH="1" flipV="1">
            <a:off x="541854" y="4555066"/>
            <a:ext cx="6891787" cy="1727104"/>
          </a:xfrm>
          <a:prstGeom prst="line">
            <a:avLst/>
          </a:prstGeom>
          <a:noFill/>
          <a:ln w="9525" cap="flat" cmpd="sng" algn="ctr">
            <a:solidFill>
              <a:srgbClr val="000000"/>
            </a:solidFill>
            <a:prstDash val="solid"/>
            <a:round/>
            <a:headEnd type="none" w="med" len="med"/>
            <a:tailEnd type="none" w="med" len="med"/>
          </a:ln>
          <a:effectLst/>
        </p:spPr>
      </p:cxnSp>
      <p:sp>
        <p:nvSpPr>
          <p:cNvPr id="384" name="Right Triangle 383"/>
          <p:cNvSpPr/>
          <p:nvPr/>
        </p:nvSpPr>
        <p:spPr bwMode="auto">
          <a:xfrm>
            <a:off x="541854" y="4555057"/>
            <a:ext cx="6908727" cy="1727113"/>
          </a:xfrm>
          <a:prstGeom prst="rtTriangle">
            <a:avLst/>
          </a:prstGeom>
          <a:pattFill prst="lgCheck">
            <a:fgClr>
              <a:schemeClr val="accent1">
                <a:lumMod val="90000"/>
              </a:schemeClr>
            </a:fgClr>
            <a:bgClr>
              <a:schemeClr val="bg1"/>
            </a:bgClr>
          </a:patt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cxnSp>
        <p:nvCxnSpPr>
          <p:cNvPr id="386" name="Straight Connector 385"/>
          <p:cNvCxnSpPr/>
          <p:nvPr/>
        </p:nvCxnSpPr>
        <p:spPr bwMode="auto">
          <a:xfrm>
            <a:off x="541854" y="5130715"/>
            <a:ext cx="7484441" cy="16941"/>
          </a:xfrm>
          <a:prstGeom prst="line">
            <a:avLst/>
          </a:prstGeom>
          <a:noFill/>
          <a:ln w="9525" cap="flat" cmpd="sng" algn="ctr">
            <a:solidFill>
              <a:srgbClr val="000000"/>
            </a:solidFill>
            <a:prstDash val="solid"/>
            <a:round/>
            <a:headEnd type="none" w="med" len="med"/>
            <a:tailEnd type="none" w="med" len="med"/>
          </a:ln>
          <a:effectLst/>
        </p:spPr>
      </p:cxnSp>
      <p:sp>
        <p:nvSpPr>
          <p:cNvPr id="388" name="TextBox 387"/>
          <p:cNvSpPr txBox="1"/>
          <p:nvPr/>
        </p:nvSpPr>
        <p:spPr>
          <a:xfrm>
            <a:off x="100432" y="4807902"/>
            <a:ext cx="441422" cy="369332"/>
          </a:xfrm>
          <a:prstGeom prst="rect">
            <a:avLst/>
          </a:prstGeom>
          <a:noFill/>
        </p:spPr>
        <p:txBody>
          <a:bodyPr wrap="none" rtlCol="0">
            <a:spAutoFit/>
          </a:bodyPr>
          <a:lstStyle/>
          <a:p>
            <a:r>
              <a:rPr lang="en-US" dirty="0" smtClean="0"/>
              <a:t>20</a:t>
            </a:r>
            <a:endParaRPr lang="en-US" dirty="0"/>
          </a:p>
        </p:txBody>
      </p:sp>
      <p:sp>
        <p:nvSpPr>
          <p:cNvPr id="389" name="TextBox 388"/>
          <p:cNvSpPr txBox="1"/>
          <p:nvPr/>
        </p:nvSpPr>
        <p:spPr>
          <a:xfrm>
            <a:off x="67860" y="4179387"/>
            <a:ext cx="441422" cy="369332"/>
          </a:xfrm>
          <a:prstGeom prst="rect">
            <a:avLst/>
          </a:prstGeom>
          <a:noFill/>
        </p:spPr>
        <p:txBody>
          <a:bodyPr wrap="none" rtlCol="0">
            <a:spAutoFit/>
          </a:bodyPr>
          <a:lstStyle/>
          <a:p>
            <a:r>
              <a:rPr lang="en-US" dirty="0" smtClean="0"/>
              <a:t>30</a:t>
            </a:r>
            <a:endParaRPr lang="en-US" dirty="0"/>
          </a:p>
        </p:txBody>
      </p:sp>
      <p:sp>
        <p:nvSpPr>
          <p:cNvPr id="390" name="Rectangle 389"/>
          <p:cNvSpPr/>
          <p:nvPr/>
        </p:nvSpPr>
        <p:spPr bwMode="auto">
          <a:xfrm>
            <a:off x="7111903" y="6180564"/>
            <a:ext cx="897457"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r>
              <a:rPr lang="en-US" sz="2400" dirty="0" smtClean="0">
                <a:latin typeface="Arial" charset="0"/>
                <a:cs typeface="Arial" charset="0"/>
              </a:rPr>
              <a:t>12</a:t>
            </a:r>
            <a:r>
              <a:rPr kumimoji="0" lang="en-US" sz="2400" b="0" i="0" u="none" strike="noStrike" cap="none" normalizeH="0" baseline="0" dirty="0" smtClean="0">
                <a:ln>
                  <a:noFill/>
                </a:ln>
                <a:solidFill>
                  <a:schemeClr val="tx1"/>
                </a:solidFill>
                <a:effectLst/>
                <a:latin typeface="Arial" charset="0"/>
                <a:cs typeface="Arial" charset="0"/>
              </a:rPr>
              <a:t>0</a:t>
            </a:r>
          </a:p>
        </p:txBody>
      </p:sp>
      <p:cxnSp>
        <p:nvCxnSpPr>
          <p:cNvPr id="392" name="Straight Connector 391"/>
          <p:cNvCxnSpPr/>
          <p:nvPr/>
        </p:nvCxnSpPr>
        <p:spPr bwMode="auto">
          <a:xfrm flipH="1" flipV="1">
            <a:off x="5130739" y="558792"/>
            <a:ext cx="16940" cy="5723378"/>
          </a:xfrm>
          <a:prstGeom prst="line">
            <a:avLst/>
          </a:prstGeom>
          <a:noFill/>
          <a:ln w="9525" cap="flat" cmpd="sng" algn="ctr">
            <a:solidFill>
              <a:srgbClr val="000000"/>
            </a:solidFill>
            <a:prstDash val="solid"/>
            <a:round/>
            <a:headEnd type="none" w="med" len="med"/>
            <a:tailEnd type="none" w="med" len="med"/>
          </a:ln>
          <a:effectLst/>
        </p:spPr>
      </p:cxnSp>
      <p:cxnSp>
        <p:nvCxnSpPr>
          <p:cNvPr id="394" name="Straight Connector 393"/>
          <p:cNvCxnSpPr/>
          <p:nvPr/>
        </p:nvCxnSpPr>
        <p:spPr bwMode="auto">
          <a:xfrm flipV="1">
            <a:off x="5130739" y="5706448"/>
            <a:ext cx="0" cy="575722"/>
          </a:xfrm>
          <a:prstGeom prst="line">
            <a:avLst/>
          </a:prstGeom>
          <a:noFill/>
          <a:ln w="50800" cap="flat" cmpd="sng" algn="ctr">
            <a:solidFill>
              <a:srgbClr val="FF0000"/>
            </a:solidFill>
            <a:prstDash val="solid"/>
            <a:round/>
            <a:headEnd type="none" w="med" len="med"/>
            <a:tailEnd type="none" w="med" len="med"/>
          </a:ln>
          <a:effectLst/>
        </p:spPr>
      </p:cxnSp>
      <p:cxnSp>
        <p:nvCxnSpPr>
          <p:cNvPr id="396" name="Straight Connector 395"/>
          <p:cNvCxnSpPr/>
          <p:nvPr/>
        </p:nvCxnSpPr>
        <p:spPr bwMode="auto">
          <a:xfrm flipV="1">
            <a:off x="509282" y="5130716"/>
            <a:ext cx="2352427" cy="16940"/>
          </a:xfrm>
          <a:prstGeom prst="line">
            <a:avLst/>
          </a:prstGeom>
          <a:noFill/>
          <a:ln w="50800" cap="flat" cmpd="sng" algn="ctr">
            <a:solidFill>
              <a:srgbClr val="FF0000"/>
            </a:solidFill>
            <a:prstDash val="solid"/>
            <a:round/>
            <a:headEnd type="none" w="med" len="med"/>
            <a:tailEnd type="none" w="med" len="med"/>
          </a:ln>
          <a:effectLst/>
        </p:spPr>
      </p:cxnSp>
      <p:cxnSp>
        <p:nvCxnSpPr>
          <p:cNvPr id="399" name="Straight Connector 398"/>
          <p:cNvCxnSpPr/>
          <p:nvPr/>
        </p:nvCxnSpPr>
        <p:spPr bwMode="auto">
          <a:xfrm>
            <a:off x="2861709" y="5130705"/>
            <a:ext cx="2285970" cy="575743"/>
          </a:xfrm>
          <a:prstGeom prst="line">
            <a:avLst/>
          </a:prstGeom>
          <a:noFill/>
          <a:ln w="50800" cap="flat" cmpd="sng" algn="ctr">
            <a:solidFill>
              <a:srgbClr val="FF0000"/>
            </a:solidFill>
            <a:prstDash val="solid"/>
            <a:round/>
            <a:headEnd type="none" w="med" len="med"/>
            <a:tailEnd type="none" w="med" len="med"/>
          </a:ln>
          <a:effectLst/>
        </p:spPr>
      </p:cxnSp>
      <p:sp>
        <p:nvSpPr>
          <p:cNvPr id="400" name="Rectangle 399"/>
          <p:cNvSpPr/>
          <p:nvPr/>
        </p:nvSpPr>
        <p:spPr>
          <a:xfrm>
            <a:off x="6028169" y="1377946"/>
            <a:ext cx="2141444" cy="369332"/>
          </a:xfrm>
          <a:prstGeom prst="rect">
            <a:avLst/>
          </a:prstGeom>
        </p:spPr>
        <p:txBody>
          <a:bodyPr wrap="none">
            <a:spAutoFit/>
          </a:bodyPr>
          <a:lstStyle/>
          <a:p>
            <a:pPr marL="57150" indent="0">
              <a:buNone/>
            </a:pPr>
            <a:r>
              <a:rPr lang="en-US" dirty="0"/>
              <a:t> Max 10 x1 + 20 x2 </a:t>
            </a:r>
          </a:p>
        </p:txBody>
      </p:sp>
      <p:sp>
        <p:nvSpPr>
          <p:cNvPr id="401" name="Rectangle 400"/>
          <p:cNvSpPr/>
          <p:nvPr/>
        </p:nvSpPr>
        <p:spPr>
          <a:xfrm>
            <a:off x="6011333" y="2014140"/>
            <a:ext cx="4572000" cy="1477328"/>
          </a:xfrm>
          <a:prstGeom prst="rect">
            <a:avLst/>
          </a:prstGeom>
        </p:spPr>
        <p:txBody>
          <a:bodyPr>
            <a:spAutoFit/>
          </a:bodyPr>
          <a:lstStyle/>
          <a:p>
            <a:pPr marL="57150" indent="0">
              <a:buNone/>
            </a:pPr>
            <a:r>
              <a:rPr lang="en-US" dirty="0"/>
              <a:t>x1 	</a:t>
            </a:r>
            <a:r>
              <a:rPr lang="en-US" dirty="0" smtClean="0"/>
              <a:t>         </a:t>
            </a:r>
            <a:r>
              <a:rPr lang="en-US" dirty="0"/>
              <a:t>&lt;= </a:t>
            </a:r>
            <a:r>
              <a:rPr lang="en-US" dirty="0" smtClean="0"/>
              <a:t>80</a:t>
            </a:r>
          </a:p>
          <a:p>
            <a:pPr marL="57150" indent="0">
              <a:buNone/>
            </a:pPr>
            <a:r>
              <a:rPr lang="en-US" dirty="0" smtClean="0"/>
              <a:t>x2          </a:t>
            </a:r>
            <a:r>
              <a:rPr lang="en-US" dirty="0"/>
              <a:t>&lt;= 20</a:t>
            </a:r>
          </a:p>
          <a:p>
            <a:pPr marL="57150" indent="0">
              <a:buNone/>
            </a:pPr>
            <a:r>
              <a:rPr lang="en-US" dirty="0" smtClean="0"/>
              <a:t>x1 </a:t>
            </a:r>
            <a:r>
              <a:rPr lang="en-US" dirty="0"/>
              <a:t>+ 4 x2 &lt;= </a:t>
            </a:r>
            <a:r>
              <a:rPr lang="en-US" dirty="0" smtClean="0"/>
              <a:t>120</a:t>
            </a:r>
          </a:p>
          <a:p>
            <a:pPr marL="57150" indent="0">
              <a:buNone/>
            </a:pPr>
            <a:endParaRPr lang="en-US" dirty="0" smtClean="0"/>
          </a:p>
          <a:p>
            <a:pPr marL="57150" indent="0">
              <a:buNone/>
            </a:pPr>
            <a:r>
              <a:rPr lang="en-US" dirty="0" smtClean="0"/>
              <a:t>x1 &gt;=0; x2 &gt;= 0</a:t>
            </a:r>
            <a:endParaRPr lang="en-US" dirty="0"/>
          </a:p>
        </p:txBody>
      </p:sp>
      <p:sp>
        <p:nvSpPr>
          <p:cNvPr id="410" name="TextBox 409"/>
          <p:cNvSpPr txBox="1"/>
          <p:nvPr/>
        </p:nvSpPr>
        <p:spPr>
          <a:xfrm>
            <a:off x="1539744" y="6366938"/>
            <a:ext cx="441422" cy="369332"/>
          </a:xfrm>
          <a:prstGeom prst="rect">
            <a:avLst/>
          </a:prstGeom>
          <a:noFill/>
        </p:spPr>
        <p:txBody>
          <a:bodyPr wrap="none" rtlCol="0">
            <a:spAutoFit/>
          </a:bodyPr>
          <a:lstStyle/>
          <a:p>
            <a:r>
              <a:rPr lang="en-US" dirty="0" smtClean="0"/>
              <a:t>20</a:t>
            </a:r>
            <a:endParaRPr lang="en-US" dirty="0"/>
          </a:p>
        </p:txBody>
      </p:sp>
      <p:sp>
        <p:nvSpPr>
          <p:cNvPr id="411" name="TextBox 410"/>
          <p:cNvSpPr txBox="1"/>
          <p:nvPr/>
        </p:nvSpPr>
        <p:spPr>
          <a:xfrm>
            <a:off x="50933" y="5441797"/>
            <a:ext cx="441422" cy="369332"/>
          </a:xfrm>
          <a:prstGeom prst="rect">
            <a:avLst/>
          </a:prstGeom>
          <a:noFill/>
        </p:spPr>
        <p:txBody>
          <a:bodyPr wrap="none" rtlCol="0">
            <a:spAutoFit/>
          </a:bodyPr>
          <a:lstStyle/>
          <a:p>
            <a:r>
              <a:rPr lang="en-US" dirty="0"/>
              <a:t>1</a:t>
            </a:r>
            <a:r>
              <a:rPr lang="en-US" dirty="0" smtClean="0"/>
              <a:t>0</a:t>
            </a:r>
            <a:endParaRPr lang="en-US" dirty="0"/>
          </a:p>
        </p:txBody>
      </p:sp>
      <p:sp>
        <p:nvSpPr>
          <p:cNvPr id="418" name="TextBox 417"/>
          <p:cNvSpPr txBox="1"/>
          <p:nvPr/>
        </p:nvSpPr>
        <p:spPr>
          <a:xfrm>
            <a:off x="2653985" y="6334672"/>
            <a:ext cx="441422" cy="369332"/>
          </a:xfrm>
          <a:prstGeom prst="rect">
            <a:avLst/>
          </a:prstGeom>
          <a:noFill/>
        </p:spPr>
        <p:txBody>
          <a:bodyPr wrap="none" rtlCol="0">
            <a:spAutoFit/>
          </a:bodyPr>
          <a:lstStyle/>
          <a:p>
            <a:r>
              <a:rPr lang="en-US" dirty="0"/>
              <a:t>4</a:t>
            </a:r>
            <a:r>
              <a:rPr lang="en-US" dirty="0" smtClean="0"/>
              <a:t>0</a:t>
            </a:r>
            <a:endParaRPr lang="en-US" dirty="0"/>
          </a:p>
        </p:txBody>
      </p:sp>
      <p:sp>
        <p:nvSpPr>
          <p:cNvPr id="419" name="TextBox 418"/>
          <p:cNvSpPr txBox="1"/>
          <p:nvPr/>
        </p:nvSpPr>
        <p:spPr>
          <a:xfrm>
            <a:off x="3806229" y="6366938"/>
            <a:ext cx="441422" cy="369332"/>
          </a:xfrm>
          <a:prstGeom prst="rect">
            <a:avLst/>
          </a:prstGeom>
          <a:noFill/>
        </p:spPr>
        <p:txBody>
          <a:bodyPr wrap="none" rtlCol="0">
            <a:spAutoFit/>
          </a:bodyPr>
          <a:lstStyle/>
          <a:p>
            <a:r>
              <a:rPr lang="en-US" dirty="0" smtClean="0"/>
              <a:t>60</a:t>
            </a:r>
            <a:endParaRPr lang="en-US" dirty="0"/>
          </a:p>
        </p:txBody>
      </p:sp>
      <p:cxnSp>
        <p:nvCxnSpPr>
          <p:cNvPr id="421" name="Straight Arrow Connector 420"/>
          <p:cNvCxnSpPr/>
          <p:nvPr/>
        </p:nvCxnSpPr>
        <p:spPr bwMode="auto">
          <a:xfrm>
            <a:off x="509282" y="5706448"/>
            <a:ext cx="269651" cy="0"/>
          </a:xfrm>
          <a:prstGeom prst="straightConnector1">
            <a:avLst/>
          </a:prstGeom>
          <a:noFill/>
          <a:ln w="9525" cap="flat" cmpd="sng" algn="ctr">
            <a:solidFill>
              <a:srgbClr val="660066"/>
            </a:solidFill>
            <a:prstDash val="solid"/>
            <a:round/>
            <a:headEnd type="none" w="med" len="med"/>
            <a:tailEnd type="arrow"/>
          </a:ln>
          <a:effectLst/>
        </p:spPr>
      </p:cxnSp>
      <p:cxnSp>
        <p:nvCxnSpPr>
          <p:cNvPr id="423" name="Straight Arrow Connector 422"/>
          <p:cNvCxnSpPr/>
          <p:nvPr/>
        </p:nvCxnSpPr>
        <p:spPr bwMode="auto">
          <a:xfrm flipH="1">
            <a:off x="2738851" y="5130716"/>
            <a:ext cx="105917" cy="148161"/>
          </a:xfrm>
          <a:prstGeom prst="straightConnector1">
            <a:avLst/>
          </a:prstGeom>
          <a:noFill/>
          <a:ln w="9525" cap="flat" cmpd="sng" algn="ctr">
            <a:solidFill>
              <a:srgbClr val="660066"/>
            </a:solidFill>
            <a:prstDash val="solid"/>
            <a:round/>
            <a:headEnd type="none" w="med" len="med"/>
            <a:tailEnd type="arrow"/>
          </a:ln>
          <a:effectLst/>
        </p:spPr>
      </p:cxnSp>
      <p:cxnSp>
        <p:nvCxnSpPr>
          <p:cNvPr id="425" name="Straight Arrow Connector 424"/>
          <p:cNvCxnSpPr/>
          <p:nvPr/>
        </p:nvCxnSpPr>
        <p:spPr bwMode="auto">
          <a:xfrm flipH="1">
            <a:off x="4859811" y="5706448"/>
            <a:ext cx="287868" cy="0"/>
          </a:xfrm>
          <a:prstGeom prst="straightConnector1">
            <a:avLst/>
          </a:prstGeom>
          <a:noFill/>
          <a:ln w="9525" cap="flat" cmpd="sng" algn="ctr">
            <a:solidFill>
              <a:srgbClr val="660066"/>
            </a:solidFill>
            <a:prstDash val="solid"/>
            <a:round/>
            <a:headEnd type="none" w="med" len="med"/>
            <a:tailEnd type="arrow"/>
          </a:ln>
          <a:effectLst/>
        </p:spPr>
      </p:cxnSp>
      <p:cxnSp>
        <p:nvCxnSpPr>
          <p:cNvPr id="427" name="Straight Arrow Connector 426"/>
          <p:cNvCxnSpPr/>
          <p:nvPr/>
        </p:nvCxnSpPr>
        <p:spPr bwMode="auto">
          <a:xfrm flipV="1">
            <a:off x="2861709" y="6180461"/>
            <a:ext cx="0" cy="101709"/>
          </a:xfrm>
          <a:prstGeom prst="straightConnector1">
            <a:avLst/>
          </a:prstGeom>
          <a:noFill/>
          <a:ln w="9525" cap="flat" cmpd="sng" algn="ctr">
            <a:noFill/>
            <a:prstDash val="solid"/>
            <a:round/>
            <a:headEnd type="none" w="med" len="med"/>
            <a:tailEnd type="arrow"/>
          </a:ln>
          <a:effectLst/>
        </p:spPr>
      </p:cxnSp>
      <p:cxnSp>
        <p:nvCxnSpPr>
          <p:cNvPr id="430" name="Straight Arrow Connector 429"/>
          <p:cNvCxnSpPr/>
          <p:nvPr/>
        </p:nvCxnSpPr>
        <p:spPr bwMode="auto">
          <a:xfrm flipV="1">
            <a:off x="2844756" y="5995795"/>
            <a:ext cx="12" cy="286375"/>
          </a:xfrm>
          <a:prstGeom prst="straightConnector1">
            <a:avLst/>
          </a:prstGeom>
          <a:noFill/>
          <a:ln w="9525" cap="flat" cmpd="sng" algn="ctr">
            <a:solidFill>
              <a:srgbClr val="660066"/>
            </a:solidFill>
            <a:prstDash val="solid"/>
            <a:round/>
            <a:headEnd type="none" w="med" len="med"/>
            <a:tailEnd type="arrow"/>
          </a:ln>
          <a:effectLst/>
        </p:spPr>
      </p:cxnSp>
      <p:cxnSp>
        <p:nvCxnSpPr>
          <p:cNvPr id="432" name="Straight Arrow Connector 431"/>
          <p:cNvCxnSpPr/>
          <p:nvPr/>
        </p:nvCxnSpPr>
        <p:spPr bwMode="auto">
          <a:xfrm flipH="1" flipV="1">
            <a:off x="4859220" y="6180461"/>
            <a:ext cx="271519" cy="101709"/>
          </a:xfrm>
          <a:prstGeom prst="straightConnector1">
            <a:avLst/>
          </a:prstGeom>
          <a:noFill/>
          <a:ln w="9525" cap="flat" cmpd="sng" algn="ctr">
            <a:solidFill>
              <a:srgbClr val="660066"/>
            </a:solidFill>
            <a:prstDash val="solid"/>
            <a:round/>
            <a:headEnd type="none" w="med" len="med"/>
            <a:tailEnd type="arrow"/>
          </a:ln>
          <a:effectLst/>
        </p:spPr>
      </p:cxnSp>
      <p:cxnSp>
        <p:nvCxnSpPr>
          <p:cNvPr id="434" name="Straight Arrow Connector 433"/>
          <p:cNvCxnSpPr/>
          <p:nvPr/>
        </p:nvCxnSpPr>
        <p:spPr bwMode="auto">
          <a:xfrm>
            <a:off x="558800" y="5147649"/>
            <a:ext cx="359739" cy="148161"/>
          </a:xfrm>
          <a:prstGeom prst="straightConnector1">
            <a:avLst/>
          </a:prstGeom>
          <a:noFill/>
          <a:ln w="9525" cap="flat" cmpd="sng" algn="ctr">
            <a:solidFill>
              <a:srgbClr val="660066"/>
            </a:solidFill>
            <a:prstDash val="solid"/>
            <a:round/>
            <a:headEnd type="none" w="med" len="med"/>
            <a:tailEnd type="arrow"/>
          </a:ln>
          <a:effectLst/>
        </p:spPr>
      </p:cxnSp>
      <p:cxnSp>
        <p:nvCxnSpPr>
          <p:cNvPr id="436" name="Straight Arrow Connector 435"/>
          <p:cNvCxnSpPr/>
          <p:nvPr/>
        </p:nvCxnSpPr>
        <p:spPr bwMode="auto">
          <a:xfrm>
            <a:off x="1496387" y="5130716"/>
            <a:ext cx="0" cy="148161"/>
          </a:xfrm>
          <a:prstGeom prst="straightConnector1">
            <a:avLst/>
          </a:prstGeom>
          <a:noFill/>
          <a:ln w="9525" cap="flat" cmpd="sng" algn="ctr">
            <a:solidFill>
              <a:srgbClr val="660066"/>
            </a:solidFill>
            <a:prstDash val="solid"/>
            <a:round/>
            <a:headEnd type="none" w="med" len="med"/>
            <a:tailEnd type="arrow"/>
          </a:ln>
          <a:effectLst/>
        </p:spPr>
      </p:cxnSp>
      <p:cxnSp>
        <p:nvCxnSpPr>
          <p:cNvPr id="438" name="Straight Arrow Connector 437"/>
          <p:cNvCxnSpPr/>
          <p:nvPr/>
        </p:nvCxnSpPr>
        <p:spPr bwMode="auto">
          <a:xfrm flipV="1">
            <a:off x="558806" y="6180461"/>
            <a:ext cx="220127" cy="101709"/>
          </a:xfrm>
          <a:prstGeom prst="straightConnector1">
            <a:avLst/>
          </a:prstGeom>
          <a:noFill/>
          <a:ln w="9525" cap="flat" cmpd="sng" algn="ctr">
            <a:solidFill>
              <a:srgbClr val="660066"/>
            </a:solidFill>
            <a:prstDash val="solid"/>
            <a:round/>
            <a:headEnd type="none" w="med" len="med"/>
            <a:tailEnd type="arrow"/>
          </a:ln>
          <a:effectLst/>
        </p:spPr>
      </p:cxnSp>
      <p:sp>
        <p:nvSpPr>
          <p:cNvPr id="441" name="TextBox 440"/>
          <p:cNvSpPr txBox="1"/>
          <p:nvPr/>
        </p:nvSpPr>
        <p:spPr>
          <a:xfrm>
            <a:off x="1786814" y="5337116"/>
            <a:ext cx="1904074" cy="369332"/>
          </a:xfrm>
          <a:prstGeom prst="rect">
            <a:avLst/>
          </a:prstGeom>
          <a:noFill/>
        </p:spPr>
        <p:txBody>
          <a:bodyPr wrap="none" rtlCol="0">
            <a:spAutoFit/>
          </a:bodyPr>
          <a:lstStyle/>
          <a:p>
            <a:r>
              <a:rPr lang="en-US" dirty="0" smtClean="0">
                <a:solidFill>
                  <a:srgbClr val="FF0000"/>
                </a:solidFill>
              </a:rPr>
              <a:t>Feasible Region</a:t>
            </a:r>
            <a:endParaRPr lang="en-US" dirty="0">
              <a:solidFill>
                <a:srgbClr val="FF0000"/>
              </a:solidFill>
            </a:endParaRPr>
          </a:p>
        </p:txBody>
      </p:sp>
      <p:cxnSp>
        <p:nvCxnSpPr>
          <p:cNvPr id="443" name="Straight Connector 442"/>
          <p:cNvCxnSpPr/>
          <p:nvPr/>
        </p:nvCxnSpPr>
        <p:spPr bwMode="auto">
          <a:xfrm>
            <a:off x="526215" y="5130716"/>
            <a:ext cx="0" cy="1134513"/>
          </a:xfrm>
          <a:prstGeom prst="line">
            <a:avLst/>
          </a:prstGeom>
          <a:noFill/>
          <a:ln w="50800" cap="flat" cmpd="sng" algn="ctr">
            <a:solidFill>
              <a:srgbClr val="FF0000"/>
            </a:solidFill>
            <a:prstDash val="solid"/>
            <a:round/>
            <a:headEnd type="none" w="med" len="med"/>
            <a:tailEnd type="none" w="med" len="med"/>
          </a:ln>
          <a:effectLst/>
        </p:spPr>
      </p:cxnSp>
      <p:cxnSp>
        <p:nvCxnSpPr>
          <p:cNvPr id="445" name="Straight Connector 444"/>
          <p:cNvCxnSpPr/>
          <p:nvPr/>
        </p:nvCxnSpPr>
        <p:spPr bwMode="auto">
          <a:xfrm>
            <a:off x="424670" y="6282170"/>
            <a:ext cx="4638397" cy="0"/>
          </a:xfrm>
          <a:prstGeom prst="line">
            <a:avLst/>
          </a:prstGeom>
          <a:noFill/>
          <a:ln w="50800" cap="flat" cmpd="sng" algn="ctr">
            <a:solidFill>
              <a:srgbClr val="FF0000"/>
            </a:solidFill>
            <a:prstDash val="solid"/>
            <a:round/>
            <a:headEnd type="none" w="med" len="med"/>
            <a:tailEnd type="none" w="med" len="med"/>
          </a:ln>
          <a:effectLst/>
        </p:spPr>
      </p:cxnSp>
      <p:sp>
        <p:nvSpPr>
          <p:cNvPr id="454" name="Rectangle 453"/>
          <p:cNvSpPr/>
          <p:nvPr/>
        </p:nvSpPr>
        <p:spPr bwMode="auto">
          <a:xfrm>
            <a:off x="5790470" y="6265229"/>
            <a:ext cx="880589"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r>
              <a:rPr lang="en-US" sz="2400" dirty="0" smtClean="0">
                <a:latin typeface="Arial" charset="0"/>
                <a:cs typeface="Arial" charset="0"/>
              </a:rPr>
              <a:t>10</a:t>
            </a:r>
            <a:r>
              <a:rPr kumimoji="0" lang="en-US" sz="2400" b="0" i="0" u="none" strike="noStrike" cap="none" normalizeH="0" baseline="0" dirty="0" smtClean="0">
                <a:ln>
                  <a:noFill/>
                </a:ln>
                <a:solidFill>
                  <a:schemeClr val="tx1"/>
                </a:solidFill>
                <a:effectLst/>
                <a:latin typeface="Arial" charset="0"/>
                <a:cs typeface="Arial" charset="0"/>
              </a:rPr>
              <a:t>0</a:t>
            </a:r>
          </a:p>
        </p:txBody>
      </p:sp>
      <p:sp>
        <p:nvSpPr>
          <p:cNvPr id="455" name="TextBox 454"/>
          <p:cNvSpPr txBox="1"/>
          <p:nvPr/>
        </p:nvSpPr>
        <p:spPr>
          <a:xfrm>
            <a:off x="84796" y="3197276"/>
            <a:ext cx="441422" cy="369332"/>
          </a:xfrm>
          <a:prstGeom prst="rect">
            <a:avLst/>
          </a:prstGeom>
          <a:noFill/>
        </p:spPr>
        <p:txBody>
          <a:bodyPr wrap="none" rtlCol="0">
            <a:spAutoFit/>
          </a:bodyPr>
          <a:lstStyle/>
          <a:p>
            <a:r>
              <a:rPr lang="en-US" dirty="0"/>
              <a:t>5</a:t>
            </a:r>
            <a:r>
              <a:rPr lang="en-US" dirty="0" smtClean="0"/>
              <a:t>0</a:t>
            </a:r>
            <a:endParaRPr lang="en-US" dirty="0"/>
          </a:p>
        </p:txBody>
      </p:sp>
      <p:cxnSp>
        <p:nvCxnSpPr>
          <p:cNvPr id="398" name="Straight Connector 397"/>
          <p:cNvCxnSpPr/>
          <p:nvPr/>
        </p:nvCxnSpPr>
        <p:spPr bwMode="auto">
          <a:xfrm flipV="1">
            <a:off x="541866" y="2861763"/>
            <a:ext cx="2048934" cy="3420407"/>
          </a:xfrm>
          <a:prstGeom prst="line">
            <a:avLst/>
          </a:prstGeom>
          <a:noFill/>
          <a:ln w="57150" cap="flat" cmpd="sng" algn="ctr">
            <a:solidFill>
              <a:srgbClr val="0070C0"/>
            </a:solidFill>
            <a:prstDash val="solid"/>
            <a:round/>
            <a:headEnd type="none" w="med" len="med"/>
            <a:tailEnd type="triangle" w="med" len="med"/>
          </a:ln>
          <a:effectLst/>
        </p:spPr>
      </p:cxnSp>
      <p:sp>
        <p:nvSpPr>
          <p:cNvPr id="402" name="Rectangle 401"/>
          <p:cNvSpPr/>
          <p:nvPr/>
        </p:nvSpPr>
        <p:spPr>
          <a:xfrm>
            <a:off x="863542" y="1398881"/>
            <a:ext cx="4572000" cy="923330"/>
          </a:xfrm>
          <a:prstGeom prst="rect">
            <a:avLst/>
          </a:prstGeom>
        </p:spPr>
        <p:txBody>
          <a:bodyPr>
            <a:spAutoFit/>
          </a:bodyPr>
          <a:lstStyle/>
          <a:p>
            <a:pPr>
              <a:defRPr/>
            </a:pPr>
            <a:r>
              <a:rPr lang="en-US" dirty="0"/>
              <a:t>The vector representing the </a:t>
            </a:r>
          </a:p>
          <a:p>
            <a:pPr>
              <a:defRPr/>
            </a:pPr>
            <a:r>
              <a:rPr lang="en-US" dirty="0"/>
              <a:t>gradient of the objective </a:t>
            </a:r>
          </a:p>
          <a:p>
            <a:pPr>
              <a:defRPr/>
            </a:pPr>
            <a:r>
              <a:rPr lang="en-US" dirty="0"/>
              <a:t>function is</a:t>
            </a:r>
            <a:r>
              <a:rPr lang="en-US" dirty="0" smtClean="0"/>
              <a:t>: </a:t>
            </a:r>
            <a:endParaRPr lang="en-US" dirty="0"/>
          </a:p>
        </p:txBody>
      </p:sp>
      <p:graphicFrame>
        <p:nvGraphicFramePr>
          <p:cNvPr id="403" name="Object 8"/>
          <p:cNvGraphicFramePr>
            <a:graphicFrameLocks noChangeAspect="1"/>
          </p:cNvGraphicFramePr>
          <p:nvPr>
            <p:extLst>
              <p:ext uri="{D42A27DB-BD31-4B8C-83A1-F6EECF244321}">
                <p14:modId xmlns:p14="http://schemas.microsoft.com/office/powerpoint/2010/main" val="14937390"/>
              </p:ext>
            </p:extLst>
          </p:nvPr>
        </p:nvGraphicFramePr>
        <p:xfrm>
          <a:off x="2020888" y="2005013"/>
          <a:ext cx="838200" cy="908050"/>
        </p:xfrm>
        <a:graphic>
          <a:graphicData uri="http://schemas.openxmlformats.org/presentationml/2006/ole">
            <mc:AlternateContent xmlns:mc="http://schemas.openxmlformats.org/markup-compatibility/2006">
              <mc:Choice xmlns:v="urn:schemas-microsoft-com:vml" Requires="v">
                <p:oleObj spid="_x0000_s7189" name="Equation" r:id="rId3" imgW="457200" imgH="495300" progId="Equation.3">
                  <p:embed/>
                </p:oleObj>
              </mc:Choice>
              <mc:Fallback>
                <p:oleObj name="Equation" r:id="rId3" imgW="457200" imgH="495300" progId="Equation.3">
                  <p:embed/>
                  <p:pic>
                    <p:nvPicPr>
                      <p:cNvPr id="0" name=""/>
                      <p:cNvPicPr>
                        <a:picLocks noChangeAspect="1" noChangeArrowheads="1"/>
                      </p:cNvPicPr>
                      <p:nvPr/>
                    </p:nvPicPr>
                    <p:blipFill>
                      <a:blip r:embed="rId4"/>
                      <a:srcRect/>
                      <a:stretch>
                        <a:fillRect/>
                      </a:stretch>
                    </p:blipFill>
                    <p:spPr bwMode="auto">
                      <a:xfrm>
                        <a:off x="2020888" y="2005013"/>
                        <a:ext cx="838200" cy="90805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7"/>
                                </a:srgbClr>
                              </a:outerShdw>
                            </a:effectLst>
                          </a14:hiddenEffects>
                        </a:ext>
                      </a:extLst>
                    </p:spPr>
                  </p:pic>
                </p:oleObj>
              </mc:Fallback>
            </mc:AlternateContent>
          </a:graphicData>
        </a:graphic>
      </p:graphicFrame>
    </p:spTree>
    <p:extLst>
      <p:ext uri="{BB962C8B-B14F-4D97-AF65-F5344CB8AC3E}">
        <p14:creationId xmlns:p14="http://schemas.microsoft.com/office/powerpoint/2010/main" val="263419618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chemeClr val="bg1">
            <a:alpha val="22000"/>
          </a:schemeClr>
        </a:solidFill>
        <a:effectLst/>
      </p:bgPr>
    </p:bg>
    <p:spTree>
      <p:nvGrpSpPr>
        <p:cNvPr id="1" name=""/>
        <p:cNvGrpSpPr/>
        <p:nvPr/>
      </p:nvGrpSpPr>
      <p:grpSpPr>
        <a:xfrm>
          <a:off x="0" y="0"/>
          <a:ext cx="0" cy="0"/>
          <a:chOff x="0" y="0"/>
          <a:chExt cx="0" cy="0"/>
        </a:xfrm>
      </p:grpSpPr>
      <p:sp>
        <p:nvSpPr>
          <p:cNvPr id="5" name="Rectangle 4"/>
          <p:cNvSpPr/>
          <p:nvPr/>
        </p:nvSpPr>
        <p:spPr bwMode="auto">
          <a:xfrm>
            <a:off x="4148667" y="3759200"/>
            <a:ext cx="914400" cy="914400"/>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nvGrpSpPr>
          <p:cNvPr id="369" name="Group 368"/>
          <p:cNvGrpSpPr/>
          <p:nvPr/>
        </p:nvGrpSpPr>
        <p:grpSpPr>
          <a:xfrm>
            <a:off x="-16939" y="0"/>
            <a:ext cx="9177758" cy="6840962"/>
            <a:chOff x="-16939" y="304794"/>
            <a:chExt cx="9177758" cy="6840962"/>
          </a:xfrm>
        </p:grpSpPr>
        <p:grpSp>
          <p:nvGrpSpPr>
            <p:cNvPr id="70" name="Group 69"/>
            <p:cNvGrpSpPr/>
            <p:nvPr/>
          </p:nvGrpSpPr>
          <p:grpSpPr>
            <a:xfrm>
              <a:off x="-16936" y="304794"/>
              <a:ext cx="9177749" cy="1134535"/>
              <a:chOff x="-16936" y="304794"/>
              <a:chExt cx="9177749" cy="1134535"/>
            </a:xfrm>
          </p:grpSpPr>
          <p:grpSp>
            <p:nvGrpSpPr>
              <p:cNvPr id="40" name="Group 39"/>
              <p:cNvGrpSpPr/>
              <p:nvPr/>
            </p:nvGrpSpPr>
            <p:grpSpPr>
              <a:xfrm>
                <a:off x="-16936" y="304794"/>
                <a:ext cx="9177746" cy="575743"/>
                <a:chOff x="304791" y="304794"/>
                <a:chExt cx="9177746" cy="575743"/>
              </a:xfrm>
            </p:grpSpPr>
            <p:grpSp>
              <p:nvGrpSpPr>
                <p:cNvPr id="25" name="Group 24"/>
                <p:cNvGrpSpPr/>
                <p:nvPr/>
              </p:nvGrpSpPr>
              <p:grpSpPr>
                <a:xfrm>
                  <a:off x="304791" y="304794"/>
                  <a:ext cx="4588873" cy="575738"/>
                  <a:chOff x="2455324" y="304801"/>
                  <a:chExt cx="4588873" cy="575738"/>
                </a:xfrm>
              </p:grpSpPr>
              <p:grpSp>
                <p:nvGrpSpPr>
                  <p:cNvPr id="14" name="Group 13"/>
                  <p:cNvGrpSpPr/>
                  <p:nvPr/>
                </p:nvGrpSpPr>
                <p:grpSpPr>
                  <a:xfrm>
                    <a:off x="2455324" y="304801"/>
                    <a:ext cx="1134524" cy="575735"/>
                    <a:chOff x="2455324" y="304801"/>
                    <a:chExt cx="1134524" cy="575735"/>
                  </a:xfrm>
                </p:grpSpPr>
                <p:sp>
                  <p:nvSpPr>
                    <p:cNvPr id="12" name="Rectangle 11"/>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3" name="Rectangle 12"/>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15" name="Group 14"/>
                  <p:cNvGrpSpPr/>
                  <p:nvPr/>
                </p:nvGrpSpPr>
                <p:grpSpPr>
                  <a:xfrm>
                    <a:off x="3606771" y="304804"/>
                    <a:ext cx="1134524" cy="575735"/>
                    <a:chOff x="2455324" y="304801"/>
                    <a:chExt cx="1134524" cy="575735"/>
                  </a:xfrm>
                </p:grpSpPr>
                <p:sp>
                  <p:nvSpPr>
                    <p:cNvPr id="16" name="Rectangle 15"/>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7" name="Rectangle 16"/>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24" name="Group 23"/>
                  <p:cNvGrpSpPr/>
                  <p:nvPr/>
                </p:nvGrpSpPr>
                <p:grpSpPr>
                  <a:xfrm>
                    <a:off x="4758226" y="304801"/>
                    <a:ext cx="2285971" cy="575738"/>
                    <a:chOff x="4148667" y="457201"/>
                    <a:chExt cx="2285971" cy="575738"/>
                  </a:xfrm>
                </p:grpSpPr>
                <p:grpSp>
                  <p:nvGrpSpPr>
                    <p:cNvPr id="18" name="Group 17"/>
                    <p:cNvGrpSpPr/>
                    <p:nvPr/>
                  </p:nvGrpSpPr>
                  <p:grpSpPr>
                    <a:xfrm>
                      <a:off x="4148667" y="457201"/>
                      <a:ext cx="1134524" cy="575735"/>
                      <a:chOff x="2455324" y="304801"/>
                      <a:chExt cx="1134524" cy="575735"/>
                    </a:xfrm>
                  </p:grpSpPr>
                  <p:sp>
                    <p:nvSpPr>
                      <p:cNvPr id="19" name="Rectangle 18"/>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0" name="Rectangle 19"/>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21" name="Group 20"/>
                    <p:cNvGrpSpPr/>
                    <p:nvPr/>
                  </p:nvGrpSpPr>
                  <p:grpSpPr>
                    <a:xfrm>
                      <a:off x="5300114" y="457204"/>
                      <a:ext cx="1134524" cy="575735"/>
                      <a:chOff x="2455324" y="304801"/>
                      <a:chExt cx="1134524" cy="575735"/>
                    </a:xfrm>
                  </p:grpSpPr>
                  <p:sp>
                    <p:nvSpPr>
                      <p:cNvPr id="22" name="Rectangle 21"/>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smtClean="0">
                          <a:ln>
                            <a:noFill/>
                          </a:ln>
                          <a:solidFill>
                            <a:schemeClr val="tx1"/>
                          </a:solidFill>
                          <a:effectLst/>
                          <a:latin typeface="Arial" charset="0"/>
                          <a:cs typeface="Arial" charset="0"/>
                        </a:endParaRPr>
                      </a:p>
                    </p:txBody>
                  </p:sp>
                  <p:sp>
                    <p:nvSpPr>
                      <p:cNvPr id="23" name="Rectangle 22"/>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grpSp>
            <p:grpSp>
              <p:nvGrpSpPr>
                <p:cNvPr id="26" name="Group 25"/>
                <p:cNvGrpSpPr/>
                <p:nvPr/>
              </p:nvGrpSpPr>
              <p:grpSpPr>
                <a:xfrm>
                  <a:off x="4893664" y="304799"/>
                  <a:ext cx="4588873" cy="575738"/>
                  <a:chOff x="2455324" y="304801"/>
                  <a:chExt cx="4588873" cy="575738"/>
                </a:xfrm>
              </p:grpSpPr>
              <p:grpSp>
                <p:nvGrpSpPr>
                  <p:cNvPr id="27" name="Group 26"/>
                  <p:cNvGrpSpPr/>
                  <p:nvPr/>
                </p:nvGrpSpPr>
                <p:grpSpPr>
                  <a:xfrm>
                    <a:off x="2455324" y="304801"/>
                    <a:ext cx="1134524" cy="575735"/>
                    <a:chOff x="2455324" y="304801"/>
                    <a:chExt cx="1134524" cy="575735"/>
                  </a:xfrm>
                </p:grpSpPr>
                <p:sp>
                  <p:nvSpPr>
                    <p:cNvPr id="38" name="Rectangle 37"/>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39" name="Rectangle 38"/>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28" name="Group 27"/>
                  <p:cNvGrpSpPr/>
                  <p:nvPr/>
                </p:nvGrpSpPr>
                <p:grpSpPr>
                  <a:xfrm>
                    <a:off x="3606771" y="304804"/>
                    <a:ext cx="1134524" cy="575735"/>
                    <a:chOff x="2455324" y="304801"/>
                    <a:chExt cx="1134524" cy="575735"/>
                  </a:xfrm>
                </p:grpSpPr>
                <p:sp>
                  <p:nvSpPr>
                    <p:cNvPr id="36" name="Rectangle 35"/>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37" name="Rectangle 36"/>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29" name="Group 28"/>
                  <p:cNvGrpSpPr/>
                  <p:nvPr/>
                </p:nvGrpSpPr>
                <p:grpSpPr>
                  <a:xfrm>
                    <a:off x="4758226" y="304801"/>
                    <a:ext cx="2285971" cy="575738"/>
                    <a:chOff x="4148667" y="457201"/>
                    <a:chExt cx="2285971" cy="575738"/>
                  </a:xfrm>
                </p:grpSpPr>
                <p:grpSp>
                  <p:nvGrpSpPr>
                    <p:cNvPr id="30" name="Group 29"/>
                    <p:cNvGrpSpPr/>
                    <p:nvPr/>
                  </p:nvGrpSpPr>
                  <p:grpSpPr>
                    <a:xfrm>
                      <a:off x="4148667" y="457201"/>
                      <a:ext cx="1134524" cy="575735"/>
                      <a:chOff x="2455324" y="304801"/>
                      <a:chExt cx="1134524" cy="575735"/>
                    </a:xfrm>
                  </p:grpSpPr>
                  <p:sp>
                    <p:nvSpPr>
                      <p:cNvPr id="34" name="Rectangle 33"/>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35" name="Rectangle 34"/>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31" name="Group 30"/>
                    <p:cNvGrpSpPr/>
                    <p:nvPr/>
                  </p:nvGrpSpPr>
                  <p:grpSpPr>
                    <a:xfrm>
                      <a:off x="5300114" y="457204"/>
                      <a:ext cx="1134524" cy="575735"/>
                      <a:chOff x="2455324" y="304801"/>
                      <a:chExt cx="1134524" cy="575735"/>
                    </a:xfrm>
                  </p:grpSpPr>
                  <p:sp>
                    <p:nvSpPr>
                      <p:cNvPr id="32" name="Rectangle 31"/>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33" name="Rectangle 32"/>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grpSp>
          </p:grpSp>
          <p:grpSp>
            <p:nvGrpSpPr>
              <p:cNvPr id="41" name="Group 40"/>
              <p:cNvGrpSpPr/>
              <p:nvPr/>
            </p:nvGrpSpPr>
            <p:grpSpPr>
              <a:xfrm>
                <a:off x="-16933" y="863586"/>
                <a:ext cx="9177746" cy="575743"/>
                <a:chOff x="304791" y="304794"/>
                <a:chExt cx="9177746" cy="575743"/>
              </a:xfrm>
            </p:grpSpPr>
            <p:grpSp>
              <p:nvGrpSpPr>
                <p:cNvPr id="42" name="Group 41"/>
                <p:cNvGrpSpPr/>
                <p:nvPr/>
              </p:nvGrpSpPr>
              <p:grpSpPr>
                <a:xfrm>
                  <a:off x="304791" y="304794"/>
                  <a:ext cx="4588873" cy="575738"/>
                  <a:chOff x="2455324" y="304801"/>
                  <a:chExt cx="4588873" cy="575738"/>
                </a:xfrm>
              </p:grpSpPr>
              <p:grpSp>
                <p:nvGrpSpPr>
                  <p:cNvPr id="57" name="Group 56"/>
                  <p:cNvGrpSpPr/>
                  <p:nvPr/>
                </p:nvGrpSpPr>
                <p:grpSpPr>
                  <a:xfrm>
                    <a:off x="2455324" y="304801"/>
                    <a:ext cx="1134524" cy="575735"/>
                    <a:chOff x="2455324" y="304801"/>
                    <a:chExt cx="1134524" cy="575735"/>
                  </a:xfrm>
                </p:grpSpPr>
                <p:sp>
                  <p:nvSpPr>
                    <p:cNvPr id="68" name="Rectangle 67"/>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69" name="Rectangle 68"/>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58" name="Group 57"/>
                  <p:cNvGrpSpPr/>
                  <p:nvPr/>
                </p:nvGrpSpPr>
                <p:grpSpPr>
                  <a:xfrm>
                    <a:off x="3606771" y="304804"/>
                    <a:ext cx="1134524" cy="575735"/>
                    <a:chOff x="2455324" y="304801"/>
                    <a:chExt cx="1134524" cy="575735"/>
                  </a:xfrm>
                </p:grpSpPr>
                <p:sp>
                  <p:nvSpPr>
                    <p:cNvPr id="66" name="Rectangle 65"/>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67" name="Rectangle 66"/>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59" name="Group 58"/>
                  <p:cNvGrpSpPr/>
                  <p:nvPr/>
                </p:nvGrpSpPr>
                <p:grpSpPr>
                  <a:xfrm>
                    <a:off x="4758226" y="304801"/>
                    <a:ext cx="2285971" cy="575738"/>
                    <a:chOff x="4148667" y="457201"/>
                    <a:chExt cx="2285971" cy="575738"/>
                  </a:xfrm>
                </p:grpSpPr>
                <p:grpSp>
                  <p:nvGrpSpPr>
                    <p:cNvPr id="60" name="Group 59"/>
                    <p:cNvGrpSpPr/>
                    <p:nvPr/>
                  </p:nvGrpSpPr>
                  <p:grpSpPr>
                    <a:xfrm>
                      <a:off x="4148667" y="457201"/>
                      <a:ext cx="1134524" cy="575735"/>
                      <a:chOff x="2455324" y="304801"/>
                      <a:chExt cx="1134524" cy="575735"/>
                    </a:xfrm>
                  </p:grpSpPr>
                  <p:sp>
                    <p:nvSpPr>
                      <p:cNvPr id="64" name="Rectangle 63"/>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65" name="Rectangle 64"/>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61" name="Group 60"/>
                    <p:cNvGrpSpPr/>
                    <p:nvPr/>
                  </p:nvGrpSpPr>
                  <p:grpSpPr>
                    <a:xfrm>
                      <a:off x="5300114" y="457204"/>
                      <a:ext cx="1134524" cy="575735"/>
                      <a:chOff x="2455324" y="304801"/>
                      <a:chExt cx="1134524" cy="575735"/>
                    </a:xfrm>
                  </p:grpSpPr>
                  <p:sp>
                    <p:nvSpPr>
                      <p:cNvPr id="62" name="Rectangle 61"/>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63" name="Rectangle 62"/>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grpSp>
            <p:grpSp>
              <p:nvGrpSpPr>
                <p:cNvPr id="43" name="Group 42"/>
                <p:cNvGrpSpPr/>
                <p:nvPr/>
              </p:nvGrpSpPr>
              <p:grpSpPr>
                <a:xfrm>
                  <a:off x="4893664" y="304799"/>
                  <a:ext cx="4588873" cy="575738"/>
                  <a:chOff x="2455324" y="304801"/>
                  <a:chExt cx="4588873" cy="575738"/>
                </a:xfrm>
              </p:grpSpPr>
              <p:grpSp>
                <p:nvGrpSpPr>
                  <p:cNvPr id="44" name="Group 43"/>
                  <p:cNvGrpSpPr/>
                  <p:nvPr/>
                </p:nvGrpSpPr>
                <p:grpSpPr>
                  <a:xfrm>
                    <a:off x="2455324" y="304801"/>
                    <a:ext cx="1134524" cy="575735"/>
                    <a:chOff x="2455324" y="304801"/>
                    <a:chExt cx="1134524" cy="575735"/>
                  </a:xfrm>
                </p:grpSpPr>
                <p:sp>
                  <p:nvSpPr>
                    <p:cNvPr id="55" name="Rectangle 54"/>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56" name="Rectangle 55"/>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45" name="Group 44"/>
                  <p:cNvGrpSpPr/>
                  <p:nvPr/>
                </p:nvGrpSpPr>
                <p:grpSpPr>
                  <a:xfrm>
                    <a:off x="3606771" y="304804"/>
                    <a:ext cx="1134524" cy="575735"/>
                    <a:chOff x="2455324" y="304801"/>
                    <a:chExt cx="1134524" cy="575735"/>
                  </a:xfrm>
                </p:grpSpPr>
                <p:sp>
                  <p:nvSpPr>
                    <p:cNvPr id="53" name="Rectangle 52"/>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54" name="Rectangle 53"/>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46" name="Group 45"/>
                  <p:cNvGrpSpPr/>
                  <p:nvPr/>
                </p:nvGrpSpPr>
                <p:grpSpPr>
                  <a:xfrm>
                    <a:off x="4758226" y="304801"/>
                    <a:ext cx="2285971" cy="575738"/>
                    <a:chOff x="4148667" y="457201"/>
                    <a:chExt cx="2285971" cy="575738"/>
                  </a:xfrm>
                </p:grpSpPr>
                <p:grpSp>
                  <p:nvGrpSpPr>
                    <p:cNvPr id="47" name="Group 46"/>
                    <p:cNvGrpSpPr/>
                    <p:nvPr/>
                  </p:nvGrpSpPr>
                  <p:grpSpPr>
                    <a:xfrm>
                      <a:off x="4148667" y="457201"/>
                      <a:ext cx="1134524" cy="575735"/>
                      <a:chOff x="2455324" y="304801"/>
                      <a:chExt cx="1134524" cy="575735"/>
                    </a:xfrm>
                  </p:grpSpPr>
                  <p:sp>
                    <p:nvSpPr>
                      <p:cNvPr id="51" name="Rectangle 50"/>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52" name="Rectangle 51"/>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48" name="Group 47"/>
                    <p:cNvGrpSpPr/>
                    <p:nvPr/>
                  </p:nvGrpSpPr>
                  <p:grpSpPr>
                    <a:xfrm>
                      <a:off x="5300114" y="457204"/>
                      <a:ext cx="1134524" cy="575735"/>
                      <a:chOff x="2455324" y="304801"/>
                      <a:chExt cx="1134524" cy="575735"/>
                    </a:xfrm>
                  </p:grpSpPr>
                  <p:sp>
                    <p:nvSpPr>
                      <p:cNvPr id="49" name="Rectangle 48"/>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50" name="Rectangle 49"/>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grpSp>
          </p:grpSp>
        </p:grpSp>
        <p:grpSp>
          <p:nvGrpSpPr>
            <p:cNvPr id="71" name="Group 70"/>
            <p:cNvGrpSpPr/>
            <p:nvPr/>
          </p:nvGrpSpPr>
          <p:grpSpPr>
            <a:xfrm>
              <a:off x="-16933" y="1439308"/>
              <a:ext cx="9177749" cy="1134535"/>
              <a:chOff x="-16936" y="304794"/>
              <a:chExt cx="9177749" cy="1134535"/>
            </a:xfrm>
          </p:grpSpPr>
          <p:grpSp>
            <p:nvGrpSpPr>
              <p:cNvPr id="72" name="Group 71"/>
              <p:cNvGrpSpPr/>
              <p:nvPr/>
            </p:nvGrpSpPr>
            <p:grpSpPr>
              <a:xfrm>
                <a:off x="-16936" y="304794"/>
                <a:ext cx="9177746" cy="575743"/>
                <a:chOff x="304791" y="304794"/>
                <a:chExt cx="9177746" cy="575743"/>
              </a:xfrm>
            </p:grpSpPr>
            <p:grpSp>
              <p:nvGrpSpPr>
                <p:cNvPr id="102" name="Group 101"/>
                <p:cNvGrpSpPr/>
                <p:nvPr/>
              </p:nvGrpSpPr>
              <p:grpSpPr>
                <a:xfrm>
                  <a:off x="304791" y="304794"/>
                  <a:ext cx="4588873" cy="575738"/>
                  <a:chOff x="2455324" y="304801"/>
                  <a:chExt cx="4588873" cy="575738"/>
                </a:xfrm>
              </p:grpSpPr>
              <p:grpSp>
                <p:nvGrpSpPr>
                  <p:cNvPr id="117" name="Group 116"/>
                  <p:cNvGrpSpPr/>
                  <p:nvPr/>
                </p:nvGrpSpPr>
                <p:grpSpPr>
                  <a:xfrm>
                    <a:off x="2455324" y="304801"/>
                    <a:ext cx="1134524" cy="575735"/>
                    <a:chOff x="2455324" y="304801"/>
                    <a:chExt cx="1134524" cy="575735"/>
                  </a:xfrm>
                </p:grpSpPr>
                <p:sp>
                  <p:nvSpPr>
                    <p:cNvPr id="128" name="Rectangle 127"/>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29" name="Rectangle 128"/>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118" name="Group 117"/>
                  <p:cNvGrpSpPr/>
                  <p:nvPr/>
                </p:nvGrpSpPr>
                <p:grpSpPr>
                  <a:xfrm>
                    <a:off x="3606771" y="304804"/>
                    <a:ext cx="1134524" cy="575735"/>
                    <a:chOff x="2455324" y="304801"/>
                    <a:chExt cx="1134524" cy="575735"/>
                  </a:xfrm>
                </p:grpSpPr>
                <p:sp>
                  <p:nvSpPr>
                    <p:cNvPr id="126" name="Rectangle 125"/>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27" name="Rectangle 126"/>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119" name="Group 118"/>
                  <p:cNvGrpSpPr/>
                  <p:nvPr/>
                </p:nvGrpSpPr>
                <p:grpSpPr>
                  <a:xfrm>
                    <a:off x="4758226" y="304801"/>
                    <a:ext cx="2285971" cy="575738"/>
                    <a:chOff x="4148667" y="457201"/>
                    <a:chExt cx="2285971" cy="575738"/>
                  </a:xfrm>
                </p:grpSpPr>
                <p:grpSp>
                  <p:nvGrpSpPr>
                    <p:cNvPr id="120" name="Group 119"/>
                    <p:cNvGrpSpPr/>
                    <p:nvPr/>
                  </p:nvGrpSpPr>
                  <p:grpSpPr>
                    <a:xfrm>
                      <a:off x="4148667" y="457201"/>
                      <a:ext cx="1134524" cy="575735"/>
                      <a:chOff x="2455324" y="304801"/>
                      <a:chExt cx="1134524" cy="575735"/>
                    </a:xfrm>
                  </p:grpSpPr>
                  <p:sp>
                    <p:nvSpPr>
                      <p:cNvPr id="124" name="Rectangle 123"/>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25" name="Rectangle 124"/>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121" name="Group 120"/>
                    <p:cNvGrpSpPr/>
                    <p:nvPr/>
                  </p:nvGrpSpPr>
                  <p:grpSpPr>
                    <a:xfrm>
                      <a:off x="5300114" y="457204"/>
                      <a:ext cx="1134524" cy="575735"/>
                      <a:chOff x="2455324" y="304801"/>
                      <a:chExt cx="1134524" cy="575735"/>
                    </a:xfrm>
                  </p:grpSpPr>
                  <p:sp>
                    <p:nvSpPr>
                      <p:cNvPr id="122" name="Rectangle 121"/>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23" name="Rectangle 122"/>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grpSp>
            <p:grpSp>
              <p:nvGrpSpPr>
                <p:cNvPr id="103" name="Group 102"/>
                <p:cNvGrpSpPr/>
                <p:nvPr/>
              </p:nvGrpSpPr>
              <p:grpSpPr>
                <a:xfrm>
                  <a:off x="4893664" y="304799"/>
                  <a:ext cx="4588873" cy="575738"/>
                  <a:chOff x="2455324" y="304801"/>
                  <a:chExt cx="4588873" cy="575738"/>
                </a:xfrm>
              </p:grpSpPr>
              <p:grpSp>
                <p:nvGrpSpPr>
                  <p:cNvPr id="104" name="Group 103"/>
                  <p:cNvGrpSpPr/>
                  <p:nvPr/>
                </p:nvGrpSpPr>
                <p:grpSpPr>
                  <a:xfrm>
                    <a:off x="2455324" y="304801"/>
                    <a:ext cx="1134524" cy="575735"/>
                    <a:chOff x="2455324" y="304801"/>
                    <a:chExt cx="1134524" cy="575735"/>
                  </a:xfrm>
                </p:grpSpPr>
                <p:sp>
                  <p:nvSpPr>
                    <p:cNvPr id="115" name="Rectangle 114"/>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16" name="Rectangle 115"/>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105" name="Group 104"/>
                  <p:cNvGrpSpPr/>
                  <p:nvPr/>
                </p:nvGrpSpPr>
                <p:grpSpPr>
                  <a:xfrm>
                    <a:off x="3606771" y="304804"/>
                    <a:ext cx="1134524" cy="575735"/>
                    <a:chOff x="2455324" y="304801"/>
                    <a:chExt cx="1134524" cy="575735"/>
                  </a:xfrm>
                </p:grpSpPr>
                <p:sp>
                  <p:nvSpPr>
                    <p:cNvPr id="113" name="Rectangle 112"/>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14" name="Rectangle 113"/>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106" name="Group 105"/>
                  <p:cNvGrpSpPr/>
                  <p:nvPr/>
                </p:nvGrpSpPr>
                <p:grpSpPr>
                  <a:xfrm>
                    <a:off x="4758226" y="304801"/>
                    <a:ext cx="2285971" cy="575738"/>
                    <a:chOff x="4148667" y="457201"/>
                    <a:chExt cx="2285971" cy="575738"/>
                  </a:xfrm>
                </p:grpSpPr>
                <p:grpSp>
                  <p:nvGrpSpPr>
                    <p:cNvPr id="107" name="Group 106"/>
                    <p:cNvGrpSpPr/>
                    <p:nvPr/>
                  </p:nvGrpSpPr>
                  <p:grpSpPr>
                    <a:xfrm>
                      <a:off x="4148667" y="457201"/>
                      <a:ext cx="1134524" cy="575735"/>
                      <a:chOff x="2455324" y="304801"/>
                      <a:chExt cx="1134524" cy="575735"/>
                    </a:xfrm>
                  </p:grpSpPr>
                  <p:sp>
                    <p:nvSpPr>
                      <p:cNvPr id="111" name="Rectangle 110"/>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12" name="Rectangle 111"/>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108" name="Group 107"/>
                    <p:cNvGrpSpPr/>
                    <p:nvPr/>
                  </p:nvGrpSpPr>
                  <p:grpSpPr>
                    <a:xfrm>
                      <a:off x="5300114" y="457204"/>
                      <a:ext cx="1134524" cy="575735"/>
                      <a:chOff x="2455324" y="304801"/>
                      <a:chExt cx="1134524" cy="575735"/>
                    </a:xfrm>
                  </p:grpSpPr>
                  <p:sp>
                    <p:nvSpPr>
                      <p:cNvPr id="109" name="Rectangle 108"/>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10" name="Rectangle 109"/>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grpSp>
          </p:grpSp>
          <p:grpSp>
            <p:nvGrpSpPr>
              <p:cNvPr id="73" name="Group 72"/>
              <p:cNvGrpSpPr/>
              <p:nvPr/>
            </p:nvGrpSpPr>
            <p:grpSpPr>
              <a:xfrm>
                <a:off x="-16933" y="863586"/>
                <a:ext cx="9177746" cy="575743"/>
                <a:chOff x="304791" y="304794"/>
                <a:chExt cx="9177746" cy="575743"/>
              </a:xfrm>
            </p:grpSpPr>
            <p:grpSp>
              <p:nvGrpSpPr>
                <p:cNvPr id="74" name="Group 73"/>
                <p:cNvGrpSpPr/>
                <p:nvPr/>
              </p:nvGrpSpPr>
              <p:grpSpPr>
                <a:xfrm>
                  <a:off x="304791" y="304794"/>
                  <a:ext cx="4588873" cy="575738"/>
                  <a:chOff x="2455324" y="304801"/>
                  <a:chExt cx="4588873" cy="575738"/>
                </a:xfrm>
              </p:grpSpPr>
              <p:grpSp>
                <p:nvGrpSpPr>
                  <p:cNvPr id="89" name="Group 88"/>
                  <p:cNvGrpSpPr/>
                  <p:nvPr/>
                </p:nvGrpSpPr>
                <p:grpSpPr>
                  <a:xfrm>
                    <a:off x="2455324" y="304801"/>
                    <a:ext cx="1134524" cy="575735"/>
                    <a:chOff x="2455324" y="304801"/>
                    <a:chExt cx="1134524" cy="575735"/>
                  </a:xfrm>
                </p:grpSpPr>
                <p:sp>
                  <p:nvSpPr>
                    <p:cNvPr id="100" name="Rectangle 99"/>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01" name="Rectangle 100"/>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90" name="Group 89"/>
                  <p:cNvGrpSpPr/>
                  <p:nvPr/>
                </p:nvGrpSpPr>
                <p:grpSpPr>
                  <a:xfrm>
                    <a:off x="3606771" y="304804"/>
                    <a:ext cx="1134524" cy="575735"/>
                    <a:chOff x="2455324" y="304801"/>
                    <a:chExt cx="1134524" cy="575735"/>
                  </a:xfrm>
                </p:grpSpPr>
                <p:sp>
                  <p:nvSpPr>
                    <p:cNvPr id="98" name="Rectangle 97"/>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99" name="Rectangle 98"/>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91" name="Group 90"/>
                  <p:cNvGrpSpPr/>
                  <p:nvPr/>
                </p:nvGrpSpPr>
                <p:grpSpPr>
                  <a:xfrm>
                    <a:off x="4758226" y="304801"/>
                    <a:ext cx="2285971" cy="575738"/>
                    <a:chOff x="4148667" y="457201"/>
                    <a:chExt cx="2285971" cy="575738"/>
                  </a:xfrm>
                </p:grpSpPr>
                <p:grpSp>
                  <p:nvGrpSpPr>
                    <p:cNvPr id="92" name="Group 91"/>
                    <p:cNvGrpSpPr/>
                    <p:nvPr/>
                  </p:nvGrpSpPr>
                  <p:grpSpPr>
                    <a:xfrm>
                      <a:off x="4148667" y="457201"/>
                      <a:ext cx="1134524" cy="575735"/>
                      <a:chOff x="2455324" y="304801"/>
                      <a:chExt cx="1134524" cy="575735"/>
                    </a:xfrm>
                  </p:grpSpPr>
                  <p:sp>
                    <p:nvSpPr>
                      <p:cNvPr id="96" name="Rectangle 95"/>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97" name="Rectangle 96"/>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93" name="Group 92"/>
                    <p:cNvGrpSpPr/>
                    <p:nvPr/>
                  </p:nvGrpSpPr>
                  <p:grpSpPr>
                    <a:xfrm>
                      <a:off x="5300114" y="457204"/>
                      <a:ext cx="1134524" cy="575735"/>
                      <a:chOff x="2455324" y="304801"/>
                      <a:chExt cx="1134524" cy="575735"/>
                    </a:xfrm>
                  </p:grpSpPr>
                  <p:sp>
                    <p:nvSpPr>
                      <p:cNvPr id="94" name="Rectangle 93"/>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95" name="Rectangle 94"/>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grpSp>
            <p:grpSp>
              <p:nvGrpSpPr>
                <p:cNvPr id="75" name="Group 74"/>
                <p:cNvGrpSpPr/>
                <p:nvPr/>
              </p:nvGrpSpPr>
              <p:grpSpPr>
                <a:xfrm>
                  <a:off x="4893664" y="304799"/>
                  <a:ext cx="4588873" cy="575738"/>
                  <a:chOff x="2455324" y="304801"/>
                  <a:chExt cx="4588873" cy="575738"/>
                </a:xfrm>
              </p:grpSpPr>
              <p:grpSp>
                <p:nvGrpSpPr>
                  <p:cNvPr id="76" name="Group 75"/>
                  <p:cNvGrpSpPr/>
                  <p:nvPr/>
                </p:nvGrpSpPr>
                <p:grpSpPr>
                  <a:xfrm>
                    <a:off x="2455324" y="304801"/>
                    <a:ext cx="1134524" cy="575735"/>
                    <a:chOff x="2455324" y="304801"/>
                    <a:chExt cx="1134524" cy="575735"/>
                  </a:xfrm>
                </p:grpSpPr>
                <p:sp>
                  <p:nvSpPr>
                    <p:cNvPr id="87" name="Rectangle 86"/>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88" name="Rectangle 87"/>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77" name="Group 76"/>
                  <p:cNvGrpSpPr/>
                  <p:nvPr/>
                </p:nvGrpSpPr>
                <p:grpSpPr>
                  <a:xfrm>
                    <a:off x="3606771" y="304804"/>
                    <a:ext cx="1134524" cy="575735"/>
                    <a:chOff x="2455324" y="304801"/>
                    <a:chExt cx="1134524" cy="575735"/>
                  </a:xfrm>
                </p:grpSpPr>
                <p:sp>
                  <p:nvSpPr>
                    <p:cNvPr id="85" name="Rectangle 84"/>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86" name="Rectangle 85"/>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78" name="Group 77"/>
                  <p:cNvGrpSpPr/>
                  <p:nvPr/>
                </p:nvGrpSpPr>
                <p:grpSpPr>
                  <a:xfrm>
                    <a:off x="4758226" y="304801"/>
                    <a:ext cx="2285971" cy="575738"/>
                    <a:chOff x="4148667" y="457201"/>
                    <a:chExt cx="2285971" cy="575738"/>
                  </a:xfrm>
                </p:grpSpPr>
                <p:grpSp>
                  <p:nvGrpSpPr>
                    <p:cNvPr id="79" name="Group 78"/>
                    <p:cNvGrpSpPr/>
                    <p:nvPr/>
                  </p:nvGrpSpPr>
                  <p:grpSpPr>
                    <a:xfrm>
                      <a:off x="4148667" y="457201"/>
                      <a:ext cx="1134524" cy="575735"/>
                      <a:chOff x="2455324" y="304801"/>
                      <a:chExt cx="1134524" cy="575735"/>
                    </a:xfrm>
                  </p:grpSpPr>
                  <p:sp>
                    <p:nvSpPr>
                      <p:cNvPr id="83" name="Rectangle 82"/>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84" name="Rectangle 83"/>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80" name="Group 79"/>
                    <p:cNvGrpSpPr/>
                    <p:nvPr/>
                  </p:nvGrpSpPr>
                  <p:grpSpPr>
                    <a:xfrm>
                      <a:off x="5300114" y="457204"/>
                      <a:ext cx="1134524" cy="575735"/>
                      <a:chOff x="2455324" y="304801"/>
                      <a:chExt cx="1134524" cy="575735"/>
                    </a:xfrm>
                  </p:grpSpPr>
                  <p:sp>
                    <p:nvSpPr>
                      <p:cNvPr id="81" name="Rectangle 80"/>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82" name="Rectangle 81"/>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grpSp>
          </p:grpSp>
        </p:grpSp>
        <p:grpSp>
          <p:nvGrpSpPr>
            <p:cNvPr id="132" name="Group 131"/>
            <p:cNvGrpSpPr/>
            <p:nvPr/>
          </p:nvGrpSpPr>
          <p:grpSpPr>
            <a:xfrm>
              <a:off x="-16939" y="2590814"/>
              <a:ext cx="9177749" cy="1134535"/>
              <a:chOff x="-16936" y="304794"/>
              <a:chExt cx="9177749" cy="1134535"/>
            </a:xfrm>
          </p:grpSpPr>
          <p:grpSp>
            <p:nvGrpSpPr>
              <p:cNvPr id="192" name="Group 191"/>
              <p:cNvGrpSpPr/>
              <p:nvPr/>
            </p:nvGrpSpPr>
            <p:grpSpPr>
              <a:xfrm>
                <a:off x="-16936" y="304794"/>
                <a:ext cx="9177746" cy="575743"/>
                <a:chOff x="304791" y="304794"/>
                <a:chExt cx="9177746" cy="575743"/>
              </a:xfrm>
            </p:grpSpPr>
            <p:grpSp>
              <p:nvGrpSpPr>
                <p:cNvPr id="222" name="Group 221"/>
                <p:cNvGrpSpPr/>
                <p:nvPr/>
              </p:nvGrpSpPr>
              <p:grpSpPr>
                <a:xfrm>
                  <a:off x="304791" y="304794"/>
                  <a:ext cx="4588873" cy="575738"/>
                  <a:chOff x="2455324" y="304801"/>
                  <a:chExt cx="4588873" cy="575738"/>
                </a:xfrm>
              </p:grpSpPr>
              <p:grpSp>
                <p:nvGrpSpPr>
                  <p:cNvPr id="237" name="Group 236"/>
                  <p:cNvGrpSpPr/>
                  <p:nvPr/>
                </p:nvGrpSpPr>
                <p:grpSpPr>
                  <a:xfrm>
                    <a:off x="2455324" y="304801"/>
                    <a:ext cx="1134524" cy="575735"/>
                    <a:chOff x="2455324" y="304801"/>
                    <a:chExt cx="1134524" cy="575735"/>
                  </a:xfrm>
                </p:grpSpPr>
                <p:sp>
                  <p:nvSpPr>
                    <p:cNvPr id="248" name="Rectangle 247"/>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49" name="Rectangle 248"/>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238" name="Group 237"/>
                  <p:cNvGrpSpPr/>
                  <p:nvPr/>
                </p:nvGrpSpPr>
                <p:grpSpPr>
                  <a:xfrm>
                    <a:off x="3606771" y="304804"/>
                    <a:ext cx="1134524" cy="575735"/>
                    <a:chOff x="2455324" y="304801"/>
                    <a:chExt cx="1134524" cy="575735"/>
                  </a:xfrm>
                </p:grpSpPr>
                <p:sp>
                  <p:nvSpPr>
                    <p:cNvPr id="246" name="Rectangle 245"/>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47" name="Rectangle 246"/>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239" name="Group 238"/>
                  <p:cNvGrpSpPr/>
                  <p:nvPr/>
                </p:nvGrpSpPr>
                <p:grpSpPr>
                  <a:xfrm>
                    <a:off x="4758226" y="304801"/>
                    <a:ext cx="2285971" cy="575738"/>
                    <a:chOff x="4148667" y="457201"/>
                    <a:chExt cx="2285971" cy="575738"/>
                  </a:xfrm>
                </p:grpSpPr>
                <p:grpSp>
                  <p:nvGrpSpPr>
                    <p:cNvPr id="240" name="Group 239"/>
                    <p:cNvGrpSpPr/>
                    <p:nvPr/>
                  </p:nvGrpSpPr>
                  <p:grpSpPr>
                    <a:xfrm>
                      <a:off x="4148667" y="457201"/>
                      <a:ext cx="1134524" cy="575735"/>
                      <a:chOff x="2455324" y="304801"/>
                      <a:chExt cx="1134524" cy="575735"/>
                    </a:xfrm>
                  </p:grpSpPr>
                  <p:sp>
                    <p:nvSpPr>
                      <p:cNvPr id="244" name="Rectangle 243"/>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45" name="Rectangle 244"/>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241" name="Group 240"/>
                    <p:cNvGrpSpPr/>
                    <p:nvPr/>
                  </p:nvGrpSpPr>
                  <p:grpSpPr>
                    <a:xfrm>
                      <a:off x="5300114" y="457204"/>
                      <a:ext cx="1134524" cy="575735"/>
                      <a:chOff x="2455324" y="304801"/>
                      <a:chExt cx="1134524" cy="575735"/>
                    </a:xfrm>
                  </p:grpSpPr>
                  <p:sp>
                    <p:nvSpPr>
                      <p:cNvPr id="242" name="Rectangle 241"/>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43" name="Rectangle 242"/>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grpSp>
            <p:grpSp>
              <p:nvGrpSpPr>
                <p:cNvPr id="223" name="Group 222"/>
                <p:cNvGrpSpPr/>
                <p:nvPr/>
              </p:nvGrpSpPr>
              <p:grpSpPr>
                <a:xfrm>
                  <a:off x="4893664" y="304799"/>
                  <a:ext cx="4588873" cy="575738"/>
                  <a:chOff x="2455324" y="304801"/>
                  <a:chExt cx="4588873" cy="575738"/>
                </a:xfrm>
              </p:grpSpPr>
              <p:grpSp>
                <p:nvGrpSpPr>
                  <p:cNvPr id="224" name="Group 223"/>
                  <p:cNvGrpSpPr/>
                  <p:nvPr/>
                </p:nvGrpSpPr>
                <p:grpSpPr>
                  <a:xfrm>
                    <a:off x="2455324" y="304801"/>
                    <a:ext cx="1134524" cy="575735"/>
                    <a:chOff x="2455324" y="304801"/>
                    <a:chExt cx="1134524" cy="575735"/>
                  </a:xfrm>
                </p:grpSpPr>
                <p:sp>
                  <p:nvSpPr>
                    <p:cNvPr id="235" name="Rectangle 234"/>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36" name="Rectangle 235"/>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225" name="Group 224"/>
                  <p:cNvGrpSpPr/>
                  <p:nvPr/>
                </p:nvGrpSpPr>
                <p:grpSpPr>
                  <a:xfrm>
                    <a:off x="3606771" y="304804"/>
                    <a:ext cx="1134524" cy="575735"/>
                    <a:chOff x="2455324" y="304801"/>
                    <a:chExt cx="1134524" cy="575735"/>
                  </a:xfrm>
                </p:grpSpPr>
                <p:sp>
                  <p:nvSpPr>
                    <p:cNvPr id="233" name="Rectangle 232"/>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34" name="Rectangle 233"/>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226" name="Group 225"/>
                  <p:cNvGrpSpPr/>
                  <p:nvPr/>
                </p:nvGrpSpPr>
                <p:grpSpPr>
                  <a:xfrm>
                    <a:off x="4758226" y="304801"/>
                    <a:ext cx="2285971" cy="575738"/>
                    <a:chOff x="4148667" y="457201"/>
                    <a:chExt cx="2285971" cy="575738"/>
                  </a:xfrm>
                </p:grpSpPr>
                <p:grpSp>
                  <p:nvGrpSpPr>
                    <p:cNvPr id="227" name="Group 226"/>
                    <p:cNvGrpSpPr/>
                    <p:nvPr/>
                  </p:nvGrpSpPr>
                  <p:grpSpPr>
                    <a:xfrm>
                      <a:off x="4148667" y="457201"/>
                      <a:ext cx="1134524" cy="575735"/>
                      <a:chOff x="2455324" y="304801"/>
                      <a:chExt cx="1134524" cy="575735"/>
                    </a:xfrm>
                  </p:grpSpPr>
                  <p:sp>
                    <p:nvSpPr>
                      <p:cNvPr id="231" name="Rectangle 230"/>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32" name="Rectangle 231"/>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228" name="Group 227"/>
                    <p:cNvGrpSpPr/>
                    <p:nvPr/>
                  </p:nvGrpSpPr>
                  <p:grpSpPr>
                    <a:xfrm>
                      <a:off x="5300114" y="457204"/>
                      <a:ext cx="1134524" cy="575735"/>
                      <a:chOff x="2455324" y="304801"/>
                      <a:chExt cx="1134524" cy="575735"/>
                    </a:xfrm>
                  </p:grpSpPr>
                  <p:sp>
                    <p:nvSpPr>
                      <p:cNvPr id="229" name="Rectangle 228"/>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30" name="Rectangle 229"/>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grpSp>
          </p:grpSp>
          <p:grpSp>
            <p:nvGrpSpPr>
              <p:cNvPr id="193" name="Group 192"/>
              <p:cNvGrpSpPr/>
              <p:nvPr/>
            </p:nvGrpSpPr>
            <p:grpSpPr>
              <a:xfrm>
                <a:off x="-16933" y="863586"/>
                <a:ext cx="9177746" cy="575743"/>
                <a:chOff x="304791" y="304794"/>
                <a:chExt cx="9177746" cy="575743"/>
              </a:xfrm>
            </p:grpSpPr>
            <p:grpSp>
              <p:nvGrpSpPr>
                <p:cNvPr id="194" name="Group 193"/>
                <p:cNvGrpSpPr/>
                <p:nvPr/>
              </p:nvGrpSpPr>
              <p:grpSpPr>
                <a:xfrm>
                  <a:off x="304791" y="304794"/>
                  <a:ext cx="4588873" cy="575738"/>
                  <a:chOff x="2455324" y="304801"/>
                  <a:chExt cx="4588873" cy="575738"/>
                </a:xfrm>
              </p:grpSpPr>
              <p:grpSp>
                <p:nvGrpSpPr>
                  <p:cNvPr id="209" name="Group 208"/>
                  <p:cNvGrpSpPr/>
                  <p:nvPr/>
                </p:nvGrpSpPr>
                <p:grpSpPr>
                  <a:xfrm>
                    <a:off x="2455324" y="304801"/>
                    <a:ext cx="1134524" cy="575735"/>
                    <a:chOff x="2455324" y="304801"/>
                    <a:chExt cx="1134524" cy="575735"/>
                  </a:xfrm>
                </p:grpSpPr>
                <p:sp>
                  <p:nvSpPr>
                    <p:cNvPr id="220" name="Rectangle 219"/>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21" name="Rectangle 220"/>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210" name="Group 209"/>
                  <p:cNvGrpSpPr/>
                  <p:nvPr/>
                </p:nvGrpSpPr>
                <p:grpSpPr>
                  <a:xfrm>
                    <a:off x="3606771" y="304804"/>
                    <a:ext cx="1134524" cy="575735"/>
                    <a:chOff x="2455324" y="304801"/>
                    <a:chExt cx="1134524" cy="575735"/>
                  </a:xfrm>
                </p:grpSpPr>
                <p:sp>
                  <p:nvSpPr>
                    <p:cNvPr id="218" name="Rectangle 217"/>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19" name="Rectangle 218"/>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211" name="Group 210"/>
                  <p:cNvGrpSpPr/>
                  <p:nvPr/>
                </p:nvGrpSpPr>
                <p:grpSpPr>
                  <a:xfrm>
                    <a:off x="4758226" y="304801"/>
                    <a:ext cx="2285971" cy="575738"/>
                    <a:chOff x="4148667" y="457201"/>
                    <a:chExt cx="2285971" cy="575738"/>
                  </a:xfrm>
                </p:grpSpPr>
                <p:grpSp>
                  <p:nvGrpSpPr>
                    <p:cNvPr id="212" name="Group 211"/>
                    <p:cNvGrpSpPr/>
                    <p:nvPr/>
                  </p:nvGrpSpPr>
                  <p:grpSpPr>
                    <a:xfrm>
                      <a:off x="4148667" y="457201"/>
                      <a:ext cx="1134524" cy="575735"/>
                      <a:chOff x="2455324" y="304801"/>
                      <a:chExt cx="1134524" cy="575735"/>
                    </a:xfrm>
                  </p:grpSpPr>
                  <p:sp>
                    <p:nvSpPr>
                      <p:cNvPr id="216" name="Rectangle 215"/>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17" name="Rectangle 216"/>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213" name="Group 212"/>
                    <p:cNvGrpSpPr/>
                    <p:nvPr/>
                  </p:nvGrpSpPr>
                  <p:grpSpPr>
                    <a:xfrm>
                      <a:off x="5300114" y="457204"/>
                      <a:ext cx="1134524" cy="575735"/>
                      <a:chOff x="2455324" y="304801"/>
                      <a:chExt cx="1134524" cy="575735"/>
                    </a:xfrm>
                  </p:grpSpPr>
                  <p:sp>
                    <p:nvSpPr>
                      <p:cNvPr id="214" name="Rectangle 213"/>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15" name="Rectangle 214"/>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grpSp>
            <p:grpSp>
              <p:nvGrpSpPr>
                <p:cNvPr id="195" name="Group 194"/>
                <p:cNvGrpSpPr/>
                <p:nvPr/>
              </p:nvGrpSpPr>
              <p:grpSpPr>
                <a:xfrm>
                  <a:off x="4893664" y="304799"/>
                  <a:ext cx="4588873" cy="575738"/>
                  <a:chOff x="2455324" y="304801"/>
                  <a:chExt cx="4588873" cy="575738"/>
                </a:xfrm>
              </p:grpSpPr>
              <p:grpSp>
                <p:nvGrpSpPr>
                  <p:cNvPr id="196" name="Group 195"/>
                  <p:cNvGrpSpPr/>
                  <p:nvPr/>
                </p:nvGrpSpPr>
                <p:grpSpPr>
                  <a:xfrm>
                    <a:off x="2455324" y="304801"/>
                    <a:ext cx="1134524" cy="575735"/>
                    <a:chOff x="2455324" y="304801"/>
                    <a:chExt cx="1134524" cy="575735"/>
                  </a:xfrm>
                </p:grpSpPr>
                <p:sp>
                  <p:nvSpPr>
                    <p:cNvPr id="207" name="Rectangle 206"/>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08" name="Rectangle 207"/>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197" name="Group 196"/>
                  <p:cNvGrpSpPr/>
                  <p:nvPr/>
                </p:nvGrpSpPr>
                <p:grpSpPr>
                  <a:xfrm>
                    <a:off x="3606771" y="304804"/>
                    <a:ext cx="1134524" cy="575735"/>
                    <a:chOff x="2455324" y="304801"/>
                    <a:chExt cx="1134524" cy="575735"/>
                  </a:xfrm>
                </p:grpSpPr>
                <p:sp>
                  <p:nvSpPr>
                    <p:cNvPr id="205" name="Rectangle 204"/>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06" name="Rectangle 205"/>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198" name="Group 197"/>
                  <p:cNvGrpSpPr/>
                  <p:nvPr/>
                </p:nvGrpSpPr>
                <p:grpSpPr>
                  <a:xfrm>
                    <a:off x="4758226" y="304801"/>
                    <a:ext cx="2285971" cy="575738"/>
                    <a:chOff x="4148667" y="457201"/>
                    <a:chExt cx="2285971" cy="575738"/>
                  </a:xfrm>
                </p:grpSpPr>
                <p:grpSp>
                  <p:nvGrpSpPr>
                    <p:cNvPr id="199" name="Group 198"/>
                    <p:cNvGrpSpPr/>
                    <p:nvPr/>
                  </p:nvGrpSpPr>
                  <p:grpSpPr>
                    <a:xfrm>
                      <a:off x="4148667" y="457201"/>
                      <a:ext cx="1134524" cy="575735"/>
                      <a:chOff x="2455324" y="304801"/>
                      <a:chExt cx="1134524" cy="575735"/>
                    </a:xfrm>
                  </p:grpSpPr>
                  <p:sp>
                    <p:nvSpPr>
                      <p:cNvPr id="203" name="Rectangle 202"/>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04" name="Rectangle 203"/>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200" name="Group 199"/>
                    <p:cNvGrpSpPr/>
                    <p:nvPr/>
                  </p:nvGrpSpPr>
                  <p:grpSpPr>
                    <a:xfrm>
                      <a:off x="5300114" y="457204"/>
                      <a:ext cx="1134524" cy="575735"/>
                      <a:chOff x="2455324" y="304801"/>
                      <a:chExt cx="1134524" cy="575735"/>
                    </a:xfrm>
                  </p:grpSpPr>
                  <p:sp>
                    <p:nvSpPr>
                      <p:cNvPr id="201" name="Rectangle 200"/>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02" name="Rectangle 201"/>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grpSp>
          </p:grpSp>
        </p:grpSp>
        <p:grpSp>
          <p:nvGrpSpPr>
            <p:cNvPr id="133" name="Group 132"/>
            <p:cNvGrpSpPr/>
            <p:nvPr/>
          </p:nvGrpSpPr>
          <p:grpSpPr>
            <a:xfrm>
              <a:off x="-16936" y="3725328"/>
              <a:ext cx="9177749" cy="1134535"/>
              <a:chOff x="-16936" y="304794"/>
              <a:chExt cx="9177749" cy="1134535"/>
            </a:xfrm>
          </p:grpSpPr>
          <p:grpSp>
            <p:nvGrpSpPr>
              <p:cNvPr id="134" name="Group 133"/>
              <p:cNvGrpSpPr/>
              <p:nvPr/>
            </p:nvGrpSpPr>
            <p:grpSpPr>
              <a:xfrm>
                <a:off x="-16936" y="304794"/>
                <a:ext cx="9177746" cy="575743"/>
                <a:chOff x="304791" y="304794"/>
                <a:chExt cx="9177746" cy="575743"/>
              </a:xfrm>
            </p:grpSpPr>
            <p:grpSp>
              <p:nvGrpSpPr>
                <p:cNvPr id="164" name="Group 163"/>
                <p:cNvGrpSpPr/>
                <p:nvPr/>
              </p:nvGrpSpPr>
              <p:grpSpPr>
                <a:xfrm>
                  <a:off x="304791" y="304794"/>
                  <a:ext cx="4588873" cy="575738"/>
                  <a:chOff x="2455324" y="304801"/>
                  <a:chExt cx="4588873" cy="575738"/>
                </a:xfrm>
              </p:grpSpPr>
              <p:grpSp>
                <p:nvGrpSpPr>
                  <p:cNvPr id="179" name="Group 178"/>
                  <p:cNvGrpSpPr/>
                  <p:nvPr/>
                </p:nvGrpSpPr>
                <p:grpSpPr>
                  <a:xfrm>
                    <a:off x="2455324" y="304801"/>
                    <a:ext cx="1134524" cy="575735"/>
                    <a:chOff x="2455324" y="304801"/>
                    <a:chExt cx="1134524" cy="575735"/>
                  </a:xfrm>
                </p:grpSpPr>
                <p:sp>
                  <p:nvSpPr>
                    <p:cNvPr id="190" name="Rectangle 189"/>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91" name="Rectangle 190"/>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180" name="Group 179"/>
                  <p:cNvGrpSpPr/>
                  <p:nvPr/>
                </p:nvGrpSpPr>
                <p:grpSpPr>
                  <a:xfrm>
                    <a:off x="3606771" y="304804"/>
                    <a:ext cx="1134524" cy="575735"/>
                    <a:chOff x="2455324" y="304801"/>
                    <a:chExt cx="1134524" cy="575735"/>
                  </a:xfrm>
                </p:grpSpPr>
                <p:sp>
                  <p:nvSpPr>
                    <p:cNvPr id="188" name="Rectangle 187"/>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89" name="Rectangle 188"/>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181" name="Group 180"/>
                  <p:cNvGrpSpPr/>
                  <p:nvPr/>
                </p:nvGrpSpPr>
                <p:grpSpPr>
                  <a:xfrm>
                    <a:off x="4758226" y="304801"/>
                    <a:ext cx="2285971" cy="575738"/>
                    <a:chOff x="4148667" y="457201"/>
                    <a:chExt cx="2285971" cy="575738"/>
                  </a:xfrm>
                </p:grpSpPr>
                <p:grpSp>
                  <p:nvGrpSpPr>
                    <p:cNvPr id="182" name="Group 181"/>
                    <p:cNvGrpSpPr/>
                    <p:nvPr/>
                  </p:nvGrpSpPr>
                  <p:grpSpPr>
                    <a:xfrm>
                      <a:off x="4148667" y="457201"/>
                      <a:ext cx="1134524" cy="575735"/>
                      <a:chOff x="2455324" y="304801"/>
                      <a:chExt cx="1134524" cy="575735"/>
                    </a:xfrm>
                  </p:grpSpPr>
                  <p:sp>
                    <p:nvSpPr>
                      <p:cNvPr id="186" name="Rectangle 185"/>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87" name="Rectangle 186"/>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183" name="Group 182"/>
                    <p:cNvGrpSpPr/>
                    <p:nvPr/>
                  </p:nvGrpSpPr>
                  <p:grpSpPr>
                    <a:xfrm>
                      <a:off x="5300114" y="457204"/>
                      <a:ext cx="1134524" cy="575735"/>
                      <a:chOff x="2455324" y="304801"/>
                      <a:chExt cx="1134524" cy="575735"/>
                    </a:xfrm>
                  </p:grpSpPr>
                  <p:sp>
                    <p:nvSpPr>
                      <p:cNvPr id="184" name="Rectangle 183"/>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85" name="Rectangle 184"/>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grpSp>
            <p:grpSp>
              <p:nvGrpSpPr>
                <p:cNvPr id="165" name="Group 164"/>
                <p:cNvGrpSpPr/>
                <p:nvPr/>
              </p:nvGrpSpPr>
              <p:grpSpPr>
                <a:xfrm>
                  <a:off x="4893664" y="304799"/>
                  <a:ext cx="4588873" cy="575738"/>
                  <a:chOff x="2455324" y="304801"/>
                  <a:chExt cx="4588873" cy="575738"/>
                </a:xfrm>
              </p:grpSpPr>
              <p:grpSp>
                <p:nvGrpSpPr>
                  <p:cNvPr id="166" name="Group 165"/>
                  <p:cNvGrpSpPr/>
                  <p:nvPr/>
                </p:nvGrpSpPr>
                <p:grpSpPr>
                  <a:xfrm>
                    <a:off x="2455324" y="304801"/>
                    <a:ext cx="1134524" cy="575735"/>
                    <a:chOff x="2455324" y="304801"/>
                    <a:chExt cx="1134524" cy="575735"/>
                  </a:xfrm>
                </p:grpSpPr>
                <p:sp>
                  <p:nvSpPr>
                    <p:cNvPr id="177" name="Rectangle 176"/>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78" name="Rectangle 177"/>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167" name="Group 166"/>
                  <p:cNvGrpSpPr/>
                  <p:nvPr/>
                </p:nvGrpSpPr>
                <p:grpSpPr>
                  <a:xfrm>
                    <a:off x="3606771" y="304804"/>
                    <a:ext cx="1134524" cy="575735"/>
                    <a:chOff x="2455324" y="304801"/>
                    <a:chExt cx="1134524" cy="575735"/>
                  </a:xfrm>
                </p:grpSpPr>
                <p:sp>
                  <p:nvSpPr>
                    <p:cNvPr id="175" name="Rectangle 174"/>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76" name="Rectangle 175"/>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168" name="Group 167"/>
                  <p:cNvGrpSpPr/>
                  <p:nvPr/>
                </p:nvGrpSpPr>
                <p:grpSpPr>
                  <a:xfrm>
                    <a:off x="4758226" y="304801"/>
                    <a:ext cx="2285971" cy="575738"/>
                    <a:chOff x="4148667" y="457201"/>
                    <a:chExt cx="2285971" cy="575738"/>
                  </a:xfrm>
                </p:grpSpPr>
                <p:grpSp>
                  <p:nvGrpSpPr>
                    <p:cNvPr id="169" name="Group 168"/>
                    <p:cNvGrpSpPr/>
                    <p:nvPr/>
                  </p:nvGrpSpPr>
                  <p:grpSpPr>
                    <a:xfrm>
                      <a:off x="4148667" y="457201"/>
                      <a:ext cx="1134524" cy="575735"/>
                      <a:chOff x="2455324" y="304801"/>
                      <a:chExt cx="1134524" cy="575735"/>
                    </a:xfrm>
                  </p:grpSpPr>
                  <p:sp>
                    <p:nvSpPr>
                      <p:cNvPr id="173" name="Rectangle 172"/>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74" name="Rectangle 173"/>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170" name="Group 169"/>
                    <p:cNvGrpSpPr/>
                    <p:nvPr/>
                  </p:nvGrpSpPr>
                  <p:grpSpPr>
                    <a:xfrm>
                      <a:off x="5300114" y="457204"/>
                      <a:ext cx="1134524" cy="575735"/>
                      <a:chOff x="2455324" y="304801"/>
                      <a:chExt cx="1134524" cy="575735"/>
                    </a:xfrm>
                  </p:grpSpPr>
                  <p:sp>
                    <p:nvSpPr>
                      <p:cNvPr id="171" name="Rectangle 170"/>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72" name="Rectangle 171"/>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grpSp>
          </p:grpSp>
          <p:grpSp>
            <p:nvGrpSpPr>
              <p:cNvPr id="135" name="Group 134"/>
              <p:cNvGrpSpPr/>
              <p:nvPr/>
            </p:nvGrpSpPr>
            <p:grpSpPr>
              <a:xfrm>
                <a:off x="-16933" y="863586"/>
                <a:ext cx="9177746" cy="575743"/>
                <a:chOff x="304791" y="304794"/>
                <a:chExt cx="9177746" cy="575743"/>
              </a:xfrm>
            </p:grpSpPr>
            <p:grpSp>
              <p:nvGrpSpPr>
                <p:cNvPr id="136" name="Group 135"/>
                <p:cNvGrpSpPr/>
                <p:nvPr/>
              </p:nvGrpSpPr>
              <p:grpSpPr>
                <a:xfrm>
                  <a:off x="304791" y="304794"/>
                  <a:ext cx="4588873" cy="575738"/>
                  <a:chOff x="2455324" y="304801"/>
                  <a:chExt cx="4588873" cy="575738"/>
                </a:xfrm>
              </p:grpSpPr>
              <p:grpSp>
                <p:nvGrpSpPr>
                  <p:cNvPr id="151" name="Group 150"/>
                  <p:cNvGrpSpPr/>
                  <p:nvPr/>
                </p:nvGrpSpPr>
                <p:grpSpPr>
                  <a:xfrm>
                    <a:off x="2455324" y="304801"/>
                    <a:ext cx="1134524" cy="575735"/>
                    <a:chOff x="2455324" y="304801"/>
                    <a:chExt cx="1134524" cy="575735"/>
                  </a:xfrm>
                </p:grpSpPr>
                <p:sp>
                  <p:nvSpPr>
                    <p:cNvPr id="162" name="Rectangle 161"/>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smtClean="0">
                        <a:ln>
                          <a:noFill/>
                        </a:ln>
                        <a:solidFill>
                          <a:schemeClr val="tx1"/>
                        </a:solidFill>
                        <a:effectLst/>
                        <a:latin typeface="Arial" charset="0"/>
                        <a:cs typeface="Arial" charset="0"/>
                      </a:endParaRPr>
                    </a:p>
                  </p:txBody>
                </p:sp>
                <p:sp>
                  <p:nvSpPr>
                    <p:cNvPr id="163" name="Rectangle 162"/>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152" name="Group 151"/>
                  <p:cNvGrpSpPr/>
                  <p:nvPr/>
                </p:nvGrpSpPr>
                <p:grpSpPr>
                  <a:xfrm>
                    <a:off x="3606771" y="304804"/>
                    <a:ext cx="1134524" cy="575735"/>
                    <a:chOff x="2455324" y="304801"/>
                    <a:chExt cx="1134524" cy="575735"/>
                  </a:xfrm>
                </p:grpSpPr>
                <p:sp>
                  <p:nvSpPr>
                    <p:cNvPr id="160" name="Rectangle 159"/>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61" name="Rectangle 160"/>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153" name="Group 152"/>
                  <p:cNvGrpSpPr/>
                  <p:nvPr/>
                </p:nvGrpSpPr>
                <p:grpSpPr>
                  <a:xfrm>
                    <a:off x="4758226" y="304801"/>
                    <a:ext cx="2285971" cy="575738"/>
                    <a:chOff x="4148667" y="457201"/>
                    <a:chExt cx="2285971" cy="575738"/>
                  </a:xfrm>
                </p:grpSpPr>
                <p:grpSp>
                  <p:nvGrpSpPr>
                    <p:cNvPr id="154" name="Group 153"/>
                    <p:cNvGrpSpPr/>
                    <p:nvPr/>
                  </p:nvGrpSpPr>
                  <p:grpSpPr>
                    <a:xfrm>
                      <a:off x="4148667" y="457201"/>
                      <a:ext cx="1134524" cy="575735"/>
                      <a:chOff x="2455324" y="304801"/>
                      <a:chExt cx="1134524" cy="575735"/>
                    </a:xfrm>
                  </p:grpSpPr>
                  <p:sp>
                    <p:nvSpPr>
                      <p:cNvPr id="158" name="Rectangle 157"/>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59" name="Rectangle 158"/>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155" name="Group 154"/>
                    <p:cNvGrpSpPr/>
                    <p:nvPr/>
                  </p:nvGrpSpPr>
                  <p:grpSpPr>
                    <a:xfrm>
                      <a:off x="5300114" y="457204"/>
                      <a:ext cx="1134524" cy="575735"/>
                      <a:chOff x="2455324" y="304801"/>
                      <a:chExt cx="1134524" cy="575735"/>
                    </a:xfrm>
                  </p:grpSpPr>
                  <p:sp>
                    <p:nvSpPr>
                      <p:cNvPr id="156" name="Rectangle 155"/>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57" name="Rectangle 156"/>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grpSp>
            <p:grpSp>
              <p:nvGrpSpPr>
                <p:cNvPr id="137" name="Group 136"/>
                <p:cNvGrpSpPr/>
                <p:nvPr/>
              </p:nvGrpSpPr>
              <p:grpSpPr>
                <a:xfrm>
                  <a:off x="4893664" y="304799"/>
                  <a:ext cx="4588873" cy="575738"/>
                  <a:chOff x="2455324" y="304801"/>
                  <a:chExt cx="4588873" cy="575738"/>
                </a:xfrm>
              </p:grpSpPr>
              <p:grpSp>
                <p:nvGrpSpPr>
                  <p:cNvPr id="138" name="Group 137"/>
                  <p:cNvGrpSpPr/>
                  <p:nvPr/>
                </p:nvGrpSpPr>
                <p:grpSpPr>
                  <a:xfrm>
                    <a:off x="2455324" y="304801"/>
                    <a:ext cx="1134524" cy="575735"/>
                    <a:chOff x="2455324" y="304801"/>
                    <a:chExt cx="1134524" cy="575735"/>
                  </a:xfrm>
                </p:grpSpPr>
                <p:sp>
                  <p:nvSpPr>
                    <p:cNvPr id="149" name="Rectangle 148"/>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50" name="Rectangle 149"/>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139" name="Group 138"/>
                  <p:cNvGrpSpPr/>
                  <p:nvPr/>
                </p:nvGrpSpPr>
                <p:grpSpPr>
                  <a:xfrm>
                    <a:off x="3606771" y="304804"/>
                    <a:ext cx="1134524" cy="575735"/>
                    <a:chOff x="2455324" y="304801"/>
                    <a:chExt cx="1134524" cy="575735"/>
                  </a:xfrm>
                </p:grpSpPr>
                <p:sp>
                  <p:nvSpPr>
                    <p:cNvPr id="147" name="Rectangle 146"/>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48" name="Rectangle 147"/>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140" name="Group 139"/>
                  <p:cNvGrpSpPr/>
                  <p:nvPr/>
                </p:nvGrpSpPr>
                <p:grpSpPr>
                  <a:xfrm>
                    <a:off x="4758226" y="304801"/>
                    <a:ext cx="2285971" cy="575738"/>
                    <a:chOff x="4148667" y="457201"/>
                    <a:chExt cx="2285971" cy="575738"/>
                  </a:xfrm>
                </p:grpSpPr>
                <p:grpSp>
                  <p:nvGrpSpPr>
                    <p:cNvPr id="141" name="Group 140"/>
                    <p:cNvGrpSpPr/>
                    <p:nvPr/>
                  </p:nvGrpSpPr>
                  <p:grpSpPr>
                    <a:xfrm>
                      <a:off x="4148667" y="457201"/>
                      <a:ext cx="1134524" cy="575735"/>
                      <a:chOff x="2455324" y="304801"/>
                      <a:chExt cx="1134524" cy="575735"/>
                    </a:xfrm>
                  </p:grpSpPr>
                  <p:sp>
                    <p:nvSpPr>
                      <p:cNvPr id="145" name="Rectangle 144"/>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46" name="Rectangle 145"/>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142" name="Group 141"/>
                    <p:cNvGrpSpPr/>
                    <p:nvPr/>
                  </p:nvGrpSpPr>
                  <p:grpSpPr>
                    <a:xfrm>
                      <a:off x="5300114" y="457204"/>
                      <a:ext cx="1134524" cy="575735"/>
                      <a:chOff x="2455324" y="304801"/>
                      <a:chExt cx="1134524" cy="575735"/>
                    </a:xfrm>
                  </p:grpSpPr>
                  <p:sp>
                    <p:nvSpPr>
                      <p:cNvPr id="143" name="Rectangle 142"/>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44" name="Rectangle 143"/>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grpSp>
          </p:grpSp>
        </p:grpSp>
        <p:grpSp>
          <p:nvGrpSpPr>
            <p:cNvPr id="251" name="Group 250"/>
            <p:cNvGrpSpPr/>
            <p:nvPr/>
          </p:nvGrpSpPr>
          <p:grpSpPr>
            <a:xfrm>
              <a:off x="-16933" y="4876707"/>
              <a:ext cx="9177749" cy="1134535"/>
              <a:chOff x="-16936" y="304794"/>
              <a:chExt cx="9177749" cy="1134535"/>
            </a:xfrm>
          </p:grpSpPr>
          <p:grpSp>
            <p:nvGrpSpPr>
              <p:cNvPr id="311" name="Group 310"/>
              <p:cNvGrpSpPr/>
              <p:nvPr/>
            </p:nvGrpSpPr>
            <p:grpSpPr>
              <a:xfrm>
                <a:off x="-16936" y="304794"/>
                <a:ext cx="9177746" cy="575743"/>
                <a:chOff x="304791" y="304794"/>
                <a:chExt cx="9177746" cy="575743"/>
              </a:xfrm>
            </p:grpSpPr>
            <p:grpSp>
              <p:nvGrpSpPr>
                <p:cNvPr id="341" name="Group 340"/>
                <p:cNvGrpSpPr/>
                <p:nvPr/>
              </p:nvGrpSpPr>
              <p:grpSpPr>
                <a:xfrm>
                  <a:off x="304791" y="304794"/>
                  <a:ext cx="4588873" cy="575738"/>
                  <a:chOff x="2455324" y="304801"/>
                  <a:chExt cx="4588873" cy="575738"/>
                </a:xfrm>
              </p:grpSpPr>
              <p:grpSp>
                <p:nvGrpSpPr>
                  <p:cNvPr id="356" name="Group 355"/>
                  <p:cNvGrpSpPr/>
                  <p:nvPr/>
                </p:nvGrpSpPr>
                <p:grpSpPr>
                  <a:xfrm>
                    <a:off x="2455324" y="304801"/>
                    <a:ext cx="1134524" cy="575735"/>
                    <a:chOff x="2455324" y="304801"/>
                    <a:chExt cx="1134524" cy="575735"/>
                  </a:xfrm>
                </p:grpSpPr>
                <p:sp>
                  <p:nvSpPr>
                    <p:cNvPr id="367" name="Rectangle 366"/>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368" name="Rectangle 367"/>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357" name="Group 356"/>
                  <p:cNvGrpSpPr/>
                  <p:nvPr/>
                </p:nvGrpSpPr>
                <p:grpSpPr>
                  <a:xfrm>
                    <a:off x="3606771" y="304804"/>
                    <a:ext cx="1134524" cy="575735"/>
                    <a:chOff x="2455324" y="304801"/>
                    <a:chExt cx="1134524" cy="575735"/>
                  </a:xfrm>
                </p:grpSpPr>
                <p:sp>
                  <p:nvSpPr>
                    <p:cNvPr id="365" name="Rectangle 364"/>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366" name="Rectangle 365"/>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358" name="Group 357"/>
                  <p:cNvGrpSpPr/>
                  <p:nvPr/>
                </p:nvGrpSpPr>
                <p:grpSpPr>
                  <a:xfrm>
                    <a:off x="4758226" y="304801"/>
                    <a:ext cx="2285971" cy="575738"/>
                    <a:chOff x="4148667" y="457201"/>
                    <a:chExt cx="2285971" cy="575738"/>
                  </a:xfrm>
                </p:grpSpPr>
                <p:grpSp>
                  <p:nvGrpSpPr>
                    <p:cNvPr id="359" name="Group 358"/>
                    <p:cNvGrpSpPr/>
                    <p:nvPr/>
                  </p:nvGrpSpPr>
                  <p:grpSpPr>
                    <a:xfrm>
                      <a:off x="4148667" y="457201"/>
                      <a:ext cx="1134524" cy="575735"/>
                      <a:chOff x="2455324" y="304801"/>
                      <a:chExt cx="1134524" cy="575735"/>
                    </a:xfrm>
                  </p:grpSpPr>
                  <p:sp>
                    <p:nvSpPr>
                      <p:cNvPr id="363" name="Rectangle 362"/>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364" name="Rectangle 363"/>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360" name="Group 359"/>
                    <p:cNvGrpSpPr/>
                    <p:nvPr/>
                  </p:nvGrpSpPr>
                  <p:grpSpPr>
                    <a:xfrm>
                      <a:off x="5300114" y="457204"/>
                      <a:ext cx="1134524" cy="575735"/>
                      <a:chOff x="2455324" y="304801"/>
                      <a:chExt cx="1134524" cy="575735"/>
                    </a:xfrm>
                  </p:grpSpPr>
                  <p:sp>
                    <p:nvSpPr>
                      <p:cNvPr id="361" name="Rectangle 360"/>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362" name="Rectangle 361"/>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grpSp>
            <p:grpSp>
              <p:nvGrpSpPr>
                <p:cNvPr id="342" name="Group 341"/>
                <p:cNvGrpSpPr/>
                <p:nvPr/>
              </p:nvGrpSpPr>
              <p:grpSpPr>
                <a:xfrm>
                  <a:off x="4893664" y="304799"/>
                  <a:ext cx="4588873" cy="575738"/>
                  <a:chOff x="2455324" y="304801"/>
                  <a:chExt cx="4588873" cy="575738"/>
                </a:xfrm>
              </p:grpSpPr>
              <p:grpSp>
                <p:nvGrpSpPr>
                  <p:cNvPr id="343" name="Group 342"/>
                  <p:cNvGrpSpPr/>
                  <p:nvPr/>
                </p:nvGrpSpPr>
                <p:grpSpPr>
                  <a:xfrm>
                    <a:off x="2455324" y="304801"/>
                    <a:ext cx="1134524" cy="575735"/>
                    <a:chOff x="2455324" y="304801"/>
                    <a:chExt cx="1134524" cy="575735"/>
                  </a:xfrm>
                </p:grpSpPr>
                <p:sp>
                  <p:nvSpPr>
                    <p:cNvPr id="354" name="Rectangle 353"/>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355" name="Rectangle 354"/>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344" name="Group 343"/>
                  <p:cNvGrpSpPr/>
                  <p:nvPr/>
                </p:nvGrpSpPr>
                <p:grpSpPr>
                  <a:xfrm>
                    <a:off x="3606771" y="304804"/>
                    <a:ext cx="1134524" cy="575735"/>
                    <a:chOff x="2455324" y="304801"/>
                    <a:chExt cx="1134524" cy="575735"/>
                  </a:xfrm>
                </p:grpSpPr>
                <p:sp>
                  <p:nvSpPr>
                    <p:cNvPr id="352" name="Rectangle 351"/>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353" name="Rectangle 352"/>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345" name="Group 344"/>
                  <p:cNvGrpSpPr/>
                  <p:nvPr/>
                </p:nvGrpSpPr>
                <p:grpSpPr>
                  <a:xfrm>
                    <a:off x="4758226" y="304801"/>
                    <a:ext cx="2285971" cy="575738"/>
                    <a:chOff x="4148667" y="457201"/>
                    <a:chExt cx="2285971" cy="575738"/>
                  </a:xfrm>
                </p:grpSpPr>
                <p:grpSp>
                  <p:nvGrpSpPr>
                    <p:cNvPr id="346" name="Group 345"/>
                    <p:cNvGrpSpPr/>
                    <p:nvPr/>
                  </p:nvGrpSpPr>
                  <p:grpSpPr>
                    <a:xfrm>
                      <a:off x="4148667" y="457201"/>
                      <a:ext cx="1134524" cy="575735"/>
                      <a:chOff x="2455324" y="304801"/>
                      <a:chExt cx="1134524" cy="575735"/>
                    </a:xfrm>
                  </p:grpSpPr>
                  <p:sp>
                    <p:nvSpPr>
                      <p:cNvPr id="350" name="Rectangle 349"/>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351" name="Rectangle 350"/>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347" name="Group 346"/>
                    <p:cNvGrpSpPr/>
                    <p:nvPr/>
                  </p:nvGrpSpPr>
                  <p:grpSpPr>
                    <a:xfrm>
                      <a:off x="5300114" y="457204"/>
                      <a:ext cx="1134524" cy="575735"/>
                      <a:chOff x="2455324" y="304801"/>
                      <a:chExt cx="1134524" cy="575735"/>
                    </a:xfrm>
                  </p:grpSpPr>
                  <p:sp>
                    <p:nvSpPr>
                      <p:cNvPr id="348" name="Rectangle 347"/>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349" name="Rectangle 348"/>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grpSp>
          </p:grpSp>
          <p:grpSp>
            <p:nvGrpSpPr>
              <p:cNvPr id="312" name="Group 311"/>
              <p:cNvGrpSpPr/>
              <p:nvPr/>
            </p:nvGrpSpPr>
            <p:grpSpPr>
              <a:xfrm>
                <a:off x="-16933" y="863586"/>
                <a:ext cx="9177746" cy="575743"/>
                <a:chOff x="304791" y="304794"/>
                <a:chExt cx="9177746" cy="575743"/>
              </a:xfrm>
            </p:grpSpPr>
            <p:grpSp>
              <p:nvGrpSpPr>
                <p:cNvPr id="313" name="Group 312"/>
                <p:cNvGrpSpPr/>
                <p:nvPr/>
              </p:nvGrpSpPr>
              <p:grpSpPr>
                <a:xfrm>
                  <a:off x="304791" y="304794"/>
                  <a:ext cx="4588873" cy="575738"/>
                  <a:chOff x="2455324" y="304801"/>
                  <a:chExt cx="4588873" cy="575738"/>
                </a:xfrm>
              </p:grpSpPr>
              <p:grpSp>
                <p:nvGrpSpPr>
                  <p:cNvPr id="328" name="Group 327"/>
                  <p:cNvGrpSpPr/>
                  <p:nvPr/>
                </p:nvGrpSpPr>
                <p:grpSpPr>
                  <a:xfrm>
                    <a:off x="2455324" y="304801"/>
                    <a:ext cx="1134524" cy="575735"/>
                    <a:chOff x="2455324" y="304801"/>
                    <a:chExt cx="1134524" cy="575735"/>
                  </a:xfrm>
                </p:grpSpPr>
                <p:sp>
                  <p:nvSpPr>
                    <p:cNvPr id="339" name="Rectangle 338"/>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smtClean="0">
                        <a:ln>
                          <a:noFill/>
                        </a:ln>
                        <a:solidFill>
                          <a:schemeClr val="tx1"/>
                        </a:solidFill>
                        <a:effectLst/>
                        <a:latin typeface="Arial" charset="0"/>
                        <a:cs typeface="Arial" charset="0"/>
                      </a:endParaRPr>
                    </a:p>
                  </p:txBody>
                </p:sp>
                <p:sp>
                  <p:nvSpPr>
                    <p:cNvPr id="340" name="Rectangle 339"/>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329" name="Group 328"/>
                  <p:cNvGrpSpPr/>
                  <p:nvPr/>
                </p:nvGrpSpPr>
                <p:grpSpPr>
                  <a:xfrm>
                    <a:off x="3606771" y="304804"/>
                    <a:ext cx="1134524" cy="575735"/>
                    <a:chOff x="2455324" y="304801"/>
                    <a:chExt cx="1134524" cy="575735"/>
                  </a:xfrm>
                </p:grpSpPr>
                <p:sp>
                  <p:nvSpPr>
                    <p:cNvPr id="337" name="Rectangle 336"/>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338" name="Rectangle 337"/>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330" name="Group 329"/>
                  <p:cNvGrpSpPr/>
                  <p:nvPr/>
                </p:nvGrpSpPr>
                <p:grpSpPr>
                  <a:xfrm>
                    <a:off x="4758226" y="304801"/>
                    <a:ext cx="2285971" cy="575738"/>
                    <a:chOff x="4148667" y="457201"/>
                    <a:chExt cx="2285971" cy="575738"/>
                  </a:xfrm>
                </p:grpSpPr>
                <p:grpSp>
                  <p:nvGrpSpPr>
                    <p:cNvPr id="331" name="Group 330"/>
                    <p:cNvGrpSpPr/>
                    <p:nvPr/>
                  </p:nvGrpSpPr>
                  <p:grpSpPr>
                    <a:xfrm>
                      <a:off x="4148667" y="457201"/>
                      <a:ext cx="1134524" cy="575735"/>
                      <a:chOff x="2455324" y="304801"/>
                      <a:chExt cx="1134524" cy="575735"/>
                    </a:xfrm>
                  </p:grpSpPr>
                  <p:sp>
                    <p:nvSpPr>
                      <p:cNvPr id="335" name="Rectangle 334"/>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336" name="Rectangle 335"/>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332" name="Group 331"/>
                    <p:cNvGrpSpPr/>
                    <p:nvPr/>
                  </p:nvGrpSpPr>
                  <p:grpSpPr>
                    <a:xfrm>
                      <a:off x="5300114" y="457204"/>
                      <a:ext cx="1134524" cy="575735"/>
                      <a:chOff x="2455324" y="304801"/>
                      <a:chExt cx="1134524" cy="575735"/>
                    </a:xfrm>
                  </p:grpSpPr>
                  <p:sp>
                    <p:nvSpPr>
                      <p:cNvPr id="333" name="Rectangle 332"/>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334" name="Rectangle 333"/>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grpSp>
            <p:grpSp>
              <p:nvGrpSpPr>
                <p:cNvPr id="314" name="Group 313"/>
                <p:cNvGrpSpPr/>
                <p:nvPr/>
              </p:nvGrpSpPr>
              <p:grpSpPr>
                <a:xfrm>
                  <a:off x="4893664" y="304799"/>
                  <a:ext cx="4588873" cy="575738"/>
                  <a:chOff x="2455324" y="304801"/>
                  <a:chExt cx="4588873" cy="575738"/>
                </a:xfrm>
              </p:grpSpPr>
              <p:grpSp>
                <p:nvGrpSpPr>
                  <p:cNvPr id="315" name="Group 314"/>
                  <p:cNvGrpSpPr/>
                  <p:nvPr/>
                </p:nvGrpSpPr>
                <p:grpSpPr>
                  <a:xfrm>
                    <a:off x="2455324" y="304801"/>
                    <a:ext cx="1134524" cy="575735"/>
                    <a:chOff x="2455324" y="304801"/>
                    <a:chExt cx="1134524" cy="575735"/>
                  </a:xfrm>
                </p:grpSpPr>
                <p:sp>
                  <p:nvSpPr>
                    <p:cNvPr id="326" name="Rectangle 325"/>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327" name="Rectangle 326"/>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316" name="Group 315"/>
                  <p:cNvGrpSpPr/>
                  <p:nvPr/>
                </p:nvGrpSpPr>
                <p:grpSpPr>
                  <a:xfrm>
                    <a:off x="3606771" y="304804"/>
                    <a:ext cx="1134524" cy="575735"/>
                    <a:chOff x="2455324" y="304801"/>
                    <a:chExt cx="1134524" cy="575735"/>
                  </a:xfrm>
                </p:grpSpPr>
                <p:sp>
                  <p:nvSpPr>
                    <p:cNvPr id="324" name="Rectangle 323"/>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325" name="Rectangle 324"/>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317" name="Group 316"/>
                  <p:cNvGrpSpPr/>
                  <p:nvPr/>
                </p:nvGrpSpPr>
                <p:grpSpPr>
                  <a:xfrm>
                    <a:off x="4758226" y="304801"/>
                    <a:ext cx="2285971" cy="575738"/>
                    <a:chOff x="4148667" y="457201"/>
                    <a:chExt cx="2285971" cy="575738"/>
                  </a:xfrm>
                </p:grpSpPr>
                <p:grpSp>
                  <p:nvGrpSpPr>
                    <p:cNvPr id="318" name="Group 317"/>
                    <p:cNvGrpSpPr/>
                    <p:nvPr/>
                  </p:nvGrpSpPr>
                  <p:grpSpPr>
                    <a:xfrm>
                      <a:off x="4148667" y="457201"/>
                      <a:ext cx="1134524" cy="575735"/>
                      <a:chOff x="2455324" y="304801"/>
                      <a:chExt cx="1134524" cy="575735"/>
                    </a:xfrm>
                  </p:grpSpPr>
                  <p:sp>
                    <p:nvSpPr>
                      <p:cNvPr id="322" name="Rectangle 321"/>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323" name="Rectangle 322"/>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319" name="Group 318"/>
                    <p:cNvGrpSpPr/>
                    <p:nvPr/>
                  </p:nvGrpSpPr>
                  <p:grpSpPr>
                    <a:xfrm>
                      <a:off x="5300114" y="457204"/>
                      <a:ext cx="1134524" cy="575735"/>
                      <a:chOff x="2455324" y="304801"/>
                      <a:chExt cx="1134524" cy="575735"/>
                    </a:xfrm>
                  </p:grpSpPr>
                  <p:sp>
                    <p:nvSpPr>
                      <p:cNvPr id="320" name="Rectangle 319"/>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321" name="Rectangle 320"/>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grpSp>
          </p:grpSp>
        </p:grpSp>
        <p:grpSp>
          <p:nvGrpSpPr>
            <p:cNvPr id="252" name="Group 251"/>
            <p:cNvGrpSpPr/>
            <p:nvPr/>
          </p:nvGrpSpPr>
          <p:grpSpPr>
            <a:xfrm>
              <a:off x="-16930" y="6011221"/>
              <a:ext cx="9177749" cy="1134535"/>
              <a:chOff x="-16936" y="304794"/>
              <a:chExt cx="9177749" cy="1134535"/>
            </a:xfrm>
          </p:grpSpPr>
          <p:grpSp>
            <p:nvGrpSpPr>
              <p:cNvPr id="253" name="Group 252"/>
              <p:cNvGrpSpPr/>
              <p:nvPr/>
            </p:nvGrpSpPr>
            <p:grpSpPr>
              <a:xfrm>
                <a:off x="-16936" y="304794"/>
                <a:ext cx="9177746" cy="575743"/>
                <a:chOff x="304791" y="304794"/>
                <a:chExt cx="9177746" cy="575743"/>
              </a:xfrm>
            </p:grpSpPr>
            <p:grpSp>
              <p:nvGrpSpPr>
                <p:cNvPr id="283" name="Group 282"/>
                <p:cNvGrpSpPr/>
                <p:nvPr/>
              </p:nvGrpSpPr>
              <p:grpSpPr>
                <a:xfrm>
                  <a:off x="304791" y="304794"/>
                  <a:ext cx="4588873" cy="575738"/>
                  <a:chOff x="2455324" y="304801"/>
                  <a:chExt cx="4588873" cy="575738"/>
                </a:xfrm>
              </p:grpSpPr>
              <p:grpSp>
                <p:nvGrpSpPr>
                  <p:cNvPr id="298" name="Group 297"/>
                  <p:cNvGrpSpPr/>
                  <p:nvPr/>
                </p:nvGrpSpPr>
                <p:grpSpPr>
                  <a:xfrm>
                    <a:off x="2455324" y="304801"/>
                    <a:ext cx="1134524" cy="575735"/>
                    <a:chOff x="2455324" y="304801"/>
                    <a:chExt cx="1134524" cy="575735"/>
                  </a:xfrm>
                </p:grpSpPr>
                <p:sp>
                  <p:nvSpPr>
                    <p:cNvPr id="309" name="Rectangle 308"/>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310" name="Rectangle 309"/>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299" name="Group 298"/>
                  <p:cNvGrpSpPr/>
                  <p:nvPr/>
                </p:nvGrpSpPr>
                <p:grpSpPr>
                  <a:xfrm>
                    <a:off x="3606771" y="304804"/>
                    <a:ext cx="1134524" cy="575735"/>
                    <a:chOff x="2455324" y="304801"/>
                    <a:chExt cx="1134524" cy="575735"/>
                  </a:xfrm>
                </p:grpSpPr>
                <p:sp>
                  <p:nvSpPr>
                    <p:cNvPr id="307" name="Rectangle 306"/>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308" name="Rectangle 307"/>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300" name="Group 299"/>
                  <p:cNvGrpSpPr/>
                  <p:nvPr/>
                </p:nvGrpSpPr>
                <p:grpSpPr>
                  <a:xfrm>
                    <a:off x="4758226" y="304801"/>
                    <a:ext cx="2285971" cy="575738"/>
                    <a:chOff x="4148667" y="457201"/>
                    <a:chExt cx="2285971" cy="575738"/>
                  </a:xfrm>
                </p:grpSpPr>
                <p:grpSp>
                  <p:nvGrpSpPr>
                    <p:cNvPr id="301" name="Group 300"/>
                    <p:cNvGrpSpPr/>
                    <p:nvPr/>
                  </p:nvGrpSpPr>
                  <p:grpSpPr>
                    <a:xfrm>
                      <a:off x="4148667" y="457201"/>
                      <a:ext cx="1134524" cy="575735"/>
                      <a:chOff x="2455324" y="304801"/>
                      <a:chExt cx="1134524" cy="575735"/>
                    </a:xfrm>
                  </p:grpSpPr>
                  <p:sp>
                    <p:nvSpPr>
                      <p:cNvPr id="305" name="Rectangle 304"/>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306" name="Rectangle 305"/>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302" name="Group 301"/>
                    <p:cNvGrpSpPr/>
                    <p:nvPr/>
                  </p:nvGrpSpPr>
                  <p:grpSpPr>
                    <a:xfrm>
                      <a:off x="5300114" y="457204"/>
                      <a:ext cx="1134524" cy="575735"/>
                      <a:chOff x="2455324" y="304801"/>
                      <a:chExt cx="1134524" cy="575735"/>
                    </a:xfrm>
                  </p:grpSpPr>
                  <p:sp>
                    <p:nvSpPr>
                      <p:cNvPr id="303" name="Rectangle 302"/>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304" name="Rectangle 303"/>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grpSp>
            <p:grpSp>
              <p:nvGrpSpPr>
                <p:cNvPr id="284" name="Group 283"/>
                <p:cNvGrpSpPr/>
                <p:nvPr/>
              </p:nvGrpSpPr>
              <p:grpSpPr>
                <a:xfrm>
                  <a:off x="4893664" y="304799"/>
                  <a:ext cx="4588873" cy="575738"/>
                  <a:chOff x="2455324" y="304801"/>
                  <a:chExt cx="4588873" cy="575738"/>
                </a:xfrm>
              </p:grpSpPr>
              <p:grpSp>
                <p:nvGrpSpPr>
                  <p:cNvPr id="285" name="Group 284"/>
                  <p:cNvGrpSpPr/>
                  <p:nvPr/>
                </p:nvGrpSpPr>
                <p:grpSpPr>
                  <a:xfrm>
                    <a:off x="2455324" y="304801"/>
                    <a:ext cx="1134524" cy="575735"/>
                    <a:chOff x="2455324" y="304801"/>
                    <a:chExt cx="1134524" cy="575735"/>
                  </a:xfrm>
                </p:grpSpPr>
                <p:sp>
                  <p:nvSpPr>
                    <p:cNvPr id="296" name="Rectangle 295"/>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97" name="Rectangle 296"/>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286" name="Group 285"/>
                  <p:cNvGrpSpPr/>
                  <p:nvPr/>
                </p:nvGrpSpPr>
                <p:grpSpPr>
                  <a:xfrm>
                    <a:off x="3606771" y="304804"/>
                    <a:ext cx="1134524" cy="575735"/>
                    <a:chOff x="2455324" y="304801"/>
                    <a:chExt cx="1134524" cy="575735"/>
                  </a:xfrm>
                </p:grpSpPr>
                <p:sp>
                  <p:nvSpPr>
                    <p:cNvPr id="294" name="Rectangle 293"/>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95" name="Rectangle 294"/>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287" name="Group 286"/>
                  <p:cNvGrpSpPr/>
                  <p:nvPr/>
                </p:nvGrpSpPr>
                <p:grpSpPr>
                  <a:xfrm>
                    <a:off x="4758226" y="304801"/>
                    <a:ext cx="2285971" cy="575738"/>
                    <a:chOff x="4148667" y="457201"/>
                    <a:chExt cx="2285971" cy="575738"/>
                  </a:xfrm>
                </p:grpSpPr>
                <p:grpSp>
                  <p:nvGrpSpPr>
                    <p:cNvPr id="288" name="Group 287"/>
                    <p:cNvGrpSpPr/>
                    <p:nvPr/>
                  </p:nvGrpSpPr>
                  <p:grpSpPr>
                    <a:xfrm>
                      <a:off x="4148667" y="457201"/>
                      <a:ext cx="1134524" cy="575735"/>
                      <a:chOff x="2455324" y="304801"/>
                      <a:chExt cx="1134524" cy="575735"/>
                    </a:xfrm>
                  </p:grpSpPr>
                  <p:sp>
                    <p:nvSpPr>
                      <p:cNvPr id="292" name="Rectangle 291"/>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93" name="Rectangle 292"/>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289" name="Group 288"/>
                    <p:cNvGrpSpPr/>
                    <p:nvPr/>
                  </p:nvGrpSpPr>
                  <p:grpSpPr>
                    <a:xfrm>
                      <a:off x="5300114" y="457204"/>
                      <a:ext cx="1134524" cy="575735"/>
                      <a:chOff x="2455324" y="304801"/>
                      <a:chExt cx="1134524" cy="575735"/>
                    </a:xfrm>
                  </p:grpSpPr>
                  <p:sp>
                    <p:nvSpPr>
                      <p:cNvPr id="290" name="Rectangle 289"/>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91" name="Rectangle 290"/>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grpSp>
          </p:grpSp>
          <p:grpSp>
            <p:nvGrpSpPr>
              <p:cNvPr id="254" name="Group 253"/>
              <p:cNvGrpSpPr/>
              <p:nvPr/>
            </p:nvGrpSpPr>
            <p:grpSpPr>
              <a:xfrm>
                <a:off x="-16933" y="863586"/>
                <a:ext cx="9177746" cy="575743"/>
                <a:chOff x="304791" y="304794"/>
                <a:chExt cx="9177746" cy="575743"/>
              </a:xfrm>
            </p:grpSpPr>
            <p:grpSp>
              <p:nvGrpSpPr>
                <p:cNvPr id="255" name="Group 254"/>
                <p:cNvGrpSpPr/>
                <p:nvPr/>
              </p:nvGrpSpPr>
              <p:grpSpPr>
                <a:xfrm>
                  <a:off x="304791" y="304794"/>
                  <a:ext cx="4588873" cy="575738"/>
                  <a:chOff x="2455324" y="304801"/>
                  <a:chExt cx="4588873" cy="575738"/>
                </a:xfrm>
              </p:grpSpPr>
              <p:grpSp>
                <p:nvGrpSpPr>
                  <p:cNvPr id="270" name="Group 269"/>
                  <p:cNvGrpSpPr/>
                  <p:nvPr/>
                </p:nvGrpSpPr>
                <p:grpSpPr>
                  <a:xfrm>
                    <a:off x="2455324" y="304801"/>
                    <a:ext cx="1134524" cy="575735"/>
                    <a:chOff x="2455324" y="304801"/>
                    <a:chExt cx="1134524" cy="575735"/>
                  </a:xfrm>
                </p:grpSpPr>
                <p:sp>
                  <p:nvSpPr>
                    <p:cNvPr id="281" name="Rectangle 280"/>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82" name="Rectangle 281"/>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271" name="Group 270"/>
                  <p:cNvGrpSpPr/>
                  <p:nvPr/>
                </p:nvGrpSpPr>
                <p:grpSpPr>
                  <a:xfrm>
                    <a:off x="3606771" y="304804"/>
                    <a:ext cx="1134524" cy="575735"/>
                    <a:chOff x="2455324" y="304801"/>
                    <a:chExt cx="1134524" cy="575735"/>
                  </a:xfrm>
                </p:grpSpPr>
                <p:sp>
                  <p:nvSpPr>
                    <p:cNvPr id="279" name="Rectangle 278"/>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smtClean="0">
                        <a:ln>
                          <a:noFill/>
                        </a:ln>
                        <a:solidFill>
                          <a:schemeClr val="tx1"/>
                        </a:solidFill>
                        <a:effectLst/>
                        <a:latin typeface="Arial" charset="0"/>
                        <a:cs typeface="Arial" charset="0"/>
                      </a:endParaRPr>
                    </a:p>
                  </p:txBody>
                </p:sp>
                <p:sp>
                  <p:nvSpPr>
                    <p:cNvPr id="280" name="Rectangle 279"/>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272" name="Group 271"/>
                  <p:cNvGrpSpPr/>
                  <p:nvPr/>
                </p:nvGrpSpPr>
                <p:grpSpPr>
                  <a:xfrm>
                    <a:off x="4758226" y="304801"/>
                    <a:ext cx="2285971" cy="575738"/>
                    <a:chOff x="4148667" y="457201"/>
                    <a:chExt cx="2285971" cy="575738"/>
                  </a:xfrm>
                </p:grpSpPr>
                <p:grpSp>
                  <p:nvGrpSpPr>
                    <p:cNvPr id="273" name="Group 272"/>
                    <p:cNvGrpSpPr/>
                    <p:nvPr/>
                  </p:nvGrpSpPr>
                  <p:grpSpPr>
                    <a:xfrm>
                      <a:off x="4148667" y="457201"/>
                      <a:ext cx="1134524" cy="575735"/>
                      <a:chOff x="2455324" y="304801"/>
                      <a:chExt cx="1134524" cy="575735"/>
                    </a:xfrm>
                  </p:grpSpPr>
                  <p:sp>
                    <p:nvSpPr>
                      <p:cNvPr id="277" name="Rectangle 276"/>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78" name="Rectangle 277"/>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274" name="Group 273"/>
                    <p:cNvGrpSpPr/>
                    <p:nvPr/>
                  </p:nvGrpSpPr>
                  <p:grpSpPr>
                    <a:xfrm>
                      <a:off x="5300114" y="457204"/>
                      <a:ext cx="1134524" cy="575735"/>
                      <a:chOff x="2455324" y="304801"/>
                      <a:chExt cx="1134524" cy="575735"/>
                    </a:xfrm>
                  </p:grpSpPr>
                  <p:sp>
                    <p:nvSpPr>
                      <p:cNvPr id="275" name="Rectangle 274"/>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76" name="Rectangle 275"/>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grpSp>
            <p:grpSp>
              <p:nvGrpSpPr>
                <p:cNvPr id="256" name="Group 255"/>
                <p:cNvGrpSpPr/>
                <p:nvPr/>
              </p:nvGrpSpPr>
              <p:grpSpPr>
                <a:xfrm>
                  <a:off x="4893664" y="304799"/>
                  <a:ext cx="4588873" cy="575738"/>
                  <a:chOff x="2455324" y="304801"/>
                  <a:chExt cx="4588873" cy="575738"/>
                </a:xfrm>
              </p:grpSpPr>
              <p:grpSp>
                <p:nvGrpSpPr>
                  <p:cNvPr id="257" name="Group 256"/>
                  <p:cNvGrpSpPr/>
                  <p:nvPr/>
                </p:nvGrpSpPr>
                <p:grpSpPr>
                  <a:xfrm>
                    <a:off x="2455324" y="304801"/>
                    <a:ext cx="863596" cy="575735"/>
                    <a:chOff x="2455324" y="304801"/>
                    <a:chExt cx="863596" cy="575735"/>
                  </a:xfrm>
                </p:grpSpPr>
                <p:sp>
                  <p:nvSpPr>
                    <p:cNvPr id="268" name="Rectangle 267"/>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69" name="Rectangle 268"/>
                    <p:cNvSpPr/>
                    <p:nvPr/>
                  </p:nvSpPr>
                  <p:spPr bwMode="auto">
                    <a:xfrm>
                      <a:off x="2743189"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Arial" charset="0"/>
                          <a:cs typeface="Arial" charset="0"/>
                        </a:rPr>
                        <a:t>80</a:t>
                      </a:r>
                    </a:p>
                  </p:txBody>
                </p:sp>
              </p:grpSp>
              <p:grpSp>
                <p:nvGrpSpPr>
                  <p:cNvPr id="258" name="Group 257"/>
                  <p:cNvGrpSpPr/>
                  <p:nvPr/>
                </p:nvGrpSpPr>
                <p:grpSpPr>
                  <a:xfrm>
                    <a:off x="3606771" y="304804"/>
                    <a:ext cx="1134524" cy="575735"/>
                    <a:chOff x="2455324" y="304801"/>
                    <a:chExt cx="1134524" cy="575735"/>
                  </a:xfrm>
                </p:grpSpPr>
                <p:sp>
                  <p:nvSpPr>
                    <p:cNvPr id="266" name="Rectangle 265"/>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67" name="Rectangle 266"/>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259" name="Group 258"/>
                  <p:cNvGrpSpPr/>
                  <p:nvPr/>
                </p:nvGrpSpPr>
                <p:grpSpPr>
                  <a:xfrm>
                    <a:off x="4758226" y="304801"/>
                    <a:ext cx="2285971" cy="575738"/>
                    <a:chOff x="4148667" y="457201"/>
                    <a:chExt cx="2285971" cy="575738"/>
                  </a:xfrm>
                </p:grpSpPr>
                <p:grpSp>
                  <p:nvGrpSpPr>
                    <p:cNvPr id="260" name="Group 259"/>
                    <p:cNvGrpSpPr/>
                    <p:nvPr/>
                  </p:nvGrpSpPr>
                  <p:grpSpPr>
                    <a:xfrm>
                      <a:off x="4148667" y="457201"/>
                      <a:ext cx="1134524" cy="575735"/>
                      <a:chOff x="2455324" y="304801"/>
                      <a:chExt cx="1134524" cy="575735"/>
                    </a:xfrm>
                  </p:grpSpPr>
                  <p:sp>
                    <p:nvSpPr>
                      <p:cNvPr id="264" name="Rectangle 263"/>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65" name="Rectangle 264"/>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261" name="Group 260"/>
                    <p:cNvGrpSpPr/>
                    <p:nvPr/>
                  </p:nvGrpSpPr>
                  <p:grpSpPr>
                    <a:xfrm>
                      <a:off x="5300114" y="457204"/>
                      <a:ext cx="1134524" cy="575735"/>
                      <a:chOff x="2455324" y="304801"/>
                      <a:chExt cx="1134524" cy="575735"/>
                    </a:xfrm>
                  </p:grpSpPr>
                  <p:sp>
                    <p:nvSpPr>
                      <p:cNvPr id="262" name="Rectangle 261"/>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63" name="Rectangle 262"/>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grpSp>
          </p:grpSp>
        </p:grpSp>
      </p:grpSp>
      <p:cxnSp>
        <p:nvCxnSpPr>
          <p:cNvPr id="371" name="Straight Connector 370"/>
          <p:cNvCxnSpPr/>
          <p:nvPr/>
        </p:nvCxnSpPr>
        <p:spPr bwMode="auto">
          <a:xfrm flipV="1">
            <a:off x="541854" y="6265229"/>
            <a:ext cx="8043234" cy="16941"/>
          </a:xfrm>
          <a:prstGeom prst="line">
            <a:avLst/>
          </a:prstGeom>
          <a:noFill/>
          <a:ln w="9525" cap="flat" cmpd="sng" algn="ctr">
            <a:solidFill>
              <a:srgbClr val="000000"/>
            </a:solidFill>
            <a:prstDash val="solid"/>
            <a:round/>
            <a:headEnd type="none" w="med" len="med"/>
            <a:tailEnd type="none" w="med" len="med"/>
          </a:ln>
          <a:effectLst/>
        </p:spPr>
      </p:cxnSp>
      <p:cxnSp>
        <p:nvCxnSpPr>
          <p:cNvPr id="373" name="Straight Connector 372"/>
          <p:cNvCxnSpPr/>
          <p:nvPr/>
        </p:nvCxnSpPr>
        <p:spPr bwMode="auto">
          <a:xfrm flipH="1" flipV="1">
            <a:off x="541854" y="10"/>
            <a:ext cx="16946" cy="6265219"/>
          </a:xfrm>
          <a:prstGeom prst="line">
            <a:avLst/>
          </a:prstGeom>
          <a:noFill/>
          <a:ln w="9525" cap="flat" cmpd="sng" algn="ctr">
            <a:solidFill>
              <a:srgbClr val="000000"/>
            </a:solidFill>
            <a:prstDash val="solid"/>
            <a:round/>
            <a:headEnd type="none" w="med" len="med"/>
            <a:tailEnd type="none" w="med" len="med"/>
          </a:ln>
          <a:effectLst/>
        </p:spPr>
      </p:cxnSp>
      <p:sp>
        <p:nvSpPr>
          <p:cNvPr id="374" name="TextBox 373"/>
          <p:cNvSpPr txBox="1"/>
          <p:nvPr/>
        </p:nvSpPr>
        <p:spPr>
          <a:xfrm>
            <a:off x="8028644" y="6366938"/>
            <a:ext cx="1146768" cy="369332"/>
          </a:xfrm>
          <a:prstGeom prst="rect">
            <a:avLst/>
          </a:prstGeom>
          <a:noFill/>
        </p:spPr>
        <p:txBody>
          <a:bodyPr wrap="none" rtlCol="0">
            <a:spAutoFit/>
          </a:bodyPr>
          <a:lstStyle/>
          <a:p>
            <a:r>
              <a:rPr lang="en-US" dirty="0"/>
              <a:t>x</a:t>
            </a:r>
            <a:r>
              <a:rPr lang="en-US" dirty="0" smtClean="0"/>
              <a:t>1 Forest</a:t>
            </a:r>
            <a:endParaRPr lang="en-US" dirty="0"/>
          </a:p>
        </p:txBody>
      </p:sp>
      <p:sp>
        <p:nvSpPr>
          <p:cNvPr id="375" name="TextBox 374"/>
          <p:cNvSpPr txBox="1"/>
          <p:nvPr/>
        </p:nvSpPr>
        <p:spPr>
          <a:xfrm>
            <a:off x="135467" y="304800"/>
            <a:ext cx="1146768" cy="369332"/>
          </a:xfrm>
          <a:prstGeom prst="rect">
            <a:avLst/>
          </a:prstGeom>
          <a:noFill/>
        </p:spPr>
        <p:txBody>
          <a:bodyPr wrap="none" rtlCol="0">
            <a:spAutoFit/>
          </a:bodyPr>
          <a:lstStyle/>
          <a:p>
            <a:r>
              <a:rPr lang="en-US" dirty="0" smtClean="0"/>
              <a:t>X2 - Park</a:t>
            </a:r>
            <a:endParaRPr lang="en-US" dirty="0"/>
          </a:p>
        </p:txBody>
      </p:sp>
      <p:cxnSp>
        <p:nvCxnSpPr>
          <p:cNvPr id="377" name="Straight Connector 376"/>
          <p:cNvCxnSpPr/>
          <p:nvPr/>
        </p:nvCxnSpPr>
        <p:spPr bwMode="auto">
          <a:xfrm flipV="1">
            <a:off x="5130739" y="1134532"/>
            <a:ext cx="0" cy="5130697"/>
          </a:xfrm>
          <a:prstGeom prst="line">
            <a:avLst/>
          </a:prstGeom>
          <a:noFill/>
          <a:ln w="9525" cap="flat" cmpd="sng" algn="ctr">
            <a:solidFill>
              <a:srgbClr val="000000"/>
            </a:solidFill>
            <a:prstDash val="solid"/>
            <a:round/>
            <a:headEnd type="none" w="med" len="med"/>
            <a:tailEnd type="none" w="med" len="med"/>
          </a:ln>
          <a:effectLst/>
        </p:spPr>
      </p:cxnSp>
      <p:sp>
        <p:nvSpPr>
          <p:cNvPr id="378" name="Rectangle 377"/>
          <p:cNvSpPr/>
          <p:nvPr/>
        </p:nvSpPr>
        <p:spPr bwMode="auto">
          <a:xfrm>
            <a:off x="541866" y="1134514"/>
            <a:ext cx="4588873" cy="5130715"/>
          </a:xfrm>
          <a:prstGeom prst="rect">
            <a:avLst/>
          </a:prstGeom>
          <a:pattFill prst="ltVert">
            <a:fgClr>
              <a:srgbClr val="FF0000"/>
            </a:fgClr>
            <a:bgClr>
              <a:schemeClr val="bg1"/>
            </a:bgClr>
          </a:patt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smtClean="0">
              <a:ln>
                <a:noFill/>
              </a:ln>
              <a:solidFill>
                <a:schemeClr val="tx1"/>
              </a:solidFill>
              <a:effectLst/>
              <a:latin typeface="Arial" charset="0"/>
              <a:cs typeface="Arial" charset="0"/>
            </a:endParaRPr>
          </a:p>
        </p:txBody>
      </p:sp>
      <p:sp>
        <p:nvSpPr>
          <p:cNvPr id="380" name="Rectangle 379"/>
          <p:cNvSpPr/>
          <p:nvPr/>
        </p:nvSpPr>
        <p:spPr bwMode="auto">
          <a:xfrm>
            <a:off x="541854" y="5130715"/>
            <a:ext cx="4605825" cy="1134504"/>
          </a:xfrm>
          <a:prstGeom prst="rect">
            <a:avLst/>
          </a:prstGeom>
          <a:pattFill prst="dkHorz">
            <a:fgClr>
              <a:srgbClr val="FFC000"/>
            </a:fgClr>
            <a:bgClr>
              <a:schemeClr val="bg1"/>
            </a:bgClr>
          </a:patt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cxnSp>
        <p:nvCxnSpPr>
          <p:cNvPr id="383" name="Straight Connector 382"/>
          <p:cNvCxnSpPr/>
          <p:nvPr/>
        </p:nvCxnSpPr>
        <p:spPr bwMode="auto">
          <a:xfrm flipH="1" flipV="1">
            <a:off x="541854" y="4555066"/>
            <a:ext cx="6891787" cy="1727104"/>
          </a:xfrm>
          <a:prstGeom prst="line">
            <a:avLst/>
          </a:prstGeom>
          <a:noFill/>
          <a:ln w="9525" cap="flat" cmpd="sng" algn="ctr">
            <a:solidFill>
              <a:srgbClr val="000000"/>
            </a:solidFill>
            <a:prstDash val="solid"/>
            <a:round/>
            <a:headEnd type="none" w="med" len="med"/>
            <a:tailEnd type="none" w="med" len="med"/>
          </a:ln>
          <a:effectLst/>
        </p:spPr>
      </p:cxnSp>
      <p:sp>
        <p:nvSpPr>
          <p:cNvPr id="384" name="Right Triangle 383"/>
          <p:cNvSpPr/>
          <p:nvPr/>
        </p:nvSpPr>
        <p:spPr bwMode="auto">
          <a:xfrm>
            <a:off x="541854" y="4555057"/>
            <a:ext cx="6908727" cy="1727113"/>
          </a:xfrm>
          <a:prstGeom prst="rtTriangle">
            <a:avLst/>
          </a:prstGeom>
          <a:pattFill prst="lgCheck">
            <a:fgClr>
              <a:schemeClr val="accent1">
                <a:lumMod val="90000"/>
              </a:schemeClr>
            </a:fgClr>
            <a:bgClr>
              <a:schemeClr val="bg1"/>
            </a:bgClr>
          </a:patt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cxnSp>
        <p:nvCxnSpPr>
          <p:cNvPr id="386" name="Straight Connector 385"/>
          <p:cNvCxnSpPr/>
          <p:nvPr/>
        </p:nvCxnSpPr>
        <p:spPr bwMode="auto">
          <a:xfrm>
            <a:off x="541854" y="5130715"/>
            <a:ext cx="7484441" cy="16941"/>
          </a:xfrm>
          <a:prstGeom prst="line">
            <a:avLst/>
          </a:prstGeom>
          <a:noFill/>
          <a:ln w="9525" cap="flat" cmpd="sng" algn="ctr">
            <a:solidFill>
              <a:srgbClr val="000000"/>
            </a:solidFill>
            <a:prstDash val="solid"/>
            <a:round/>
            <a:headEnd type="none" w="med" len="med"/>
            <a:tailEnd type="none" w="med" len="med"/>
          </a:ln>
          <a:effectLst/>
        </p:spPr>
      </p:cxnSp>
      <p:sp>
        <p:nvSpPr>
          <p:cNvPr id="388" name="TextBox 387"/>
          <p:cNvSpPr txBox="1"/>
          <p:nvPr/>
        </p:nvSpPr>
        <p:spPr>
          <a:xfrm>
            <a:off x="100432" y="4807902"/>
            <a:ext cx="441422" cy="369332"/>
          </a:xfrm>
          <a:prstGeom prst="rect">
            <a:avLst/>
          </a:prstGeom>
          <a:noFill/>
        </p:spPr>
        <p:txBody>
          <a:bodyPr wrap="none" rtlCol="0">
            <a:spAutoFit/>
          </a:bodyPr>
          <a:lstStyle/>
          <a:p>
            <a:r>
              <a:rPr lang="en-US" dirty="0" smtClean="0"/>
              <a:t>20</a:t>
            </a:r>
            <a:endParaRPr lang="en-US" dirty="0"/>
          </a:p>
        </p:txBody>
      </p:sp>
      <p:sp>
        <p:nvSpPr>
          <p:cNvPr id="389" name="TextBox 388"/>
          <p:cNvSpPr txBox="1"/>
          <p:nvPr/>
        </p:nvSpPr>
        <p:spPr>
          <a:xfrm>
            <a:off x="67860" y="4179387"/>
            <a:ext cx="441422" cy="369332"/>
          </a:xfrm>
          <a:prstGeom prst="rect">
            <a:avLst/>
          </a:prstGeom>
          <a:noFill/>
        </p:spPr>
        <p:txBody>
          <a:bodyPr wrap="none" rtlCol="0">
            <a:spAutoFit/>
          </a:bodyPr>
          <a:lstStyle/>
          <a:p>
            <a:r>
              <a:rPr lang="en-US" dirty="0" smtClean="0"/>
              <a:t>30</a:t>
            </a:r>
            <a:endParaRPr lang="en-US" dirty="0"/>
          </a:p>
        </p:txBody>
      </p:sp>
      <p:sp>
        <p:nvSpPr>
          <p:cNvPr id="390" name="Rectangle 389"/>
          <p:cNvSpPr/>
          <p:nvPr/>
        </p:nvSpPr>
        <p:spPr bwMode="auto">
          <a:xfrm>
            <a:off x="7111903" y="6180564"/>
            <a:ext cx="897457"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r>
              <a:rPr lang="en-US" sz="2400" dirty="0" smtClean="0">
                <a:latin typeface="Arial" charset="0"/>
                <a:cs typeface="Arial" charset="0"/>
              </a:rPr>
              <a:t>12</a:t>
            </a:r>
            <a:r>
              <a:rPr kumimoji="0" lang="en-US" sz="2400" b="0" i="0" u="none" strike="noStrike" cap="none" normalizeH="0" baseline="0" dirty="0" smtClean="0">
                <a:ln>
                  <a:noFill/>
                </a:ln>
                <a:solidFill>
                  <a:schemeClr val="tx1"/>
                </a:solidFill>
                <a:effectLst/>
                <a:latin typeface="Arial" charset="0"/>
                <a:cs typeface="Arial" charset="0"/>
              </a:rPr>
              <a:t>0</a:t>
            </a:r>
          </a:p>
        </p:txBody>
      </p:sp>
      <p:cxnSp>
        <p:nvCxnSpPr>
          <p:cNvPr id="392" name="Straight Connector 391"/>
          <p:cNvCxnSpPr/>
          <p:nvPr/>
        </p:nvCxnSpPr>
        <p:spPr bwMode="auto">
          <a:xfrm flipH="1" flipV="1">
            <a:off x="5130739" y="558792"/>
            <a:ext cx="16940" cy="5723378"/>
          </a:xfrm>
          <a:prstGeom prst="line">
            <a:avLst/>
          </a:prstGeom>
          <a:noFill/>
          <a:ln w="9525" cap="flat" cmpd="sng" algn="ctr">
            <a:solidFill>
              <a:srgbClr val="000000"/>
            </a:solidFill>
            <a:prstDash val="solid"/>
            <a:round/>
            <a:headEnd type="none" w="med" len="med"/>
            <a:tailEnd type="none" w="med" len="med"/>
          </a:ln>
          <a:effectLst/>
        </p:spPr>
      </p:cxnSp>
      <p:cxnSp>
        <p:nvCxnSpPr>
          <p:cNvPr id="394" name="Straight Connector 393"/>
          <p:cNvCxnSpPr/>
          <p:nvPr/>
        </p:nvCxnSpPr>
        <p:spPr bwMode="auto">
          <a:xfrm flipV="1">
            <a:off x="5130739" y="5706448"/>
            <a:ext cx="0" cy="575722"/>
          </a:xfrm>
          <a:prstGeom prst="line">
            <a:avLst/>
          </a:prstGeom>
          <a:noFill/>
          <a:ln w="50800" cap="flat" cmpd="sng" algn="ctr">
            <a:solidFill>
              <a:srgbClr val="FF0000"/>
            </a:solidFill>
            <a:prstDash val="solid"/>
            <a:round/>
            <a:headEnd type="none" w="med" len="med"/>
            <a:tailEnd type="none" w="med" len="med"/>
          </a:ln>
          <a:effectLst/>
        </p:spPr>
      </p:cxnSp>
      <p:cxnSp>
        <p:nvCxnSpPr>
          <p:cNvPr id="396" name="Straight Connector 395"/>
          <p:cNvCxnSpPr/>
          <p:nvPr/>
        </p:nvCxnSpPr>
        <p:spPr bwMode="auto">
          <a:xfrm flipV="1">
            <a:off x="509282" y="5130716"/>
            <a:ext cx="2352427" cy="16940"/>
          </a:xfrm>
          <a:prstGeom prst="line">
            <a:avLst/>
          </a:prstGeom>
          <a:noFill/>
          <a:ln w="50800" cap="flat" cmpd="sng" algn="ctr">
            <a:solidFill>
              <a:srgbClr val="FF0000"/>
            </a:solidFill>
            <a:prstDash val="solid"/>
            <a:round/>
            <a:headEnd type="none" w="med" len="med"/>
            <a:tailEnd type="none" w="med" len="med"/>
          </a:ln>
          <a:effectLst/>
        </p:spPr>
      </p:cxnSp>
      <p:cxnSp>
        <p:nvCxnSpPr>
          <p:cNvPr id="399" name="Straight Connector 398"/>
          <p:cNvCxnSpPr/>
          <p:nvPr/>
        </p:nvCxnSpPr>
        <p:spPr bwMode="auto">
          <a:xfrm>
            <a:off x="2861709" y="5130705"/>
            <a:ext cx="2285970" cy="575743"/>
          </a:xfrm>
          <a:prstGeom prst="line">
            <a:avLst/>
          </a:prstGeom>
          <a:noFill/>
          <a:ln w="50800" cap="flat" cmpd="sng" algn="ctr">
            <a:solidFill>
              <a:srgbClr val="FF0000"/>
            </a:solidFill>
            <a:prstDash val="solid"/>
            <a:round/>
            <a:headEnd type="none" w="med" len="med"/>
            <a:tailEnd type="none" w="med" len="med"/>
          </a:ln>
          <a:effectLst/>
        </p:spPr>
      </p:cxnSp>
      <p:sp>
        <p:nvSpPr>
          <p:cNvPr id="400" name="Rectangle 399"/>
          <p:cNvSpPr/>
          <p:nvPr/>
        </p:nvSpPr>
        <p:spPr>
          <a:xfrm>
            <a:off x="6028169" y="1377946"/>
            <a:ext cx="2141444" cy="369332"/>
          </a:xfrm>
          <a:prstGeom prst="rect">
            <a:avLst/>
          </a:prstGeom>
        </p:spPr>
        <p:txBody>
          <a:bodyPr wrap="none">
            <a:spAutoFit/>
          </a:bodyPr>
          <a:lstStyle/>
          <a:p>
            <a:pPr marL="57150" indent="0">
              <a:buNone/>
            </a:pPr>
            <a:r>
              <a:rPr lang="en-US" dirty="0"/>
              <a:t> Max 10 x1 + 20 x2 </a:t>
            </a:r>
          </a:p>
        </p:txBody>
      </p:sp>
      <p:sp>
        <p:nvSpPr>
          <p:cNvPr id="401" name="Rectangle 400"/>
          <p:cNvSpPr/>
          <p:nvPr/>
        </p:nvSpPr>
        <p:spPr>
          <a:xfrm>
            <a:off x="6011333" y="2014140"/>
            <a:ext cx="4572000" cy="1477328"/>
          </a:xfrm>
          <a:prstGeom prst="rect">
            <a:avLst/>
          </a:prstGeom>
        </p:spPr>
        <p:txBody>
          <a:bodyPr>
            <a:spAutoFit/>
          </a:bodyPr>
          <a:lstStyle/>
          <a:p>
            <a:pPr marL="57150" indent="0">
              <a:buNone/>
            </a:pPr>
            <a:r>
              <a:rPr lang="en-US" dirty="0"/>
              <a:t>x1 	</a:t>
            </a:r>
            <a:r>
              <a:rPr lang="en-US" dirty="0" smtClean="0"/>
              <a:t>         </a:t>
            </a:r>
            <a:r>
              <a:rPr lang="en-US" dirty="0"/>
              <a:t>&lt;= </a:t>
            </a:r>
            <a:r>
              <a:rPr lang="en-US" dirty="0" smtClean="0"/>
              <a:t>80</a:t>
            </a:r>
          </a:p>
          <a:p>
            <a:pPr marL="57150" indent="0">
              <a:buNone/>
            </a:pPr>
            <a:r>
              <a:rPr lang="en-US" dirty="0" smtClean="0"/>
              <a:t>x2          </a:t>
            </a:r>
            <a:r>
              <a:rPr lang="en-US" dirty="0"/>
              <a:t>&lt;= 20</a:t>
            </a:r>
          </a:p>
          <a:p>
            <a:pPr marL="57150" indent="0">
              <a:buNone/>
            </a:pPr>
            <a:r>
              <a:rPr lang="en-US" dirty="0" smtClean="0"/>
              <a:t>x1 </a:t>
            </a:r>
            <a:r>
              <a:rPr lang="en-US" dirty="0"/>
              <a:t>+ 4 x2 &lt;= </a:t>
            </a:r>
            <a:r>
              <a:rPr lang="en-US" dirty="0" smtClean="0"/>
              <a:t>120</a:t>
            </a:r>
          </a:p>
          <a:p>
            <a:pPr marL="57150" indent="0">
              <a:buNone/>
            </a:pPr>
            <a:endParaRPr lang="en-US" dirty="0" smtClean="0"/>
          </a:p>
          <a:p>
            <a:pPr marL="57150" indent="0">
              <a:buNone/>
            </a:pPr>
            <a:r>
              <a:rPr lang="en-US" dirty="0" smtClean="0"/>
              <a:t>x1 &gt;=0; x2 &gt;= 0</a:t>
            </a:r>
            <a:endParaRPr lang="en-US" dirty="0"/>
          </a:p>
        </p:txBody>
      </p:sp>
      <p:sp>
        <p:nvSpPr>
          <p:cNvPr id="410" name="TextBox 409"/>
          <p:cNvSpPr txBox="1"/>
          <p:nvPr/>
        </p:nvSpPr>
        <p:spPr>
          <a:xfrm>
            <a:off x="1539744" y="6366938"/>
            <a:ext cx="441422" cy="369332"/>
          </a:xfrm>
          <a:prstGeom prst="rect">
            <a:avLst/>
          </a:prstGeom>
          <a:noFill/>
        </p:spPr>
        <p:txBody>
          <a:bodyPr wrap="none" rtlCol="0">
            <a:spAutoFit/>
          </a:bodyPr>
          <a:lstStyle/>
          <a:p>
            <a:r>
              <a:rPr lang="en-US" dirty="0" smtClean="0"/>
              <a:t>20</a:t>
            </a:r>
            <a:endParaRPr lang="en-US" dirty="0"/>
          </a:p>
        </p:txBody>
      </p:sp>
      <p:sp>
        <p:nvSpPr>
          <p:cNvPr id="411" name="TextBox 410"/>
          <p:cNvSpPr txBox="1"/>
          <p:nvPr/>
        </p:nvSpPr>
        <p:spPr>
          <a:xfrm>
            <a:off x="50933" y="5441797"/>
            <a:ext cx="441422" cy="369332"/>
          </a:xfrm>
          <a:prstGeom prst="rect">
            <a:avLst/>
          </a:prstGeom>
          <a:noFill/>
        </p:spPr>
        <p:txBody>
          <a:bodyPr wrap="none" rtlCol="0">
            <a:spAutoFit/>
          </a:bodyPr>
          <a:lstStyle/>
          <a:p>
            <a:r>
              <a:rPr lang="en-US" dirty="0"/>
              <a:t>1</a:t>
            </a:r>
            <a:r>
              <a:rPr lang="en-US" dirty="0" smtClean="0"/>
              <a:t>0</a:t>
            </a:r>
            <a:endParaRPr lang="en-US" dirty="0"/>
          </a:p>
        </p:txBody>
      </p:sp>
      <p:sp>
        <p:nvSpPr>
          <p:cNvPr id="418" name="TextBox 417"/>
          <p:cNvSpPr txBox="1"/>
          <p:nvPr/>
        </p:nvSpPr>
        <p:spPr>
          <a:xfrm>
            <a:off x="2653985" y="6334672"/>
            <a:ext cx="441422" cy="369332"/>
          </a:xfrm>
          <a:prstGeom prst="rect">
            <a:avLst/>
          </a:prstGeom>
          <a:noFill/>
        </p:spPr>
        <p:txBody>
          <a:bodyPr wrap="none" rtlCol="0">
            <a:spAutoFit/>
          </a:bodyPr>
          <a:lstStyle/>
          <a:p>
            <a:r>
              <a:rPr lang="en-US" dirty="0"/>
              <a:t>4</a:t>
            </a:r>
            <a:r>
              <a:rPr lang="en-US" dirty="0" smtClean="0"/>
              <a:t>0</a:t>
            </a:r>
            <a:endParaRPr lang="en-US" dirty="0"/>
          </a:p>
        </p:txBody>
      </p:sp>
      <p:sp>
        <p:nvSpPr>
          <p:cNvPr id="419" name="TextBox 418"/>
          <p:cNvSpPr txBox="1"/>
          <p:nvPr/>
        </p:nvSpPr>
        <p:spPr>
          <a:xfrm>
            <a:off x="3806229" y="6366938"/>
            <a:ext cx="441422" cy="369332"/>
          </a:xfrm>
          <a:prstGeom prst="rect">
            <a:avLst/>
          </a:prstGeom>
          <a:noFill/>
        </p:spPr>
        <p:txBody>
          <a:bodyPr wrap="none" rtlCol="0">
            <a:spAutoFit/>
          </a:bodyPr>
          <a:lstStyle/>
          <a:p>
            <a:r>
              <a:rPr lang="en-US" dirty="0" smtClean="0"/>
              <a:t>60</a:t>
            </a:r>
            <a:endParaRPr lang="en-US" dirty="0"/>
          </a:p>
        </p:txBody>
      </p:sp>
      <p:cxnSp>
        <p:nvCxnSpPr>
          <p:cNvPr id="421" name="Straight Arrow Connector 420"/>
          <p:cNvCxnSpPr/>
          <p:nvPr/>
        </p:nvCxnSpPr>
        <p:spPr bwMode="auto">
          <a:xfrm>
            <a:off x="509282" y="5706448"/>
            <a:ext cx="269651" cy="0"/>
          </a:xfrm>
          <a:prstGeom prst="straightConnector1">
            <a:avLst/>
          </a:prstGeom>
          <a:noFill/>
          <a:ln w="9525" cap="flat" cmpd="sng" algn="ctr">
            <a:solidFill>
              <a:srgbClr val="660066"/>
            </a:solidFill>
            <a:prstDash val="solid"/>
            <a:round/>
            <a:headEnd type="none" w="med" len="med"/>
            <a:tailEnd type="arrow"/>
          </a:ln>
          <a:effectLst/>
        </p:spPr>
      </p:cxnSp>
      <p:cxnSp>
        <p:nvCxnSpPr>
          <p:cNvPr id="423" name="Straight Arrow Connector 422"/>
          <p:cNvCxnSpPr/>
          <p:nvPr/>
        </p:nvCxnSpPr>
        <p:spPr bwMode="auto">
          <a:xfrm flipH="1">
            <a:off x="2738851" y="5130716"/>
            <a:ext cx="105917" cy="148161"/>
          </a:xfrm>
          <a:prstGeom prst="straightConnector1">
            <a:avLst/>
          </a:prstGeom>
          <a:noFill/>
          <a:ln w="9525" cap="flat" cmpd="sng" algn="ctr">
            <a:solidFill>
              <a:srgbClr val="660066"/>
            </a:solidFill>
            <a:prstDash val="solid"/>
            <a:round/>
            <a:headEnd type="none" w="med" len="med"/>
            <a:tailEnd type="arrow"/>
          </a:ln>
          <a:effectLst/>
        </p:spPr>
      </p:cxnSp>
      <p:cxnSp>
        <p:nvCxnSpPr>
          <p:cNvPr id="425" name="Straight Arrow Connector 424"/>
          <p:cNvCxnSpPr/>
          <p:nvPr/>
        </p:nvCxnSpPr>
        <p:spPr bwMode="auto">
          <a:xfrm flipH="1">
            <a:off x="4859811" y="5706448"/>
            <a:ext cx="287868" cy="0"/>
          </a:xfrm>
          <a:prstGeom prst="straightConnector1">
            <a:avLst/>
          </a:prstGeom>
          <a:noFill/>
          <a:ln w="9525" cap="flat" cmpd="sng" algn="ctr">
            <a:solidFill>
              <a:srgbClr val="660066"/>
            </a:solidFill>
            <a:prstDash val="solid"/>
            <a:round/>
            <a:headEnd type="none" w="med" len="med"/>
            <a:tailEnd type="arrow"/>
          </a:ln>
          <a:effectLst/>
        </p:spPr>
      </p:cxnSp>
      <p:cxnSp>
        <p:nvCxnSpPr>
          <p:cNvPr id="427" name="Straight Arrow Connector 426"/>
          <p:cNvCxnSpPr/>
          <p:nvPr/>
        </p:nvCxnSpPr>
        <p:spPr bwMode="auto">
          <a:xfrm flipV="1">
            <a:off x="2861709" y="6180461"/>
            <a:ext cx="0" cy="101709"/>
          </a:xfrm>
          <a:prstGeom prst="straightConnector1">
            <a:avLst/>
          </a:prstGeom>
          <a:noFill/>
          <a:ln w="9525" cap="flat" cmpd="sng" algn="ctr">
            <a:noFill/>
            <a:prstDash val="solid"/>
            <a:round/>
            <a:headEnd type="none" w="med" len="med"/>
            <a:tailEnd type="arrow"/>
          </a:ln>
          <a:effectLst/>
        </p:spPr>
      </p:cxnSp>
      <p:cxnSp>
        <p:nvCxnSpPr>
          <p:cNvPr id="430" name="Straight Arrow Connector 429"/>
          <p:cNvCxnSpPr/>
          <p:nvPr/>
        </p:nvCxnSpPr>
        <p:spPr bwMode="auto">
          <a:xfrm flipV="1">
            <a:off x="2844756" y="5995795"/>
            <a:ext cx="12" cy="286375"/>
          </a:xfrm>
          <a:prstGeom prst="straightConnector1">
            <a:avLst/>
          </a:prstGeom>
          <a:noFill/>
          <a:ln w="9525" cap="flat" cmpd="sng" algn="ctr">
            <a:solidFill>
              <a:srgbClr val="660066"/>
            </a:solidFill>
            <a:prstDash val="solid"/>
            <a:round/>
            <a:headEnd type="none" w="med" len="med"/>
            <a:tailEnd type="arrow"/>
          </a:ln>
          <a:effectLst/>
        </p:spPr>
      </p:cxnSp>
      <p:cxnSp>
        <p:nvCxnSpPr>
          <p:cNvPr id="432" name="Straight Arrow Connector 431"/>
          <p:cNvCxnSpPr/>
          <p:nvPr/>
        </p:nvCxnSpPr>
        <p:spPr bwMode="auto">
          <a:xfrm flipH="1" flipV="1">
            <a:off x="4859220" y="6180461"/>
            <a:ext cx="271519" cy="101709"/>
          </a:xfrm>
          <a:prstGeom prst="straightConnector1">
            <a:avLst/>
          </a:prstGeom>
          <a:noFill/>
          <a:ln w="9525" cap="flat" cmpd="sng" algn="ctr">
            <a:solidFill>
              <a:srgbClr val="660066"/>
            </a:solidFill>
            <a:prstDash val="solid"/>
            <a:round/>
            <a:headEnd type="none" w="med" len="med"/>
            <a:tailEnd type="arrow"/>
          </a:ln>
          <a:effectLst/>
        </p:spPr>
      </p:cxnSp>
      <p:cxnSp>
        <p:nvCxnSpPr>
          <p:cNvPr id="434" name="Straight Arrow Connector 433"/>
          <p:cNvCxnSpPr/>
          <p:nvPr/>
        </p:nvCxnSpPr>
        <p:spPr bwMode="auto">
          <a:xfrm>
            <a:off x="558800" y="5147649"/>
            <a:ext cx="359739" cy="148161"/>
          </a:xfrm>
          <a:prstGeom prst="straightConnector1">
            <a:avLst/>
          </a:prstGeom>
          <a:noFill/>
          <a:ln w="9525" cap="flat" cmpd="sng" algn="ctr">
            <a:solidFill>
              <a:srgbClr val="660066"/>
            </a:solidFill>
            <a:prstDash val="solid"/>
            <a:round/>
            <a:headEnd type="none" w="med" len="med"/>
            <a:tailEnd type="arrow"/>
          </a:ln>
          <a:effectLst/>
        </p:spPr>
      </p:cxnSp>
      <p:cxnSp>
        <p:nvCxnSpPr>
          <p:cNvPr id="436" name="Straight Arrow Connector 435"/>
          <p:cNvCxnSpPr/>
          <p:nvPr/>
        </p:nvCxnSpPr>
        <p:spPr bwMode="auto">
          <a:xfrm>
            <a:off x="1496387" y="5130716"/>
            <a:ext cx="0" cy="148161"/>
          </a:xfrm>
          <a:prstGeom prst="straightConnector1">
            <a:avLst/>
          </a:prstGeom>
          <a:noFill/>
          <a:ln w="9525" cap="flat" cmpd="sng" algn="ctr">
            <a:solidFill>
              <a:srgbClr val="660066"/>
            </a:solidFill>
            <a:prstDash val="solid"/>
            <a:round/>
            <a:headEnd type="none" w="med" len="med"/>
            <a:tailEnd type="arrow"/>
          </a:ln>
          <a:effectLst/>
        </p:spPr>
      </p:cxnSp>
      <p:cxnSp>
        <p:nvCxnSpPr>
          <p:cNvPr id="438" name="Straight Arrow Connector 437"/>
          <p:cNvCxnSpPr/>
          <p:nvPr/>
        </p:nvCxnSpPr>
        <p:spPr bwMode="auto">
          <a:xfrm flipV="1">
            <a:off x="558806" y="6180461"/>
            <a:ext cx="220127" cy="101709"/>
          </a:xfrm>
          <a:prstGeom prst="straightConnector1">
            <a:avLst/>
          </a:prstGeom>
          <a:noFill/>
          <a:ln w="9525" cap="flat" cmpd="sng" algn="ctr">
            <a:solidFill>
              <a:srgbClr val="660066"/>
            </a:solidFill>
            <a:prstDash val="solid"/>
            <a:round/>
            <a:headEnd type="none" w="med" len="med"/>
            <a:tailEnd type="arrow"/>
          </a:ln>
          <a:effectLst/>
        </p:spPr>
      </p:cxnSp>
      <p:cxnSp>
        <p:nvCxnSpPr>
          <p:cNvPr id="443" name="Straight Connector 442"/>
          <p:cNvCxnSpPr/>
          <p:nvPr/>
        </p:nvCxnSpPr>
        <p:spPr bwMode="auto">
          <a:xfrm>
            <a:off x="526215" y="5130716"/>
            <a:ext cx="0" cy="1134513"/>
          </a:xfrm>
          <a:prstGeom prst="line">
            <a:avLst/>
          </a:prstGeom>
          <a:noFill/>
          <a:ln w="50800" cap="flat" cmpd="sng" algn="ctr">
            <a:solidFill>
              <a:srgbClr val="FF0000"/>
            </a:solidFill>
            <a:prstDash val="solid"/>
            <a:round/>
            <a:headEnd type="none" w="med" len="med"/>
            <a:tailEnd type="none" w="med" len="med"/>
          </a:ln>
          <a:effectLst/>
        </p:spPr>
      </p:cxnSp>
      <p:cxnSp>
        <p:nvCxnSpPr>
          <p:cNvPr id="445" name="Straight Connector 444"/>
          <p:cNvCxnSpPr/>
          <p:nvPr/>
        </p:nvCxnSpPr>
        <p:spPr bwMode="auto">
          <a:xfrm>
            <a:off x="424670" y="6282170"/>
            <a:ext cx="4638397" cy="0"/>
          </a:xfrm>
          <a:prstGeom prst="line">
            <a:avLst/>
          </a:prstGeom>
          <a:noFill/>
          <a:ln w="50800" cap="flat" cmpd="sng" algn="ctr">
            <a:solidFill>
              <a:srgbClr val="FF0000"/>
            </a:solidFill>
            <a:prstDash val="solid"/>
            <a:round/>
            <a:headEnd type="none" w="med" len="med"/>
            <a:tailEnd type="none" w="med" len="med"/>
          </a:ln>
          <a:effectLst/>
        </p:spPr>
      </p:cxnSp>
      <p:sp>
        <p:nvSpPr>
          <p:cNvPr id="454" name="Rectangle 453"/>
          <p:cNvSpPr/>
          <p:nvPr/>
        </p:nvSpPr>
        <p:spPr bwMode="auto">
          <a:xfrm>
            <a:off x="5790470" y="6265229"/>
            <a:ext cx="880589"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r>
              <a:rPr lang="en-US" sz="2400" dirty="0" smtClean="0">
                <a:latin typeface="Arial" charset="0"/>
                <a:cs typeface="Arial" charset="0"/>
              </a:rPr>
              <a:t>10</a:t>
            </a:r>
            <a:r>
              <a:rPr kumimoji="0" lang="en-US" sz="2400" b="0" i="0" u="none" strike="noStrike" cap="none" normalizeH="0" baseline="0" dirty="0" smtClean="0">
                <a:ln>
                  <a:noFill/>
                </a:ln>
                <a:solidFill>
                  <a:schemeClr val="tx1"/>
                </a:solidFill>
                <a:effectLst/>
                <a:latin typeface="Arial" charset="0"/>
                <a:cs typeface="Arial" charset="0"/>
              </a:rPr>
              <a:t>0</a:t>
            </a:r>
          </a:p>
        </p:txBody>
      </p:sp>
      <p:sp>
        <p:nvSpPr>
          <p:cNvPr id="455" name="TextBox 454"/>
          <p:cNvSpPr txBox="1"/>
          <p:nvPr/>
        </p:nvSpPr>
        <p:spPr>
          <a:xfrm>
            <a:off x="84796" y="3197276"/>
            <a:ext cx="441422" cy="369332"/>
          </a:xfrm>
          <a:prstGeom prst="rect">
            <a:avLst/>
          </a:prstGeom>
          <a:noFill/>
        </p:spPr>
        <p:txBody>
          <a:bodyPr wrap="none" rtlCol="0">
            <a:spAutoFit/>
          </a:bodyPr>
          <a:lstStyle/>
          <a:p>
            <a:r>
              <a:rPr lang="en-US" dirty="0"/>
              <a:t>5</a:t>
            </a:r>
            <a:r>
              <a:rPr lang="en-US" dirty="0" smtClean="0"/>
              <a:t>0</a:t>
            </a:r>
            <a:endParaRPr lang="en-US" dirty="0"/>
          </a:p>
        </p:txBody>
      </p:sp>
      <p:cxnSp>
        <p:nvCxnSpPr>
          <p:cNvPr id="398" name="Straight Connector 397"/>
          <p:cNvCxnSpPr/>
          <p:nvPr/>
        </p:nvCxnSpPr>
        <p:spPr bwMode="auto">
          <a:xfrm flipV="1">
            <a:off x="541866" y="2861763"/>
            <a:ext cx="2048934" cy="3420407"/>
          </a:xfrm>
          <a:prstGeom prst="line">
            <a:avLst/>
          </a:prstGeom>
          <a:noFill/>
          <a:ln w="57150" cap="flat" cmpd="sng" algn="ctr">
            <a:solidFill>
              <a:srgbClr val="0070C0"/>
            </a:solidFill>
            <a:prstDash val="solid"/>
            <a:round/>
            <a:headEnd type="none" w="med" len="med"/>
            <a:tailEnd type="triangle" w="med" len="med"/>
          </a:ln>
          <a:effectLst/>
        </p:spPr>
      </p:cxnSp>
      <p:sp>
        <p:nvSpPr>
          <p:cNvPr id="402" name="Rectangle 401"/>
          <p:cNvSpPr/>
          <p:nvPr/>
        </p:nvSpPr>
        <p:spPr>
          <a:xfrm>
            <a:off x="863542" y="1398881"/>
            <a:ext cx="4572000" cy="923330"/>
          </a:xfrm>
          <a:prstGeom prst="rect">
            <a:avLst/>
          </a:prstGeom>
        </p:spPr>
        <p:txBody>
          <a:bodyPr>
            <a:spAutoFit/>
          </a:bodyPr>
          <a:lstStyle/>
          <a:p>
            <a:pPr>
              <a:defRPr/>
            </a:pPr>
            <a:r>
              <a:rPr lang="en-US" dirty="0"/>
              <a:t>The vector representing the </a:t>
            </a:r>
          </a:p>
          <a:p>
            <a:pPr>
              <a:defRPr/>
            </a:pPr>
            <a:r>
              <a:rPr lang="en-US" dirty="0"/>
              <a:t>gradient of the objective </a:t>
            </a:r>
          </a:p>
          <a:p>
            <a:pPr>
              <a:defRPr/>
            </a:pPr>
            <a:r>
              <a:rPr lang="en-US" dirty="0"/>
              <a:t>function is</a:t>
            </a:r>
            <a:r>
              <a:rPr lang="en-US" dirty="0" smtClean="0"/>
              <a:t>: </a:t>
            </a:r>
            <a:endParaRPr lang="en-US" dirty="0"/>
          </a:p>
        </p:txBody>
      </p:sp>
      <p:graphicFrame>
        <p:nvGraphicFramePr>
          <p:cNvPr id="403" name="Object 8"/>
          <p:cNvGraphicFramePr>
            <a:graphicFrameLocks noChangeAspect="1"/>
          </p:cNvGraphicFramePr>
          <p:nvPr>
            <p:extLst>
              <p:ext uri="{D42A27DB-BD31-4B8C-83A1-F6EECF244321}">
                <p14:modId xmlns:p14="http://schemas.microsoft.com/office/powerpoint/2010/main" val="14937390"/>
              </p:ext>
            </p:extLst>
          </p:nvPr>
        </p:nvGraphicFramePr>
        <p:xfrm>
          <a:off x="2020888" y="2005013"/>
          <a:ext cx="838200" cy="908050"/>
        </p:xfrm>
        <a:graphic>
          <a:graphicData uri="http://schemas.openxmlformats.org/presentationml/2006/ole">
            <mc:AlternateContent xmlns:mc="http://schemas.openxmlformats.org/markup-compatibility/2006">
              <mc:Choice xmlns:v="urn:schemas-microsoft-com:vml" Requires="v">
                <p:oleObj spid="_x0000_s8212" name="Equation" r:id="rId3" imgW="457200" imgH="495300" progId="Equation.3">
                  <p:embed/>
                </p:oleObj>
              </mc:Choice>
              <mc:Fallback>
                <p:oleObj name="Equation" r:id="rId3" imgW="457200" imgH="495300" progId="Equation.3">
                  <p:embed/>
                  <p:pic>
                    <p:nvPicPr>
                      <p:cNvPr id="0" name=""/>
                      <p:cNvPicPr>
                        <a:picLocks noChangeAspect="1" noChangeArrowheads="1"/>
                      </p:cNvPicPr>
                      <p:nvPr/>
                    </p:nvPicPr>
                    <p:blipFill>
                      <a:blip r:embed="rId4"/>
                      <a:srcRect/>
                      <a:stretch>
                        <a:fillRect/>
                      </a:stretch>
                    </p:blipFill>
                    <p:spPr bwMode="auto">
                      <a:xfrm>
                        <a:off x="2020888" y="2005013"/>
                        <a:ext cx="838200" cy="90805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7"/>
                                </a:srgbClr>
                              </a:outerShdw>
                            </a:effectLst>
                          </a14:hiddenEffects>
                        </a:ext>
                      </a:extLst>
                    </p:spPr>
                  </p:pic>
                </p:oleObj>
              </mc:Fallback>
            </mc:AlternateContent>
          </a:graphicData>
        </a:graphic>
      </p:graphicFrame>
      <p:sp>
        <p:nvSpPr>
          <p:cNvPr id="404" name="TextBox 403"/>
          <p:cNvSpPr txBox="1"/>
          <p:nvPr/>
        </p:nvSpPr>
        <p:spPr>
          <a:xfrm>
            <a:off x="4013203" y="3996277"/>
            <a:ext cx="5351232" cy="369332"/>
          </a:xfrm>
          <a:prstGeom prst="rect">
            <a:avLst/>
          </a:prstGeom>
          <a:noFill/>
        </p:spPr>
        <p:txBody>
          <a:bodyPr wrap="none" rtlCol="0">
            <a:spAutoFit/>
          </a:bodyPr>
          <a:lstStyle/>
          <a:p>
            <a:r>
              <a:rPr lang="en-US" dirty="0" err="1" smtClean="0"/>
              <a:t>Isobenefit</a:t>
            </a:r>
            <a:r>
              <a:rPr lang="en-US" dirty="0" smtClean="0"/>
              <a:t> lines (for different forest and park areas)</a:t>
            </a:r>
            <a:endParaRPr lang="en-US" dirty="0"/>
          </a:p>
        </p:txBody>
      </p:sp>
      <p:cxnSp>
        <p:nvCxnSpPr>
          <p:cNvPr id="405" name="Straight Connector 404"/>
          <p:cNvCxnSpPr/>
          <p:nvPr/>
        </p:nvCxnSpPr>
        <p:spPr bwMode="auto">
          <a:xfrm>
            <a:off x="509282" y="4548719"/>
            <a:ext cx="3486933" cy="1733451"/>
          </a:xfrm>
          <a:prstGeom prst="line">
            <a:avLst/>
          </a:prstGeom>
          <a:noFill/>
          <a:ln w="38100" cap="flat" cmpd="sng" algn="ctr">
            <a:solidFill>
              <a:srgbClr val="660066"/>
            </a:solidFill>
            <a:prstDash val="dash"/>
            <a:round/>
            <a:headEnd type="none" w="med" len="med"/>
            <a:tailEnd type="none" w="med" len="med"/>
          </a:ln>
          <a:effectLst/>
        </p:spPr>
      </p:cxnSp>
      <p:sp>
        <p:nvSpPr>
          <p:cNvPr id="406" name="TextBox 405"/>
          <p:cNvSpPr txBox="1"/>
          <p:nvPr/>
        </p:nvSpPr>
        <p:spPr>
          <a:xfrm>
            <a:off x="3108191" y="5594197"/>
            <a:ext cx="973869" cy="369332"/>
          </a:xfrm>
          <a:prstGeom prst="rect">
            <a:avLst/>
          </a:prstGeom>
          <a:noFill/>
        </p:spPr>
        <p:txBody>
          <a:bodyPr wrap="none" rtlCol="0">
            <a:spAutoFit/>
          </a:bodyPr>
          <a:lstStyle/>
          <a:p>
            <a:r>
              <a:rPr lang="en-US" dirty="0" smtClean="0"/>
              <a:t>Z = 600</a:t>
            </a:r>
            <a:endParaRPr lang="en-US" dirty="0"/>
          </a:p>
        </p:txBody>
      </p:sp>
      <p:sp>
        <p:nvSpPr>
          <p:cNvPr id="407" name="TextBox 406"/>
          <p:cNvSpPr txBox="1"/>
          <p:nvPr/>
        </p:nvSpPr>
        <p:spPr>
          <a:xfrm>
            <a:off x="6577903" y="4438570"/>
            <a:ext cx="2012089" cy="646331"/>
          </a:xfrm>
          <a:prstGeom prst="rect">
            <a:avLst/>
          </a:prstGeom>
          <a:noFill/>
        </p:spPr>
        <p:txBody>
          <a:bodyPr wrap="none" rtlCol="0">
            <a:spAutoFit/>
          </a:bodyPr>
          <a:lstStyle/>
          <a:p>
            <a:pPr marL="57150" indent="0">
              <a:buNone/>
            </a:pPr>
            <a:r>
              <a:rPr lang="en-US" dirty="0"/>
              <a:t>10 x1 + 20 x2 </a:t>
            </a:r>
            <a:r>
              <a:rPr lang="en-US" dirty="0" smtClean="0"/>
              <a:t>= c</a:t>
            </a:r>
            <a:endParaRPr lang="en-US" dirty="0"/>
          </a:p>
          <a:p>
            <a:r>
              <a:rPr lang="en-US" dirty="0" smtClean="0"/>
              <a:t>  x2 = - ½ x1 + c </a:t>
            </a:r>
            <a:endParaRPr lang="en-US" dirty="0"/>
          </a:p>
        </p:txBody>
      </p:sp>
      <p:cxnSp>
        <p:nvCxnSpPr>
          <p:cNvPr id="408" name="Straight Arrow Connector 407"/>
          <p:cNvCxnSpPr/>
          <p:nvPr/>
        </p:nvCxnSpPr>
        <p:spPr bwMode="auto">
          <a:xfrm flipH="1">
            <a:off x="3806235" y="4365609"/>
            <a:ext cx="2882584" cy="1630186"/>
          </a:xfrm>
          <a:prstGeom prst="straightConnector1">
            <a:avLst/>
          </a:prstGeom>
          <a:noFill/>
          <a:ln w="19050" cap="flat" cmpd="sng" algn="ctr">
            <a:solidFill>
              <a:srgbClr val="FF0000"/>
            </a:solidFill>
            <a:prstDash val="solid"/>
            <a:round/>
            <a:headEnd type="none" w="med" len="med"/>
            <a:tailEnd type="arrow"/>
          </a:ln>
          <a:effectLst/>
        </p:spPr>
      </p:cxnSp>
    </p:spTree>
    <p:extLst>
      <p:ext uri="{BB962C8B-B14F-4D97-AF65-F5344CB8AC3E}">
        <p14:creationId xmlns:p14="http://schemas.microsoft.com/office/powerpoint/2010/main" val="237548462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chemeClr val="bg1">
            <a:alpha val="22000"/>
          </a:schemeClr>
        </a:solidFill>
        <a:effectLst/>
      </p:bgPr>
    </p:bg>
    <p:spTree>
      <p:nvGrpSpPr>
        <p:cNvPr id="1" name=""/>
        <p:cNvGrpSpPr/>
        <p:nvPr/>
      </p:nvGrpSpPr>
      <p:grpSpPr>
        <a:xfrm>
          <a:off x="0" y="0"/>
          <a:ext cx="0" cy="0"/>
          <a:chOff x="0" y="0"/>
          <a:chExt cx="0" cy="0"/>
        </a:xfrm>
      </p:grpSpPr>
      <p:sp>
        <p:nvSpPr>
          <p:cNvPr id="5" name="Rectangle 4"/>
          <p:cNvSpPr/>
          <p:nvPr/>
        </p:nvSpPr>
        <p:spPr bwMode="auto">
          <a:xfrm>
            <a:off x="4148667" y="3759200"/>
            <a:ext cx="914400" cy="914400"/>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nvGrpSpPr>
          <p:cNvPr id="369" name="Group 368"/>
          <p:cNvGrpSpPr/>
          <p:nvPr/>
        </p:nvGrpSpPr>
        <p:grpSpPr>
          <a:xfrm>
            <a:off x="-16939" y="0"/>
            <a:ext cx="9177758" cy="6840962"/>
            <a:chOff x="-16939" y="304794"/>
            <a:chExt cx="9177758" cy="6840962"/>
          </a:xfrm>
        </p:grpSpPr>
        <p:grpSp>
          <p:nvGrpSpPr>
            <p:cNvPr id="70" name="Group 69"/>
            <p:cNvGrpSpPr/>
            <p:nvPr/>
          </p:nvGrpSpPr>
          <p:grpSpPr>
            <a:xfrm>
              <a:off x="-16936" y="304794"/>
              <a:ext cx="9177749" cy="1134535"/>
              <a:chOff x="-16936" y="304794"/>
              <a:chExt cx="9177749" cy="1134535"/>
            </a:xfrm>
          </p:grpSpPr>
          <p:grpSp>
            <p:nvGrpSpPr>
              <p:cNvPr id="40" name="Group 39"/>
              <p:cNvGrpSpPr/>
              <p:nvPr/>
            </p:nvGrpSpPr>
            <p:grpSpPr>
              <a:xfrm>
                <a:off x="-16936" y="304794"/>
                <a:ext cx="9177746" cy="575743"/>
                <a:chOff x="304791" y="304794"/>
                <a:chExt cx="9177746" cy="575743"/>
              </a:xfrm>
            </p:grpSpPr>
            <p:grpSp>
              <p:nvGrpSpPr>
                <p:cNvPr id="25" name="Group 24"/>
                <p:cNvGrpSpPr/>
                <p:nvPr/>
              </p:nvGrpSpPr>
              <p:grpSpPr>
                <a:xfrm>
                  <a:off x="304791" y="304794"/>
                  <a:ext cx="4588873" cy="575738"/>
                  <a:chOff x="2455324" y="304801"/>
                  <a:chExt cx="4588873" cy="575738"/>
                </a:xfrm>
              </p:grpSpPr>
              <p:grpSp>
                <p:nvGrpSpPr>
                  <p:cNvPr id="14" name="Group 13"/>
                  <p:cNvGrpSpPr/>
                  <p:nvPr/>
                </p:nvGrpSpPr>
                <p:grpSpPr>
                  <a:xfrm>
                    <a:off x="2455324" y="304801"/>
                    <a:ext cx="1134524" cy="575735"/>
                    <a:chOff x="2455324" y="304801"/>
                    <a:chExt cx="1134524" cy="575735"/>
                  </a:xfrm>
                </p:grpSpPr>
                <p:sp>
                  <p:nvSpPr>
                    <p:cNvPr id="12" name="Rectangle 11"/>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3" name="Rectangle 12"/>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15" name="Group 14"/>
                  <p:cNvGrpSpPr/>
                  <p:nvPr/>
                </p:nvGrpSpPr>
                <p:grpSpPr>
                  <a:xfrm>
                    <a:off x="3606771" y="304804"/>
                    <a:ext cx="1134524" cy="575735"/>
                    <a:chOff x="2455324" y="304801"/>
                    <a:chExt cx="1134524" cy="575735"/>
                  </a:xfrm>
                </p:grpSpPr>
                <p:sp>
                  <p:nvSpPr>
                    <p:cNvPr id="16" name="Rectangle 15"/>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7" name="Rectangle 16"/>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24" name="Group 23"/>
                  <p:cNvGrpSpPr/>
                  <p:nvPr/>
                </p:nvGrpSpPr>
                <p:grpSpPr>
                  <a:xfrm>
                    <a:off x="4758226" y="304801"/>
                    <a:ext cx="2285971" cy="575738"/>
                    <a:chOff x="4148667" y="457201"/>
                    <a:chExt cx="2285971" cy="575738"/>
                  </a:xfrm>
                </p:grpSpPr>
                <p:grpSp>
                  <p:nvGrpSpPr>
                    <p:cNvPr id="18" name="Group 17"/>
                    <p:cNvGrpSpPr/>
                    <p:nvPr/>
                  </p:nvGrpSpPr>
                  <p:grpSpPr>
                    <a:xfrm>
                      <a:off x="4148667" y="457201"/>
                      <a:ext cx="1134524" cy="575735"/>
                      <a:chOff x="2455324" y="304801"/>
                      <a:chExt cx="1134524" cy="575735"/>
                    </a:xfrm>
                  </p:grpSpPr>
                  <p:sp>
                    <p:nvSpPr>
                      <p:cNvPr id="19" name="Rectangle 18"/>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0" name="Rectangle 19"/>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21" name="Group 20"/>
                    <p:cNvGrpSpPr/>
                    <p:nvPr/>
                  </p:nvGrpSpPr>
                  <p:grpSpPr>
                    <a:xfrm>
                      <a:off x="5300114" y="457204"/>
                      <a:ext cx="1134524" cy="575735"/>
                      <a:chOff x="2455324" y="304801"/>
                      <a:chExt cx="1134524" cy="575735"/>
                    </a:xfrm>
                  </p:grpSpPr>
                  <p:sp>
                    <p:nvSpPr>
                      <p:cNvPr id="22" name="Rectangle 21"/>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smtClean="0">
                          <a:ln>
                            <a:noFill/>
                          </a:ln>
                          <a:solidFill>
                            <a:schemeClr val="tx1"/>
                          </a:solidFill>
                          <a:effectLst/>
                          <a:latin typeface="Arial" charset="0"/>
                          <a:cs typeface="Arial" charset="0"/>
                        </a:endParaRPr>
                      </a:p>
                    </p:txBody>
                  </p:sp>
                  <p:sp>
                    <p:nvSpPr>
                      <p:cNvPr id="23" name="Rectangle 22"/>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grpSp>
            <p:grpSp>
              <p:nvGrpSpPr>
                <p:cNvPr id="26" name="Group 25"/>
                <p:cNvGrpSpPr/>
                <p:nvPr/>
              </p:nvGrpSpPr>
              <p:grpSpPr>
                <a:xfrm>
                  <a:off x="4893664" y="304799"/>
                  <a:ext cx="4588873" cy="575738"/>
                  <a:chOff x="2455324" y="304801"/>
                  <a:chExt cx="4588873" cy="575738"/>
                </a:xfrm>
              </p:grpSpPr>
              <p:grpSp>
                <p:nvGrpSpPr>
                  <p:cNvPr id="27" name="Group 26"/>
                  <p:cNvGrpSpPr/>
                  <p:nvPr/>
                </p:nvGrpSpPr>
                <p:grpSpPr>
                  <a:xfrm>
                    <a:off x="2455324" y="304801"/>
                    <a:ext cx="1134524" cy="575735"/>
                    <a:chOff x="2455324" y="304801"/>
                    <a:chExt cx="1134524" cy="575735"/>
                  </a:xfrm>
                </p:grpSpPr>
                <p:sp>
                  <p:nvSpPr>
                    <p:cNvPr id="38" name="Rectangle 37"/>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39" name="Rectangle 38"/>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28" name="Group 27"/>
                  <p:cNvGrpSpPr/>
                  <p:nvPr/>
                </p:nvGrpSpPr>
                <p:grpSpPr>
                  <a:xfrm>
                    <a:off x="3606771" y="304804"/>
                    <a:ext cx="1134524" cy="575735"/>
                    <a:chOff x="2455324" y="304801"/>
                    <a:chExt cx="1134524" cy="575735"/>
                  </a:xfrm>
                </p:grpSpPr>
                <p:sp>
                  <p:nvSpPr>
                    <p:cNvPr id="36" name="Rectangle 35"/>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37" name="Rectangle 36"/>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29" name="Group 28"/>
                  <p:cNvGrpSpPr/>
                  <p:nvPr/>
                </p:nvGrpSpPr>
                <p:grpSpPr>
                  <a:xfrm>
                    <a:off x="4758226" y="304801"/>
                    <a:ext cx="2285971" cy="575738"/>
                    <a:chOff x="4148667" y="457201"/>
                    <a:chExt cx="2285971" cy="575738"/>
                  </a:xfrm>
                </p:grpSpPr>
                <p:grpSp>
                  <p:nvGrpSpPr>
                    <p:cNvPr id="30" name="Group 29"/>
                    <p:cNvGrpSpPr/>
                    <p:nvPr/>
                  </p:nvGrpSpPr>
                  <p:grpSpPr>
                    <a:xfrm>
                      <a:off x="4148667" y="457201"/>
                      <a:ext cx="1134524" cy="575735"/>
                      <a:chOff x="2455324" y="304801"/>
                      <a:chExt cx="1134524" cy="575735"/>
                    </a:xfrm>
                  </p:grpSpPr>
                  <p:sp>
                    <p:nvSpPr>
                      <p:cNvPr id="34" name="Rectangle 33"/>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35" name="Rectangle 34"/>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31" name="Group 30"/>
                    <p:cNvGrpSpPr/>
                    <p:nvPr/>
                  </p:nvGrpSpPr>
                  <p:grpSpPr>
                    <a:xfrm>
                      <a:off x="5300114" y="457204"/>
                      <a:ext cx="1134524" cy="575735"/>
                      <a:chOff x="2455324" y="304801"/>
                      <a:chExt cx="1134524" cy="575735"/>
                    </a:xfrm>
                  </p:grpSpPr>
                  <p:sp>
                    <p:nvSpPr>
                      <p:cNvPr id="32" name="Rectangle 31"/>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33" name="Rectangle 32"/>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grpSp>
          </p:grpSp>
          <p:grpSp>
            <p:nvGrpSpPr>
              <p:cNvPr id="41" name="Group 40"/>
              <p:cNvGrpSpPr/>
              <p:nvPr/>
            </p:nvGrpSpPr>
            <p:grpSpPr>
              <a:xfrm>
                <a:off x="-16933" y="863586"/>
                <a:ext cx="9177746" cy="575743"/>
                <a:chOff x="304791" y="304794"/>
                <a:chExt cx="9177746" cy="575743"/>
              </a:xfrm>
            </p:grpSpPr>
            <p:grpSp>
              <p:nvGrpSpPr>
                <p:cNvPr id="42" name="Group 41"/>
                <p:cNvGrpSpPr/>
                <p:nvPr/>
              </p:nvGrpSpPr>
              <p:grpSpPr>
                <a:xfrm>
                  <a:off x="304791" y="304794"/>
                  <a:ext cx="4588873" cy="575738"/>
                  <a:chOff x="2455324" y="304801"/>
                  <a:chExt cx="4588873" cy="575738"/>
                </a:xfrm>
              </p:grpSpPr>
              <p:grpSp>
                <p:nvGrpSpPr>
                  <p:cNvPr id="57" name="Group 56"/>
                  <p:cNvGrpSpPr/>
                  <p:nvPr/>
                </p:nvGrpSpPr>
                <p:grpSpPr>
                  <a:xfrm>
                    <a:off x="2455324" y="304801"/>
                    <a:ext cx="1134524" cy="575735"/>
                    <a:chOff x="2455324" y="304801"/>
                    <a:chExt cx="1134524" cy="575735"/>
                  </a:xfrm>
                </p:grpSpPr>
                <p:sp>
                  <p:nvSpPr>
                    <p:cNvPr id="68" name="Rectangle 67"/>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69" name="Rectangle 68"/>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58" name="Group 57"/>
                  <p:cNvGrpSpPr/>
                  <p:nvPr/>
                </p:nvGrpSpPr>
                <p:grpSpPr>
                  <a:xfrm>
                    <a:off x="3606771" y="304804"/>
                    <a:ext cx="1134524" cy="575735"/>
                    <a:chOff x="2455324" y="304801"/>
                    <a:chExt cx="1134524" cy="575735"/>
                  </a:xfrm>
                </p:grpSpPr>
                <p:sp>
                  <p:nvSpPr>
                    <p:cNvPr id="66" name="Rectangle 65"/>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67" name="Rectangle 66"/>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59" name="Group 58"/>
                  <p:cNvGrpSpPr/>
                  <p:nvPr/>
                </p:nvGrpSpPr>
                <p:grpSpPr>
                  <a:xfrm>
                    <a:off x="4758226" y="304801"/>
                    <a:ext cx="2285971" cy="575738"/>
                    <a:chOff x="4148667" y="457201"/>
                    <a:chExt cx="2285971" cy="575738"/>
                  </a:xfrm>
                </p:grpSpPr>
                <p:grpSp>
                  <p:nvGrpSpPr>
                    <p:cNvPr id="60" name="Group 59"/>
                    <p:cNvGrpSpPr/>
                    <p:nvPr/>
                  </p:nvGrpSpPr>
                  <p:grpSpPr>
                    <a:xfrm>
                      <a:off x="4148667" y="457201"/>
                      <a:ext cx="1134524" cy="575735"/>
                      <a:chOff x="2455324" y="304801"/>
                      <a:chExt cx="1134524" cy="575735"/>
                    </a:xfrm>
                  </p:grpSpPr>
                  <p:sp>
                    <p:nvSpPr>
                      <p:cNvPr id="64" name="Rectangle 63"/>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65" name="Rectangle 64"/>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61" name="Group 60"/>
                    <p:cNvGrpSpPr/>
                    <p:nvPr/>
                  </p:nvGrpSpPr>
                  <p:grpSpPr>
                    <a:xfrm>
                      <a:off x="5300114" y="457204"/>
                      <a:ext cx="1134524" cy="575735"/>
                      <a:chOff x="2455324" y="304801"/>
                      <a:chExt cx="1134524" cy="575735"/>
                    </a:xfrm>
                  </p:grpSpPr>
                  <p:sp>
                    <p:nvSpPr>
                      <p:cNvPr id="62" name="Rectangle 61"/>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63" name="Rectangle 62"/>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grpSp>
            <p:grpSp>
              <p:nvGrpSpPr>
                <p:cNvPr id="43" name="Group 42"/>
                <p:cNvGrpSpPr/>
                <p:nvPr/>
              </p:nvGrpSpPr>
              <p:grpSpPr>
                <a:xfrm>
                  <a:off x="4893664" y="304799"/>
                  <a:ext cx="4588873" cy="575738"/>
                  <a:chOff x="2455324" y="304801"/>
                  <a:chExt cx="4588873" cy="575738"/>
                </a:xfrm>
              </p:grpSpPr>
              <p:grpSp>
                <p:nvGrpSpPr>
                  <p:cNvPr id="44" name="Group 43"/>
                  <p:cNvGrpSpPr/>
                  <p:nvPr/>
                </p:nvGrpSpPr>
                <p:grpSpPr>
                  <a:xfrm>
                    <a:off x="2455324" y="304801"/>
                    <a:ext cx="1134524" cy="575735"/>
                    <a:chOff x="2455324" y="304801"/>
                    <a:chExt cx="1134524" cy="575735"/>
                  </a:xfrm>
                </p:grpSpPr>
                <p:sp>
                  <p:nvSpPr>
                    <p:cNvPr id="55" name="Rectangle 54"/>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56" name="Rectangle 55"/>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45" name="Group 44"/>
                  <p:cNvGrpSpPr/>
                  <p:nvPr/>
                </p:nvGrpSpPr>
                <p:grpSpPr>
                  <a:xfrm>
                    <a:off x="3606771" y="304804"/>
                    <a:ext cx="1134524" cy="575735"/>
                    <a:chOff x="2455324" y="304801"/>
                    <a:chExt cx="1134524" cy="575735"/>
                  </a:xfrm>
                </p:grpSpPr>
                <p:sp>
                  <p:nvSpPr>
                    <p:cNvPr id="53" name="Rectangle 52"/>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54" name="Rectangle 53"/>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46" name="Group 45"/>
                  <p:cNvGrpSpPr/>
                  <p:nvPr/>
                </p:nvGrpSpPr>
                <p:grpSpPr>
                  <a:xfrm>
                    <a:off x="4758226" y="304801"/>
                    <a:ext cx="2285971" cy="575738"/>
                    <a:chOff x="4148667" y="457201"/>
                    <a:chExt cx="2285971" cy="575738"/>
                  </a:xfrm>
                </p:grpSpPr>
                <p:grpSp>
                  <p:nvGrpSpPr>
                    <p:cNvPr id="47" name="Group 46"/>
                    <p:cNvGrpSpPr/>
                    <p:nvPr/>
                  </p:nvGrpSpPr>
                  <p:grpSpPr>
                    <a:xfrm>
                      <a:off x="4148667" y="457201"/>
                      <a:ext cx="1134524" cy="575735"/>
                      <a:chOff x="2455324" y="304801"/>
                      <a:chExt cx="1134524" cy="575735"/>
                    </a:xfrm>
                  </p:grpSpPr>
                  <p:sp>
                    <p:nvSpPr>
                      <p:cNvPr id="51" name="Rectangle 50"/>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52" name="Rectangle 51"/>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48" name="Group 47"/>
                    <p:cNvGrpSpPr/>
                    <p:nvPr/>
                  </p:nvGrpSpPr>
                  <p:grpSpPr>
                    <a:xfrm>
                      <a:off x="5300114" y="457204"/>
                      <a:ext cx="1134524" cy="575735"/>
                      <a:chOff x="2455324" y="304801"/>
                      <a:chExt cx="1134524" cy="575735"/>
                    </a:xfrm>
                  </p:grpSpPr>
                  <p:sp>
                    <p:nvSpPr>
                      <p:cNvPr id="49" name="Rectangle 48"/>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50" name="Rectangle 49"/>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grpSp>
          </p:grpSp>
        </p:grpSp>
        <p:grpSp>
          <p:nvGrpSpPr>
            <p:cNvPr id="71" name="Group 70"/>
            <p:cNvGrpSpPr/>
            <p:nvPr/>
          </p:nvGrpSpPr>
          <p:grpSpPr>
            <a:xfrm>
              <a:off x="-16933" y="1439308"/>
              <a:ext cx="9177749" cy="1134535"/>
              <a:chOff x="-16936" y="304794"/>
              <a:chExt cx="9177749" cy="1134535"/>
            </a:xfrm>
          </p:grpSpPr>
          <p:grpSp>
            <p:nvGrpSpPr>
              <p:cNvPr id="72" name="Group 71"/>
              <p:cNvGrpSpPr/>
              <p:nvPr/>
            </p:nvGrpSpPr>
            <p:grpSpPr>
              <a:xfrm>
                <a:off x="-16936" y="304794"/>
                <a:ext cx="9177746" cy="575743"/>
                <a:chOff x="304791" y="304794"/>
                <a:chExt cx="9177746" cy="575743"/>
              </a:xfrm>
            </p:grpSpPr>
            <p:grpSp>
              <p:nvGrpSpPr>
                <p:cNvPr id="102" name="Group 101"/>
                <p:cNvGrpSpPr/>
                <p:nvPr/>
              </p:nvGrpSpPr>
              <p:grpSpPr>
                <a:xfrm>
                  <a:off x="304791" y="304794"/>
                  <a:ext cx="4588873" cy="575738"/>
                  <a:chOff x="2455324" y="304801"/>
                  <a:chExt cx="4588873" cy="575738"/>
                </a:xfrm>
              </p:grpSpPr>
              <p:grpSp>
                <p:nvGrpSpPr>
                  <p:cNvPr id="117" name="Group 116"/>
                  <p:cNvGrpSpPr/>
                  <p:nvPr/>
                </p:nvGrpSpPr>
                <p:grpSpPr>
                  <a:xfrm>
                    <a:off x="2455324" y="304801"/>
                    <a:ext cx="1134524" cy="575735"/>
                    <a:chOff x="2455324" y="304801"/>
                    <a:chExt cx="1134524" cy="575735"/>
                  </a:xfrm>
                </p:grpSpPr>
                <p:sp>
                  <p:nvSpPr>
                    <p:cNvPr id="128" name="Rectangle 127"/>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29" name="Rectangle 128"/>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118" name="Group 117"/>
                  <p:cNvGrpSpPr/>
                  <p:nvPr/>
                </p:nvGrpSpPr>
                <p:grpSpPr>
                  <a:xfrm>
                    <a:off x="3606771" y="304804"/>
                    <a:ext cx="1134524" cy="575735"/>
                    <a:chOff x="2455324" y="304801"/>
                    <a:chExt cx="1134524" cy="575735"/>
                  </a:xfrm>
                </p:grpSpPr>
                <p:sp>
                  <p:nvSpPr>
                    <p:cNvPr id="126" name="Rectangle 125"/>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27" name="Rectangle 126"/>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119" name="Group 118"/>
                  <p:cNvGrpSpPr/>
                  <p:nvPr/>
                </p:nvGrpSpPr>
                <p:grpSpPr>
                  <a:xfrm>
                    <a:off x="4758226" y="304801"/>
                    <a:ext cx="2285971" cy="575738"/>
                    <a:chOff x="4148667" y="457201"/>
                    <a:chExt cx="2285971" cy="575738"/>
                  </a:xfrm>
                </p:grpSpPr>
                <p:grpSp>
                  <p:nvGrpSpPr>
                    <p:cNvPr id="120" name="Group 119"/>
                    <p:cNvGrpSpPr/>
                    <p:nvPr/>
                  </p:nvGrpSpPr>
                  <p:grpSpPr>
                    <a:xfrm>
                      <a:off x="4148667" y="457201"/>
                      <a:ext cx="1134524" cy="575735"/>
                      <a:chOff x="2455324" y="304801"/>
                      <a:chExt cx="1134524" cy="575735"/>
                    </a:xfrm>
                  </p:grpSpPr>
                  <p:sp>
                    <p:nvSpPr>
                      <p:cNvPr id="124" name="Rectangle 123"/>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25" name="Rectangle 124"/>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121" name="Group 120"/>
                    <p:cNvGrpSpPr/>
                    <p:nvPr/>
                  </p:nvGrpSpPr>
                  <p:grpSpPr>
                    <a:xfrm>
                      <a:off x="5300114" y="457204"/>
                      <a:ext cx="1134524" cy="575735"/>
                      <a:chOff x="2455324" y="304801"/>
                      <a:chExt cx="1134524" cy="575735"/>
                    </a:xfrm>
                  </p:grpSpPr>
                  <p:sp>
                    <p:nvSpPr>
                      <p:cNvPr id="122" name="Rectangle 121"/>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23" name="Rectangle 122"/>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grpSp>
            <p:grpSp>
              <p:nvGrpSpPr>
                <p:cNvPr id="103" name="Group 102"/>
                <p:cNvGrpSpPr/>
                <p:nvPr/>
              </p:nvGrpSpPr>
              <p:grpSpPr>
                <a:xfrm>
                  <a:off x="4893664" y="304799"/>
                  <a:ext cx="4588873" cy="575738"/>
                  <a:chOff x="2455324" y="304801"/>
                  <a:chExt cx="4588873" cy="575738"/>
                </a:xfrm>
              </p:grpSpPr>
              <p:grpSp>
                <p:nvGrpSpPr>
                  <p:cNvPr id="104" name="Group 103"/>
                  <p:cNvGrpSpPr/>
                  <p:nvPr/>
                </p:nvGrpSpPr>
                <p:grpSpPr>
                  <a:xfrm>
                    <a:off x="2455324" y="304801"/>
                    <a:ext cx="1134524" cy="575735"/>
                    <a:chOff x="2455324" y="304801"/>
                    <a:chExt cx="1134524" cy="575735"/>
                  </a:xfrm>
                </p:grpSpPr>
                <p:sp>
                  <p:nvSpPr>
                    <p:cNvPr id="115" name="Rectangle 114"/>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16" name="Rectangle 115"/>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105" name="Group 104"/>
                  <p:cNvGrpSpPr/>
                  <p:nvPr/>
                </p:nvGrpSpPr>
                <p:grpSpPr>
                  <a:xfrm>
                    <a:off x="3606771" y="304804"/>
                    <a:ext cx="1134524" cy="575735"/>
                    <a:chOff x="2455324" y="304801"/>
                    <a:chExt cx="1134524" cy="575735"/>
                  </a:xfrm>
                </p:grpSpPr>
                <p:sp>
                  <p:nvSpPr>
                    <p:cNvPr id="113" name="Rectangle 112"/>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14" name="Rectangle 113"/>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106" name="Group 105"/>
                  <p:cNvGrpSpPr/>
                  <p:nvPr/>
                </p:nvGrpSpPr>
                <p:grpSpPr>
                  <a:xfrm>
                    <a:off x="4758226" y="304801"/>
                    <a:ext cx="2285971" cy="575738"/>
                    <a:chOff x="4148667" y="457201"/>
                    <a:chExt cx="2285971" cy="575738"/>
                  </a:xfrm>
                </p:grpSpPr>
                <p:grpSp>
                  <p:nvGrpSpPr>
                    <p:cNvPr id="107" name="Group 106"/>
                    <p:cNvGrpSpPr/>
                    <p:nvPr/>
                  </p:nvGrpSpPr>
                  <p:grpSpPr>
                    <a:xfrm>
                      <a:off x="4148667" y="457201"/>
                      <a:ext cx="1134524" cy="575735"/>
                      <a:chOff x="2455324" y="304801"/>
                      <a:chExt cx="1134524" cy="575735"/>
                    </a:xfrm>
                  </p:grpSpPr>
                  <p:sp>
                    <p:nvSpPr>
                      <p:cNvPr id="111" name="Rectangle 110"/>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12" name="Rectangle 111"/>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108" name="Group 107"/>
                    <p:cNvGrpSpPr/>
                    <p:nvPr/>
                  </p:nvGrpSpPr>
                  <p:grpSpPr>
                    <a:xfrm>
                      <a:off x="5300114" y="457204"/>
                      <a:ext cx="1134524" cy="575735"/>
                      <a:chOff x="2455324" y="304801"/>
                      <a:chExt cx="1134524" cy="575735"/>
                    </a:xfrm>
                  </p:grpSpPr>
                  <p:sp>
                    <p:nvSpPr>
                      <p:cNvPr id="109" name="Rectangle 108"/>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10" name="Rectangle 109"/>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grpSp>
          </p:grpSp>
          <p:grpSp>
            <p:nvGrpSpPr>
              <p:cNvPr id="73" name="Group 72"/>
              <p:cNvGrpSpPr/>
              <p:nvPr/>
            </p:nvGrpSpPr>
            <p:grpSpPr>
              <a:xfrm>
                <a:off x="-16933" y="863586"/>
                <a:ext cx="9177746" cy="575743"/>
                <a:chOff x="304791" y="304794"/>
                <a:chExt cx="9177746" cy="575743"/>
              </a:xfrm>
            </p:grpSpPr>
            <p:grpSp>
              <p:nvGrpSpPr>
                <p:cNvPr id="74" name="Group 73"/>
                <p:cNvGrpSpPr/>
                <p:nvPr/>
              </p:nvGrpSpPr>
              <p:grpSpPr>
                <a:xfrm>
                  <a:off x="304791" y="304794"/>
                  <a:ext cx="4588873" cy="575738"/>
                  <a:chOff x="2455324" y="304801"/>
                  <a:chExt cx="4588873" cy="575738"/>
                </a:xfrm>
              </p:grpSpPr>
              <p:grpSp>
                <p:nvGrpSpPr>
                  <p:cNvPr id="89" name="Group 88"/>
                  <p:cNvGrpSpPr/>
                  <p:nvPr/>
                </p:nvGrpSpPr>
                <p:grpSpPr>
                  <a:xfrm>
                    <a:off x="2455324" y="304801"/>
                    <a:ext cx="1134524" cy="575735"/>
                    <a:chOff x="2455324" y="304801"/>
                    <a:chExt cx="1134524" cy="575735"/>
                  </a:xfrm>
                </p:grpSpPr>
                <p:sp>
                  <p:nvSpPr>
                    <p:cNvPr id="100" name="Rectangle 99"/>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01" name="Rectangle 100"/>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90" name="Group 89"/>
                  <p:cNvGrpSpPr/>
                  <p:nvPr/>
                </p:nvGrpSpPr>
                <p:grpSpPr>
                  <a:xfrm>
                    <a:off x="3606771" y="304804"/>
                    <a:ext cx="1134524" cy="575735"/>
                    <a:chOff x="2455324" y="304801"/>
                    <a:chExt cx="1134524" cy="575735"/>
                  </a:xfrm>
                </p:grpSpPr>
                <p:sp>
                  <p:nvSpPr>
                    <p:cNvPr id="98" name="Rectangle 97"/>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99" name="Rectangle 98"/>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91" name="Group 90"/>
                  <p:cNvGrpSpPr/>
                  <p:nvPr/>
                </p:nvGrpSpPr>
                <p:grpSpPr>
                  <a:xfrm>
                    <a:off x="4758226" y="304801"/>
                    <a:ext cx="2285971" cy="575738"/>
                    <a:chOff x="4148667" y="457201"/>
                    <a:chExt cx="2285971" cy="575738"/>
                  </a:xfrm>
                </p:grpSpPr>
                <p:grpSp>
                  <p:nvGrpSpPr>
                    <p:cNvPr id="92" name="Group 91"/>
                    <p:cNvGrpSpPr/>
                    <p:nvPr/>
                  </p:nvGrpSpPr>
                  <p:grpSpPr>
                    <a:xfrm>
                      <a:off x="4148667" y="457201"/>
                      <a:ext cx="1134524" cy="575735"/>
                      <a:chOff x="2455324" y="304801"/>
                      <a:chExt cx="1134524" cy="575735"/>
                    </a:xfrm>
                  </p:grpSpPr>
                  <p:sp>
                    <p:nvSpPr>
                      <p:cNvPr id="96" name="Rectangle 95"/>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97" name="Rectangle 96"/>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93" name="Group 92"/>
                    <p:cNvGrpSpPr/>
                    <p:nvPr/>
                  </p:nvGrpSpPr>
                  <p:grpSpPr>
                    <a:xfrm>
                      <a:off x="5300114" y="457204"/>
                      <a:ext cx="1134524" cy="575735"/>
                      <a:chOff x="2455324" y="304801"/>
                      <a:chExt cx="1134524" cy="575735"/>
                    </a:xfrm>
                  </p:grpSpPr>
                  <p:sp>
                    <p:nvSpPr>
                      <p:cNvPr id="94" name="Rectangle 93"/>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95" name="Rectangle 94"/>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grpSp>
            <p:grpSp>
              <p:nvGrpSpPr>
                <p:cNvPr id="75" name="Group 74"/>
                <p:cNvGrpSpPr/>
                <p:nvPr/>
              </p:nvGrpSpPr>
              <p:grpSpPr>
                <a:xfrm>
                  <a:off x="4893664" y="304799"/>
                  <a:ext cx="4588873" cy="575738"/>
                  <a:chOff x="2455324" y="304801"/>
                  <a:chExt cx="4588873" cy="575738"/>
                </a:xfrm>
              </p:grpSpPr>
              <p:grpSp>
                <p:nvGrpSpPr>
                  <p:cNvPr id="76" name="Group 75"/>
                  <p:cNvGrpSpPr/>
                  <p:nvPr/>
                </p:nvGrpSpPr>
                <p:grpSpPr>
                  <a:xfrm>
                    <a:off x="2455324" y="304801"/>
                    <a:ext cx="1134524" cy="575735"/>
                    <a:chOff x="2455324" y="304801"/>
                    <a:chExt cx="1134524" cy="575735"/>
                  </a:xfrm>
                </p:grpSpPr>
                <p:sp>
                  <p:nvSpPr>
                    <p:cNvPr id="87" name="Rectangle 86"/>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88" name="Rectangle 87"/>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77" name="Group 76"/>
                  <p:cNvGrpSpPr/>
                  <p:nvPr/>
                </p:nvGrpSpPr>
                <p:grpSpPr>
                  <a:xfrm>
                    <a:off x="3606771" y="304804"/>
                    <a:ext cx="1134524" cy="575735"/>
                    <a:chOff x="2455324" y="304801"/>
                    <a:chExt cx="1134524" cy="575735"/>
                  </a:xfrm>
                </p:grpSpPr>
                <p:sp>
                  <p:nvSpPr>
                    <p:cNvPr id="85" name="Rectangle 84"/>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86" name="Rectangle 85"/>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78" name="Group 77"/>
                  <p:cNvGrpSpPr/>
                  <p:nvPr/>
                </p:nvGrpSpPr>
                <p:grpSpPr>
                  <a:xfrm>
                    <a:off x="4758226" y="304801"/>
                    <a:ext cx="2285971" cy="575738"/>
                    <a:chOff x="4148667" y="457201"/>
                    <a:chExt cx="2285971" cy="575738"/>
                  </a:xfrm>
                </p:grpSpPr>
                <p:grpSp>
                  <p:nvGrpSpPr>
                    <p:cNvPr id="79" name="Group 78"/>
                    <p:cNvGrpSpPr/>
                    <p:nvPr/>
                  </p:nvGrpSpPr>
                  <p:grpSpPr>
                    <a:xfrm>
                      <a:off x="4148667" y="457201"/>
                      <a:ext cx="1134524" cy="575735"/>
                      <a:chOff x="2455324" y="304801"/>
                      <a:chExt cx="1134524" cy="575735"/>
                    </a:xfrm>
                  </p:grpSpPr>
                  <p:sp>
                    <p:nvSpPr>
                      <p:cNvPr id="83" name="Rectangle 82"/>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84" name="Rectangle 83"/>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80" name="Group 79"/>
                    <p:cNvGrpSpPr/>
                    <p:nvPr/>
                  </p:nvGrpSpPr>
                  <p:grpSpPr>
                    <a:xfrm>
                      <a:off x="5300114" y="457204"/>
                      <a:ext cx="1134524" cy="575735"/>
                      <a:chOff x="2455324" y="304801"/>
                      <a:chExt cx="1134524" cy="575735"/>
                    </a:xfrm>
                  </p:grpSpPr>
                  <p:sp>
                    <p:nvSpPr>
                      <p:cNvPr id="81" name="Rectangle 80"/>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82" name="Rectangle 81"/>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grpSp>
          </p:grpSp>
        </p:grpSp>
        <p:grpSp>
          <p:nvGrpSpPr>
            <p:cNvPr id="132" name="Group 131"/>
            <p:cNvGrpSpPr/>
            <p:nvPr/>
          </p:nvGrpSpPr>
          <p:grpSpPr>
            <a:xfrm>
              <a:off x="-16939" y="2590814"/>
              <a:ext cx="9177749" cy="1134535"/>
              <a:chOff x="-16936" y="304794"/>
              <a:chExt cx="9177749" cy="1134535"/>
            </a:xfrm>
          </p:grpSpPr>
          <p:grpSp>
            <p:nvGrpSpPr>
              <p:cNvPr id="192" name="Group 191"/>
              <p:cNvGrpSpPr/>
              <p:nvPr/>
            </p:nvGrpSpPr>
            <p:grpSpPr>
              <a:xfrm>
                <a:off x="-16936" y="304794"/>
                <a:ext cx="9177746" cy="575743"/>
                <a:chOff x="304791" y="304794"/>
                <a:chExt cx="9177746" cy="575743"/>
              </a:xfrm>
            </p:grpSpPr>
            <p:grpSp>
              <p:nvGrpSpPr>
                <p:cNvPr id="222" name="Group 221"/>
                <p:cNvGrpSpPr/>
                <p:nvPr/>
              </p:nvGrpSpPr>
              <p:grpSpPr>
                <a:xfrm>
                  <a:off x="304791" y="304794"/>
                  <a:ext cx="4588873" cy="575738"/>
                  <a:chOff x="2455324" y="304801"/>
                  <a:chExt cx="4588873" cy="575738"/>
                </a:xfrm>
              </p:grpSpPr>
              <p:grpSp>
                <p:nvGrpSpPr>
                  <p:cNvPr id="237" name="Group 236"/>
                  <p:cNvGrpSpPr/>
                  <p:nvPr/>
                </p:nvGrpSpPr>
                <p:grpSpPr>
                  <a:xfrm>
                    <a:off x="2455324" y="304801"/>
                    <a:ext cx="1134524" cy="575735"/>
                    <a:chOff x="2455324" y="304801"/>
                    <a:chExt cx="1134524" cy="575735"/>
                  </a:xfrm>
                </p:grpSpPr>
                <p:sp>
                  <p:nvSpPr>
                    <p:cNvPr id="248" name="Rectangle 247"/>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49" name="Rectangle 248"/>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238" name="Group 237"/>
                  <p:cNvGrpSpPr/>
                  <p:nvPr/>
                </p:nvGrpSpPr>
                <p:grpSpPr>
                  <a:xfrm>
                    <a:off x="3606771" y="304804"/>
                    <a:ext cx="1134524" cy="575735"/>
                    <a:chOff x="2455324" y="304801"/>
                    <a:chExt cx="1134524" cy="575735"/>
                  </a:xfrm>
                </p:grpSpPr>
                <p:sp>
                  <p:nvSpPr>
                    <p:cNvPr id="246" name="Rectangle 245"/>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47" name="Rectangle 246"/>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239" name="Group 238"/>
                  <p:cNvGrpSpPr/>
                  <p:nvPr/>
                </p:nvGrpSpPr>
                <p:grpSpPr>
                  <a:xfrm>
                    <a:off x="4758226" y="304801"/>
                    <a:ext cx="2285971" cy="575738"/>
                    <a:chOff x="4148667" y="457201"/>
                    <a:chExt cx="2285971" cy="575738"/>
                  </a:xfrm>
                </p:grpSpPr>
                <p:grpSp>
                  <p:nvGrpSpPr>
                    <p:cNvPr id="240" name="Group 239"/>
                    <p:cNvGrpSpPr/>
                    <p:nvPr/>
                  </p:nvGrpSpPr>
                  <p:grpSpPr>
                    <a:xfrm>
                      <a:off x="4148667" y="457201"/>
                      <a:ext cx="1134524" cy="575735"/>
                      <a:chOff x="2455324" y="304801"/>
                      <a:chExt cx="1134524" cy="575735"/>
                    </a:xfrm>
                  </p:grpSpPr>
                  <p:sp>
                    <p:nvSpPr>
                      <p:cNvPr id="244" name="Rectangle 243"/>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45" name="Rectangle 244"/>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241" name="Group 240"/>
                    <p:cNvGrpSpPr/>
                    <p:nvPr/>
                  </p:nvGrpSpPr>
                  <p:grpSpPr>
                    <a:xfrm>
                      <a:off x="5300114" y="457204"/>
                      <a:ext cx="1134524" cy="575735"/>
                      <a:chOff x="2455324" y="304801"/>
                      <a:chExt cx="1134524" cy="575735"/>
                    </a:xfrm>
                  </p:grpSpPr>
                  <p:sp>
                    <p:nvSpPr>
                      <p:cNvPr id="242" name="Rectangle 241"/>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43" name="Rectangle 242"/>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grpSp>
            <p:grpSp>
              <p:nvGrpSpPr>
                <p:cNvPr id="223" name="Group 222"/>
                <p:cNvGrpSpPr/>
                <p:nvPr/>
              </p:nvGrpSpPr>
              <p:grpSpPr>
                <a:xfrm>
                  <a:off x="4893664" y="304799"/>
                  <a:ext cx="4588873" cy="575738"/>
                  <a:chOff x="2455324" y="304801"/>
                  <a:chExt cx="4588873" cy="575738"/>
                </a:xfrm>
              </p:grpSpPr>
              <p:grpSp>
                <p:nvGrpSpPr>
                  <p:cNvPr id="224" name="Group 223"/>
                  <p:cNvGrpSpPr/>
                  <p:nvPr/>
                </p:nvGrpSpPr>
                <p:grpSpPr>
                  <a:xfrm>
                    <a:off x="2455324" y="304801"/>
                    <a:ext cx="1134524" cy="575735"/>
                    <a:chOff x="2455324" y="304801"/>
                    <a:chExt cx="1134524" cy="575735"/>
                  </a:xfrm>
                </p:grpSpPr>
                <p:sp>
                  <p:nvSpPr>
                    <p:cNvPr id="235" name="Rectangle 234"/>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36" name="Rectangle 235"/>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225" name="Group 224"/>
                  <p:cNvGrpSpPr/>
                  <p:nvPr/>
                </p:nvGrpSpPr>
                <p:grpSpPr>
                  <a:xfrm>
                    <a:off x="3606771" y="304804"/>
                    <a:ext cx="1134524" cy="575735"/>
                    <a:chOff x="2455324" y="304801"/>
                    <a:chExt cx="1134524" cy="575735"/>
                  </a:xfrm>
                </p:grpSpPr>
                <p:sp>
                  <p:nvSpPr>
                    <p:cNvPr id="233" name="Rectangle 232"/>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34" name="Rectangle 233"/>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226" name="Group 225"/>
                  <p:cNvGrpSpPr/>
                  <p:nvPr/>
                </p:nvGrpSpPr>
                <p:grpSpPr>
                  <a:xfrm>
                    <a:off x="4758226" y="304801"/>
                    <a:ext cx="2285971" cy="575738"/>
                    <a:chOff x="4148667" y="457201"/>
                    <a:chExt cx="2285971" cy="575738"/>
                  </a:xfrm>
                </p:grpSpPr>
                <p:grpSp>
                  <p:nvGrpSpPr>
                    <p:cNvPr id="227" name="Group 226"/>
                    <p:cNvGrpSpPr/>
                    <p:nvPr/>
                  </p:nvGrpSpPr>
                  <p:grpSpPr>
                    <a:xfrm>
                      <a:off x="4148667" y="457201"/>
                      <a:ext cx="1134524" cy="575735"/>
                      <a:chOff x="2455324" y="304801"/>
                      <a:chExt cx="1134524" cy="575735"/>
                    </a:xfrm>
                  </p:grpSpPr>
                  <p:sp>
                    <p:nvSpPr>
                      <p:cNvPr id="231" name="Rectangle 230"/>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32" name="Rectangle 231"/>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228" name="Group 227"/>
                    <p:cNvGrpSpPr/>
                    <p:nvPr/>
                  </p:nvGrpSpPr>
                  <p:grpSpPr>
                    <a:xfrm>
                      <a:off x="5300114" y="457204"/>
                      <a:ext cx="1134524" cy="575735"/>
                      <a:chOff x="2455324" y="304801"/>
                      <a:chExt cx="1134524" cy="575735"/>
                    </a:xfrm>
                  </p:grpSpPr>
                  <p:sp>
                    <p:nvSpPr>
                      <p:cNvPr id="229" name="Rectangle 228"/>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30" name="Rectangle 229"/>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grpSp>
          </p:grpSp>
          <p:grpSp>
            <p:nvGrpSpPr>
              <p:cNvPr id="193" name="Group 192"/>
              <p:cNvGrpSpPr/>
              <p:nvPr/>
            </p:nvGrpSpPr>
            <p:grpSpPr>
              <a:xfrm>
                <a:off x="-16933" y="863586"/>
                <a:ext cx="9177746" cy="575743"/>
                <a:chOff x="304791" y="304794"/>
                <a:chExt cx="9177746" cy="575743"/>
              </a:xfrm>
            </p:grpSpPr>
            <p:grpSp>
              <p:nvGrpSpPr>
                <p:cNvPr id="194" name="Group 193"/>
                <p:cNvGrpSpPr/>
                <p:nvPr/>
              </p:nvGrpSpPr>
              <p:grpSpPr>
                <a:xfrm>
                  <a:off x="304791" y="304794"/>
                  <a:ext cx="4588873" cy="575738"/>
                  <a:chOff x="2455324" y="304801"/>
                  <a:chExt cx="4588873" cy="575738"/>
                </a:xfrm>
              </p:grpSpPr>
              <p:grpSp>
                <p:nvGrpSpPr>
                  <p:cNvPr id="209" name="Group 208"/>
                  <p:cNvGrpSpPr/>
                  <p:nvPr/>
                </p:nvGrpSpPr>
                <p:grpSpPr>
                  <a:xfrm>
                    <a:off x="2455324" y="304801"/>
                    <a:ext cx="1134524" cy="575735"/>
                    <a:chOff x="2455324" y="304801"/>
                    <a:chExt cx="1134524" cy="575735"/>
                  </a:xfrm>
                </p:grpSpPr>
                <p:sp>
                  <p:nvSpPr>
                    <p:cNvPr id="220" name="Rectangle 219"/>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21" name="Rectangle 220"/>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210" name="Group 209"/>
                  <p:cNvGrpSpPr/>
                  <p:nvPr/>
                </p:nvGrpSpPr>
                <p:grpSpPr>
                  <a:xfrm>
                    <a:off x="3606771" y="304804"/>
                    <a:ext cx="1134524" cy="575735"/>
                    <a:chOff x="2455324" y="304801"/>
                    <a:chExt cx="1134524" cy="575735"/>
                  </a:xfrm>
                </p:grpSpPr>
                <p:sp>
                  <p:nvSpPr>
                    <p:cNvPr id="218" name="Rectangle 217"/>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19" name="Rectangle 218"/>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211" name="Group 210"/>
                  <p:cNvGrpSpPr/>
                  <p:nvPr/>
                </p:nvGrpSpPr>
                <p:grpSpPr>
                  <a:xfrm>
                    <a:off x="4758226" y="304801"/>
                    <a:ext cx="2285971" cy="575738"/>
                    <a:chOff x="4148667" y="457201"/>
                    <a:chExt cx="2285971" cy="575738"/>
                  </a:xfrm>
                </p:grpSpPr>
                <p:grpSp>
                  <p:nvGrpSpPr>
                    <p:cNvPr id="212" name="Group 211"/>
                    <p:cNvGrpSpPr/>
                    <p:nvPr/>
                  </p:nvGrpSpPr>
                  <p:grpSpPr>
                    <a:xfrm>
                      <a:off x="4148667" y="457201"/>
                      <a:ext cx="1134524" cy="575735"/>
                      <a:chOff x="2455324" y="304801"/>
                      <a:chExt cx="1134524" cy="575735"/>
                    </a:xfrm>
                  </p:grpSpPr>
                  <p:sp>
                    <p:nvSpPr>
                      <p:cNvPr id="216" name="Rectangle 215"/>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17" name="Rectangle 216"/>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213" name="Group 212"/>
                    <p:cNvGrpSpPr/>
                    <p:nvPr/>
                  </p:nvGrpSpPr>
                  <p:grpSpPr>
                    <a:xfrm>
                      <a:off x="5300114" y="457204"/>
                      <a:ext cx="1134524" cy="575735"/>
                      <a:chOff x="2455324" y="304801"/>
                      <a:chExt cx="1134524" cy="575735"/>
                    </a:xfrm>
                  </p:grpSpPr>
                  <p:sp>
                    <p:nvSpPr>
                      <p:cNvPr id="214" name="Rectangle 213"/>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15" name="Rectangle 214"/>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grpSp>
            <p:grpSp>
              <p:nvGrpSpPr>
                <p:cNvPr id="195" name="Group 194"/>
                <p:cNvGrpSpPr/>
                <p:nvPr/>
              </p:nvGrpSpPr>
              <p:grpSpPr>
                <a:xfrm>
                  <a:off x="4893664" y="304799"/>
                  <a:ext cx="4588873" cy="575738"/>
                  <a:chOff x="2455324" y="304801"/>
                  <a:chExt cx="4588873" cy="575738"/>
                </a:xfrm>
              </p:grpSpPr>
              <p:grpSp>
                <p:nvGrpSpPr>
                  <p:cNvPr id="196" name="Group 195"/>
                  <p:cNvGrpSpPr/>
                  <p:nvPr/>
                </p:nvGrpSpPr>
                <p:grpSpPr>
                  <a:xfrm>
                    <a:off x="2455324" y="304801"/>
                    <a:ext cx="1134524" cy="575735"/>
                    <a:chOff x="2455324" y="304801"/>
                    <a:chExt cx="1134524" cy="575735"/>
                  </a:xfrm>
                </p:grpSpPr>
                <p:sp>
                  <p:nvSpPr>
                    <p:cNvPr id="207" name="Rectangle 206"/>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08" name="Rectangle 207"/>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197" name="Group 196"/>
                  <p:cNvGrpSpPr/>
                  <p:nvPr/>
                </p:nvGrpSpPr>
                <p:grpSpPr>
                  <a:xfrm>
                    <a:off x="3606771" y="304804"/>
                    <a:ext cx="1134524" cy="575735"/>
                    <a:chOff x="2455324" y="304801"/>
                    <a:chExt cx="1134524" cy="575735"/>
                  </a:xfrm>
                </p:grpSpPr>
                <p:sp>
                  <p:nvSpPr>
                    <p:cNvPr id="205" name="Rectangle 204"/>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06" name="Rectangle 205"/>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198" name="Group 197"/>
                  <p:cNvGrpSpPr/>
                  <p:nvPr/>
                </p:nvGrpSpPr>
                <p:grpSpPr>
                  <a:xfrm>
                    <a:off x="4758226" y="304801"/>
                    <a:ext cx="2285971" cy="575738"/>
                    <a:chOff x="4148667" y="457201"/>
                    <a:chExt cx="2285971" cy="575738"/>
                  </a:xfrm>
                </p:grpSpPr>
                <p:grpSp>
                  <p:nvGrpSpPr>
                    <p:cNvPr id="199" name="Group 198"/>
                    <p:cNvGrpSpPr/>
                    <p:nvPr/>
                  </p:nvGrpSpPr>
                  <p:grpSpPr>
                    <a:xfrm>
                      <a:off x="4148667" y="457201"/>
                      <a:ext cx="1134524" cy="575735"/>
                      <a:chOff x="2455324" y="304801"/>
                      <a:chExt cx="1134524" cy="575735"/>
                    </a:xfrm>
                  </p:grpSpPr>
                  <p:sp>
                    <p:nvSpPr>
                      <p:cNvPr id="203" name="Rectangle 202"/>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04" name="Rectangle 203"/>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200" name="Group 199"/>
                    <p:cNvGrpSpPr/>
                    <p:nvPr/>
                  </p:nvGrpSpPr>
                  <p:grpSpPr>
                    <a:xfrm>
                      <a:off x="5300114" y="457204"/>
                      <a:ext cx="1134524" cy="575735"/>
                      <a:chOff x="2455324" y="304801"/>
                      <a:chExt cx="1134524" cy="575735"/>
                    </a:xfrm>
                  </p:grpSpPr>
                  <p:sp>
                    <p:nvSpPr>
                      <p:cNvPr id="201" name="Rectangle 200"/>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02" name="Rectangle 201"/>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grpSp>
          </p:grpSp>
        </p:grpSp>
        <p:grpSp>
          <p:nvGrpSpPr>
            <p:cNvPr id="133" name="Group 132"/>
            <p:cNvGrpSpPr/>
            <p:nvPr/>
          </p:nvGrpSpPr>
          <p:grpSpPr>
            <a:xfrm>
              <a:off x="-16936" y="3725328"/>
              <a:ext cx="9177749" cy="1134535"/>
              <a:chOff x="-16936" y="304794"/>
              <a:chExt cx="9177749" cy="1134535"/>
            </a:xfrm>
          </p:grpSpPr>
          <p:grpSp>
            <p:nvGrpSpPr>
              <p:cNvPr id="134" name="Group 133"/>
              <p:cNvGrpSpPr/>
              <p:nvPr/>
            </p:nvGrpSpPr>
            <p:grpSpPr>
              <a:xfrm>
                <a:off x="-16936" y="304794"/>
                <a:ext cx="9177746" cy="575743"/>
                <a:chOff x="304791" y="304794"/>
                <a:chExt cx="9177746" cy="575743"/>
              </a:xfrm>
            </p:grpSpPr>
            <p:grpSp>
              <p:nvGrpSpPr>
                <p:cNvPr id="164" name="Group 163"/>
                <p:cNvGrpSpPr/>
                <p:nvPr/>
              </p:nvGrpSpPr>
              <p:grpSpPr>
                <a:xfrm>
                  <a:off x="304791" y="304794"/>
                  <a:ext cx="4588873" cy="575738"/>
                  <a:chOff x="2455324" y="304801"/>
                  <a:chExt cx="4588873" cy="575738"/>
                </a:xfrm>
              </p:grpSpPr>
              <p:grpSp>
                <p:nvGrpSpPr>
                  <p:cNvPr id="179" name="Group 178"/>
                  <p:cNvGrpSpPr/>
                  <p:nvPr/>
                </p:nvGrpSpPr>
                <p:grpSpPr>
                  <a:xfrm>
                    <a:off x="2455324" y="304801"/>
                    <a:ext cx="1134524" cy="575735"/>
                    <a:chOff x="2455324" y="304801"/>
                    <a:chExt cx="1134524" cy="575735"/>
                  </a:xfrm>
                </p:grpSpPr>
                <p:sp>
                  <p:nvSpPr>
                    <p:cNvPr id="190" name="Rectangle 189"/>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91" name="Rectangle 190"/>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180" name="Group 179"/>
                  <p:cNvGrpSpPr/>
                  <p:nvPr/>
                </p:nvGrpSpPr>
                <p:grpSpPr>
                  <a:xfrm>
                    <a:off x="3606771" y="304804"/>
                    <a:ext cx="1134524" cy="575735"/>
                    <a:chOff x="2455324" y="304801"/>
                    <a:chExt cx="1134524" cy="575735"/>
                  </a:xfrm>
                </p:grpSpPr>
                <p:sp>
                  <p:nvSpPr>
                    <p:cNvPr id="188" name="Rectangle 187"/>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89" name="Rectangle 188"/>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181" name="Group 180"/>
                  <p:cNvGrpSpPr/>
                  <p:nvPr/>
                </p:nvGrpSpPr>
                <p:grpSpPr>
                  <a:xfrm>
                    <a:off x="4758226" y="304801"/>
                    <a:ext cx="2285971" cy="575738"/>
                    <a:chOff x="4148667" y="457201"/>
                    <a:chExt cx="2285971" cy="575738"/>
                  </a:xfrm>
                </p:grpSpPr>
                <p:grpSp>
                  <p:nvGrpSpPr>
                    <p:cNvPr id="182" name="Group 181"/>
                    <p:cNvGrpSpPr/>
                    <p:nvPr/>
                  </p:nvGrpSpPr>
                  <p:grpSpPr>
                    <a:xfrm>
                      <a:off x="4148667" y="457201"/>
                      <a:ext cx="1134524" cy="575735"/>
                      <a:chOff x="2455324" y="304801"/>
                      <a:chExt cx="1134524" cy="575735"/>
                    </a:xfrm>
                  </p:grpSpPr>
                  <p:sp>
                    <p:nvSpPr>
                      <p:cNvPr id="186" name="Rectangle 185"/>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87" name="Rectangle 186"/>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183" name="Group 182"/>
                    <p:cNvGrpSpPr/>
                    <p:nvPr/>
                  </p:nvGrpSpPr>
                  <p:grpSpPr>
                    <a:xfrm>
                      <a:off x="5300114" y="457204"/>
                      <a:ext cx="1134524" cy="575735"/>
                      <a:chOff x="2455324" y="304801"/>
                      <a:chExt cx="1134524" cy="575735"/>
                    </a:xfrm>
                  </p:grpSpPr>
                  <p:sp>
                    <p:nvSpPr>
                      <p:cNvPr id="184" name="Rectangle 183"/>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85" name="Rectangle 184"/>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grpSp>
            <p:grpSp>
              <p:nvGrpSpPr>
                <p:cNvPr id="165" name="Group 164"/>
                <p:cNvGrpSpPr/>
                <p:nvPr/>
              </p:nvGrpSpPr>
              <p:grpSpPr>
                <a:xfrm>
                  <a:off x="4893664" y="304799"/>
                  <a:ext cx="4588873" cy="575738"/>
                  <a:chOff x="2455324" y="304801"/>
                  <a:chExt cx="4588873" cy="575738"/>
                </a:xfrm>
              </p:grpSpPr>
              <p:grpSp>
                <p:nvGrpSpPr>
                  <p:cNvPr id="166" name="Group 165"/>
                  <p:cNvGrpSpPr/>
                  <p:nvPr/>
                </p:nvGrpSpPr>
                <p:grpSpPr>
                  <a:xfrm>
                    <a:off x="2455324" y="304801"/>
                    <a:ext cx="1134524" cy="575735"/>
                    <a:chOff x="2455324" y="304801"/>
                    <a:chExt cx="1134524" cy="575735"/>
                  </a:xfrm>
                </p:grpSpPr>
                <p:sp>
                  <p:nvSpPr>
                    <p:cNvPr id="177" name="Rectangle 176"/>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78" name="Rectangle 177"/>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167" name="Group 166"/>
                  <p:cNvGrpSpPr/>
                  <p:nvPr/>
                </p:nvGrpSpPr>
                <p:grpSpPr>
                  <a:xfrm>
                    <a:off x="3606771" y="304804"/>
                    <a:ext cx="1134524" cy="575735"/>
                    <a:chOff x="2455324" y="304801"/>
                    <a:chExt cx="1134524" cy="575735"/>
                  </a:xfrm>
                </p:grpSpPr>
                <p:sp>
                  <p:nvSpPr>
                    <p:cNvPr id="175" name="Rectangle 174"/>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76" name="Rectangle 175"/>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168" name="Group 167"/>
                  <p:cNvGrpSpPr/>
                  <p:nvPr/>
                </p:nvGrpSpPr>
                <p:grpSpPr>
                  <a:xfrm>
                    <a:off x="4758226" y="304801"/>
                    <a:ext cx="2285971" cy="575738"/>
                    <a:chOff x="4148667" y="457201"/>
                    <a:chExt cx="2285971" cy="575738"/>
                  </a:xfrm>
                </p:grpSpPr>
                <p:grpSp>
                  <p:nvGrpSpPr>
                    <p:cNvPr id="169" name="Group 168"/>
                    <p:cNvGrpSpPr/>
                    <p:nvPr/>
                  </p:nvGrpSpPr>
                  <p:grpSpPr>
                    <a:xfrm>
                      <a:off x="4148667" y="457201"/>
                      <a:ext cx="1134524" cy="575735"/>
                      <a:chOff x="2455324" y="304801"/>
                      <a:chExt cx="1134524" cy="575735"/>
                    </a:xfrm>
                  </p:grpSpPr>
                  <p:sp>
                    <p:nvSpPr>
                      <p:cNvPr id="173" name="Rectangle 172"/>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74" name="Rectangle 173"/>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170" name="Group 169"/>
                    <p:cNvGrpSpPr/>
                    <p:nvPr/>
                  </p:nvGrpSpPr>
                  <p:grpSpPr>
                    <a:xfrm>
                      <a:off x="5300114" y="457204"/>
                      <a:ext cx="1134524" cy="575735"/>
                      <a:chOff x="2455324" y="304801"/>
                      <a:chExt cx="1134524" cy="575735"/>
                    </a:xfrm>
                  </p:grpSpPr>
                  <p:sp>
                    <p:nvSpPr>
                      <p:cNvPr id="171" name="Rectangle 170"/>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72" name="Rectangle 171"/>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grpSp>
          </p:grpSp>
          <p:grpSp>
            <p:nvGrpSpPr>
              <p:cNvPr id="135" name="Group 134"/>
              <p:cNvGrpSpPr/>
              <p:nvPr/>
            </p:nvGrpSpPr>
            <p:grpSpPr>
              <a:xfrm>
                <a:off x="-16933" y="863586"/>
                <a:ext cx="9177746" cy="575743"/>
                <a:chOff x="304791" y="304794"/>
                <a:chExt cx="9177746" cy="575743"/>
              </a:xfrm>
            </p:grpSpPr>
            <p:grpSp>
              <p:nvGrpSpPr>
                <p:cNvPr id="136" name="Group 135"/>
                <p:cNvGrpSpPr/>
                <p:nvPr/>
              </p:nvGrpSpPr>
              <p:grpSpPr>
                <a:xfrm>
                  <a:off x="304791" y="304794"/>
                  <a:ext cx="4588873" cy="575738"/>
                  <a:chOff x="2455324" y="304801"/>
                  <a:chExt cx="4588873" cy="575738"/>
                </a:xfrm>
              </p:grpSpPr>
              <p:grpSp>
                <p:nvGrpSpPr>
                  <p:cNvPr id="151" name="Group 150"/>
                  <p:cNvGrpSpPr/>
                  <p:nvPr/>
                </p:nvGrpSpPr>
                <p:grpSpPr>
                  <a:xfrm>
                    <a:off x="2455324" y="304801"/>
                    <a:ext cx="1134524" cy="575735"/>
                    <a:chOff x="2455324" y="304801"/>
                    <a:chExt cx="1134524" cy="575735"/>
                  </a:xfrm>
                </p:grpSpPr>
                <p:sp>
                  <p:nvSpPr>
                    <p:cNvPr id="162" name="Rectangle 161"/>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smtClean="0">
                        <a:ln>
                          <a:noFill/>
                        </a:ln>
                        <a:solidFill>
                          <a:schemeClr val="tx1"/>
                        </a:solidFill>
                        <a:effectLst/>
                        <a:latin typeface="Arial" charset="0"/>
                        <a:cs typeface="Arial" charset="0"/>
                      </a:endParaRPr>
                    </a:p>
                  </p:txBody>
                </p:sp>
                <p:sp>
                  <p:nvSpPr>
                    <p:cNvPr id="163" name="Rectangle 162"/>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152" name="Group 151"/>
                  <p:cNvGrpSpPr/>
                  <p:nvPr/>
                </p:nvGrpSpPr>
                <p:grpSpPr>
                  <a:xfrm>
                    <a:off x="3606771" y="304804"/>
                    <a:ext cx="1134524" cy="575735"/>
                    <a:chOff x="2455324" y="304801"/>
                    <a:chExt cx="1134524" cy="575735"/>
                  </a:xfrm>
                </p:grpSpPr>
                <p:sp>
                  <p:nvSpPr>
                    <p:cNvPr id="160" name="Rectangle 159"/>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61" name="Rectangle 160"/>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153" name="Group 152"/>
                  <p:cNvGrpSpPr/>
                  <p:nvPr/>
                </p:nvGrpSpPr>
                <p:grpSpPr>
                  <a:xfrm>
                    <a:off x="4758226" y="304801"/>
                    <a:ext cx="2285971" cy="575738"/>
                    <a:chOff x="4148667" y="457201"/>
                    <a:chExt cx="2285971" cy="575738"/>
                  </a:xfrm>
                </p:grpSpPr>
                <p:grpSp>
                  <p:nvGrpSpPr>
                    <p:cNvPr id="154" name="Group 153"/>
                    <p:cNvGrpSpPr/>
                    <p:nvPr/>
                  </p:nvGrpSpPr>
                  <p:grpSpPr>
                    <a:xfrm>
                      <a:off x="4148667" y="457201"/>
                      <a:ext cx="1134524" cy="575735"/>
                      <a:chOff x="2455324" y="304801"/>
                      <a:chExt cx="1134524" cy="575735"/>
                    </a:xfrm>
                  </p:grpSpPr>
                  <p:sp>
                    <p:nvSpPr>
                      <p:cNvPr id="158" name="Rectangle 157"/>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59" name="Rectangle 158"/>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155" name="Group 154"/>
                    <p:cNvGrpSpPr/>
                    <p:nvPr/>
                  </p:nvGrpSpPr>
                  <p:grpSpPr>
                    <a:xfrm>
                      <a:off x="5300114" y="457204"/>
                      <a:ext cx="1134524" cy="575735"/>
                      <a:chOff x="2455324" y="304801"/>
                      <a:chExt cx="1134524" cy="575735"/>
                    </a:xfrm>
                  </p:grpSpPr>
                  <p:sp>
                    <p:nvSpPr>
                      <p:cNvPr id="156" name="Rectangle 155"/>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57" name="Rectangle 156"/>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grpSp>
            <p:grpSp>
              <p:nvGrpSpPr>
                <p:cNvPr id="137" name="Group 136"/>
                <p:cNvGrpSpPr/>
                <p:nvPr/>
              </p:nvGrpSpPr>
              <p:grpSpPr>
                <a:xfrm>
                  <a:off x="4893664" y="304799"/>
                  <a:ext cx="4588873" cy="575738"/>
                  <a:chOff x="2455324" y="304801"/>
                  <a:chExt cx="4588873" cy="575738"/>
                </a:xfrm>
              </p:grpSpPr>
              <p:grpSp>
                <p:nvGrpSpPr>
                  <p:cNvPr id="138" name="Group 137"/>
                  <p:cNvGrpSpPr/>
                  <p:nvPr/>
                </p:nvGrpSpPr>
                <p:grpSpPr>
                  <a:xfrm>
                    <a:off x="2455324" y="304801"/>
                    <a:ext cx="1134524" cy="575735"/>
                    <a:chOff x="2455324" y="304801"/>
                    <a:chExt cx="1134524" cy="575735"/>
                  </a:xfrm>
                </p:grpSpPr>
                <p:sp>
                  <p:nvSpPr>
                    <p:cNvPr id="149" name="Rectangle 148"/>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50" name="Rectangle 149"/>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139" name="Group 138"/>
                  <p:cNvGrpSpPr/>
                  <p:nvPr/>
                </p:nvGrpSpPr>
                <p:grpSpPr>
                  <a:xfrm>
                    <a:off x="3606771" y="304804"/>
                    <a:ext cx="1134524" cy="575735"/>
                    <a:chOff x="2455324" y="304801"/>
                    <a:chExt cx="1134524" cy="575735"/>
                  </a:xfrm>
                </p:grpSpPr>
                <p:sp>
                  <p:nvSpPr>
                    <p:cNvPr id="147" name="Rectangle 146"/>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48" name="Rectangle 147"/>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140" name="Group 139"/>
                  <p:cNvGrpSpPr/>
                  <p:nvPr/>
                </p:nvGrpSpPr>
                <p:grpSpPr>
                  <a:xfrm>
                    <a:off x="4758226" y="304801"/>
                    <a:ext cx="2285971" cy="575738"/>
                    <a:chOff x="4148667" y="457201"/>
                    <a:chExt cx="2285971" cy="575738"/>
                  </a:xfrm>
                </p:grpSpPr>
                <p:grpSp>
                  <p:nvGrpSpPr>
                    <p:cNvPr id="141" name="Group 140"/>
                    <p:cNvGrpSpPr/>
                    <p:nvPr/>
                  </p:nvGrpSpPr>
                  <p:grpSpPr>
                    <a:xfrm>
                      <a:off x="4148667" y="457201"/>
                      <a:ext cx="1134524" cy="575735"/>
                      <a:chOff x="2455324" y="304801"/>
                      <a:chExt cx="1134524" cy="575735"/>
                    </a:xfrm>
                  </p:grpSpPr>
                  <p:sp>
                    <p:nvSpPr>
                      <p:cNvPr id="145" name="Rectangle 144"/>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46" name="Rectangle 145"/>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142" name="Group 141"/>
                    <p:cNvGrpSpPr/>
                    <p:nvPr/>
                  </p:nvGrpSpPr>
                  <p:grpSpPr>
                    <a:xfrm>
                      <a:off x="5300114" y="457204"/>
                      <a:ext cx="1134524" cy="575735"/>
                      <a:chOff x="2455324" y="304801"/>
                      <a:chExt cx="1134524" cy="575735"/>
                    </a:xfrm>
                  </p:grpSpPr>
                  <p:sp>
                    <p:nvSpPr>
                      <p:cNvPr id="143" name="Rectangle 142"/>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44" name="Rectangle 143"/>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grpSp>
          </p:grpSp>
        </p:grpSp>
        <p:grpSp>
          <p:nvGrpSpPr>
            <p:cNvPr id="251" name="Group 250"/>
            <p:cNvGrpSpPr/>
            <p:nvPr/>
          </p:nvGrpSpPr>
          <p:grpSpPr>
            <a:xfrm>
              <a:off x="-16933" y="4876707"/>
              <a:ext cx="9177749" cy="1134535"/>
              <a:chOff x="-16936" y="304794"/>
              <a:chExt cx="9177749" cy="1134535"/>
            </a:xfrm>
          </p:grpSpPr>
          <p:grpSp>
            <p:nvGrpSpPr>
              <p:cNvPr id="311" name="Group 310"/>
              <p:cNvGrpSpPr/>
              <p:nvPr/>
            </p:nvGrpSpPr>
            <p:grpSpPr>
              <a:xfrm>
                <a:off x="-16936" y="304794"/>
                <a:ext cx="9177746" cy="575743"/>
                <a:chOff x="304791" y="304794"/>
                <a:chExt cx="9177746" cy="575743"/>
              </a:xfrm>
            </p:grpSpPr>
            <p:grpSp>
              <p:nvGrpSpPr>
                <p:cNvPr id="341" name="Group 340"/>
                <p:cNvGrpSpPr/>
                <p:nvPr/>
              </p:nvGrpSpPr>
              <p:grpSpPr>
                <a:xfrm>
                  <a:off x="304791" y="304794"/>
                  <a:ext cx="4588873" cy="575738"/>
                  <a:chOff x="2455324" y="304801"/>
                  <a:chExt cx="4588873" cy="575738"/>
                </a:xfrm>
              </p:grpSpPr>
              <p:grpSp>
                <p:nvGrpSpPr>
                  <p:cNvPr id="356" name="Group 355"/>
                  <p:cNvGrpSpPr/>
                  <p:nvPr/>
                </p:nvGrpSpPr>
                <p:grpSpPr>
                  <a:xfrm>
                    <a:off x="2455324" y="304801"/>
                    <a:ext cx="1134524" cy="575735"/>
                    <a:chOff x="2455324" y="304801"/>
                    <a:chExt cx="1134524" cy="575735"/>
                  </a:xfrm>
                </p:grpSpPr>
                <p:sp>
                  <p:nvSpPr>
                    <p:cNvPr id="367" name="Rectangle 366"/>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368" name="Rectangle 367"/>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357" name="Group 356"/>
                  <p:cNvGrpSpPr/>
                  <p:nvPr/>
                </p:nvGrpSpPr>
                <p:grpSpPr>
                  <a:xfrm>
                    <a:off x="3606771" y="304804"/>
                    <a:ext cx="1134524" cy="575735"/>
                    <a:chOff x="2455324" y="304801"/>
                    <a:chExt cx="1134524" cy="575735"/>
                  </a:xfrm>
                </p:grpSpPr>
                <p:sp>
                  <p:nvSpPr>
                    <p:cNvPr id="365" name="Rectangle 364"/>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366" name="Rectangle 365"/>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358" name="Group 357"/>
                  <p:cNvGrpSpPr/>
                  <p:nvPr/>
                </p:nvGrpSpPr>
                <p:grpSpPr>
                  <a:xfrm>
                    <a:off x="4758226" y="304801"/>
                    <a:ext cx="2285971" cy="575738"/>
                    <a:chOff x="4148667" y="457201"/>
                    <a:chExt cx="2285971" cy="575738"/>
                  </a:xfrm>
                </p:grpSpPr>
                <p:grpSp>
                  <p:nvGrpSpPr>
                    <p:cNvPr id="359" name="Group 358"/>
                    <p:cNvGrpSpPr/>
                    <p:nvPr/>
                  </p:nvGrpSpPr>
                  <p:grpSpPr>
                    <a:xfrm>
                      <a:off x="4148667" y="457201"/>
                      <a:ext cx="1134524" cy="575735"/>
                      <a:chOff x="2455324" y="304801"/>
                      <a:chExt cx="1134524" cy="575735"/>
                    </a:xfrm>
                  </p:grpSpPr>
                  <p:sp>
                    <p:nvSpPr>
                      <p:cNvPr id="363" name="Rectangle 362"/>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364" name="Rectangle 363"/>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360" name="Group 359"/>
                    <p:cNvGrpSpPr/>
                    <p:nvPr/>
                  </p:nvGrpSpPr>
                  <p:grpSpPr>
                    <a:xfrm>
                      <a:off x="5300114" y="457204"/>
                      <a:ext cx="1134524" cy="575735"/>
                      <a:chOff x="2455324" y="304801"/>
                      <a:chExt cx="1134524" cy="575735"/>
                    </a:xfrm>
                  </p:grpSpPr>
                  <p:sp>
                    <p:nvSpPr>
                      <p:cNvPr id="361" name="Rectangle 360"/>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362" name="Rectangle 361"/>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grpSp>
            <p:grpSp>
              <p:nvGrpSpPr>
                <p:cNvPr id="342" name="Group 341"/>
                <p:cNvGrpSpPr/>
                <p:nvPr/>
              </p:nvGrpSpPr>
              <p:grpSpPr>
                <a:xfrm>
                  <a:off x="4893664" y="304799"/>
                  <a:ext cx="4588873" cy="575738"/>
                  <a:chOff x="2455324" y="304801"/>
                  <a:chExt cx="4588873" cy="575738"/>
                </a:xfrm>
              </p:grpSpPr>
              <p:grpSp>
                <p:nvGrpSpPr>
                  <p:cNvPr id="343" name="Group 342"/>
                  <p:cNvGrpSpPr/>
                  <p:nvPr/>
                </p:nvGrpSpPr>
                <p:grpSpPr>
                  <a:xfrm>
                    <a:off x="2455324" y="304801"/>
                    <a:ext cx="1134524" cy="575735"/>
                    <a:chOff x="2455324" y="304801"/>
                    <a:chExt cx="1134524" cy="575735"/>
                  </a:xfrm>
                </p:grpSpPr>
                <p:sp>
                  <p:nvSpPr>
                    <p:cNvPr id="354" name="Rectangle 353"/>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355" name="Rectangle 354"/>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344" name="Group 343"/>
                  <p:cNvGrpSpPr/>
                  <p:nvPr/>
                </p:nvGrpSpPr>
                <p:grpSpPr>
                  <a:xfrm>
                    <a:off x="3606771" y="304804"/>
                    <a:ext cx="1134524" cy="575735"/>
                    <a:chOff x="2455324" y="304801"/>
                    <a:chExt cx="1134524" cy="575735"/>
                  </a:xfrm>
                </p:grpSpPr>
                <p:sp>
                  <p:nvSpPr>
                    <p:cNvPr id="352" name="Rectangle 351"/>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353" name="Rectangle 352"/>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345" name="Group 344"/>
                  <p:cNvGrpSpPr/>
                  <p:nvPr/>
                </p:nvGrpSpPr>
                <p:grpSpPr>
                  <a:xfrm>
                    <a:off x="4758226" y="304801"/>
                    <a:ext cx="2285971" cy="575738"/>
                    <a:chOff x="4148667" y="457201"/>
                    <a:chExt cx="2285971" cy="575738"/>
                  </a:xfrm>
                </p:grpSpPr>
                <p:grpSp>
                  <p:nvGrpSpPr>
                    <p:cNvPr id="346" name="Group 345"/>
                    <p:cNvGrpSpPr/>
                    <p:nvPr/>
                  </p:nvGrpSpPr>
                  <p:grpSpPr>
                    <a:xfrm>
                      <a:off x="4148667" y="457201"/>
                      <a:ext cx="1134524" cy="575735"/>
                      <a:chOff x="2455324" y="304801"/>
                      <a:chExt cx="1134524" cy="575735"/>
                    </a:xfrm>
                  </p:grpSpPr>
                  <p:sp>
                    <p:nvSpPr>
                      <p:cNvPr id="350" name="Rectangle 349"/>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351" name="Rectangle 350"/>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347" name="Group 346"/>
                    <p:cNvGrpSpPr/>
                    <p:nvPr/>
                  </p:nvGrpSpPr>
                  <p:grpSpPr>
                    <a:xfrm>
                      <a:off x="5300114" y="457204"/>
                      <a:ext cx="1134524" cy="575735"/>
                      <a:chOff x="2455324" y="304801"/>
                      <a:chExt cx="1134524" cy="575735"/>
                    </a:xfrm>
                  </p:grpSpPr>
                  <p:sp>
                    <p:nvSpPr>
                      <p:cNvPr id="348" name="Rectangle 347"/>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349" name="Rectangle 348"/>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grpSp>
          </p:grpSp>
          <p:grpSp>
            <p:nvGrpSpPr>
              <p:cNvPr id="312" name="Group 311"/>
              <p:cNvGrpSpPr/>
              <p:nvPr/>
            </p:nvGrpSpPr>
            <p:grpSpPr>
              <a:xfrm>
                <a:off x="-16933" y="863586"/>
                <a:ext cx="9177746" cy="575743"/>
                <a:chOff x="304791" y="304794"/>
                <a:chExt cx="9177746" cy="575743"/>
              </a:xfrm>
            </p:grpSpPr>
            <p:grpSp>
              <p:nvGrpSpPr>
                <p:cNvPr id="313" name="Group 312"/>
                <p:cNvGrpSpPr/>
                <p:nvPr/>
              </p:nvGrpSpPr>
              <p:grpSpPr>
                <a:xfrm>
                  <a:off x="304791" y="304794"/>
                  <a:ext cx="4588873" cy="575738"/>
                  <a:chOff x="2455324" y="304801"/>
                  <a:chExt cx="4588873" cy="575738"/>
                </a:xfrm>
              </p:grpSpPr>
              <p:grpSp>
                <p:nvGrpSpPr>
                  <p:cNvPr id="328" name="Group 327"/>
                  <p:cNvGrpSpPr/>
                  <p:nvPr/>
                </p:nvGrpSpPr>
                <p:grpSpPr>
                  <a:xfrm>
                    <a:off x="2455324" y="304801"/>
                    <a:ext cx="1134524" cy="575735"/>
                    <a:chOff x="2455324" y="304801"/>
                    <a:chExt cx="1134524" cy="575735"/>
                  </a:xfrm>
                </p:grpSpPr>
                <p:sp>
                  <p:nvSpPr>
                    <p:cNvPr id="339" name="Rectangle 338"/>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smtClean="0">
                        <a:ln>
                          <a:noFill/>
                        </a:ln>
                        <a:solidFill>
                          <a:schemeClr val="tx1"/>
                        </a:solidFill>
                        <a:effectLst/>
                        <a:latin typeface="Arial" charset="0"/>
                        <a:cs typeface="Arial" charset="0"/>
                      </a:endParaRPr>
                    </a:p>
                  </p:txBody>
                </p:sp>
                <p:sp>
                  <p:nvSpPr>
                    <p:cNvPr id="340" name="Rectangle 339"/>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329" name="Group 328"/>
                  <p:cNvGrpSpPr/>
                  <p:nvPr/>
                </p:nvGrpSpPr>
                <p:grpSpPr>
                  <a:xfrm>
                    <a:off x="3606771" y="304804"/>
                    <a:ext cx="1134524" cy="575735"/>
                    <a:chOff x="2455324" y="304801"/>
                    <a:chExt cx="1134524" cy="575735"/>
                  </a:xfrm>
                </p:grpSpPr>
                <p:sp>
                  <p:nvSpPr>
                    <p:cNvPr id="337" name="Rectangle 336"/>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338" name="Rectangle 337"/>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330" name="Group 329"/>
                  <p:cNvGrpSpPr/>
                  <p:nvPr/>
                </p:nvGrpSpPr>
                <p:grpSpPr>
                  <a:xfrm>
                    <a:off x="4758226" y="304801"/>
                    <a:ext cx="2285971" cy="575738"/>
                    <a:chOff x="4148667" y="457201"/>
                    <a:chExt cx="2285971" cy="575738"/>
                  </a:xfrm>
                </p:grpSpPr>
                <p:grpSp>
                  <p:nvGrpSpPr>
                    <p:cNvPr id="331" name="Group 330"/>
                    <p:cNvGrpSpPr/>
                    <p:nvPr/>
                  </p:nvGrpSpPr>
                  <p:grpSpPr>
                    <a:xfrm>
                      <a:off x="4148667" y="457201"/>
                      <a:ext cx="1134524" cy="575735"/>
                      <a:chOff x="2455324" y="304801"/>
                      <a:chExt cx="1134524" cy="575735"/>
                    </a:xfrm>
                  </p:grpSpPr>
                  <p:sp>
                    <p:nvSpPr>
                      <p:cNvPr id="335" name="Rectangle 334"/>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336" name="Rectangle 335"/>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332" name="Group 331"/>
                    <p:cNvGrpSpPr/>
                    <p:nvPr/>
                  </p:nvGrpSpPr>
                  <p:grpSpPr>
                    <a:xfrm>
                      <a:off x="5300114" y="457204"/>
                      <a:ext cx="1134524" cy="575735"/>
                      <a:chOff x="2455324" y="304801"/>
                      <a:chExt cx="1134524" cy="575735"/>
                    </a:xfrm>
                  </p:grpSpPr>
                  <p:sp>
                    <p:nvSpPr>
                      <p:cNvPr id="333" name="Rectangle 332"/>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334" name="Rectangle 333"/>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grpSp>
            <p:grpSp>
              <p:nvGrpSpPr>
                <p:cNvPr id="314" name="Group 313"/>
                <p:cNvGrpSpPr/>
                <p:nvPr/>
              </p:nvGrpSpPr>
              <p:grpSpPr>
                <a:xfrm>
                  <a:off x="4893664" y="304799"/>
                  <a:ext cx="4588873" cy="575738"/>
                  <a:chOff x="2455324" y="304801"/>
                  <a:chExt cx="4588873" cy="575738"/>
                </a:xfrm>
              </p:grpSpPr>
              <p:grpSp>
                <p:nvGrpSpPr>
                  <p:cNvPr id="315" name="Group 314"/>
                  <p:cNvGrpSpPr/>
                  <p:nvPr/>
                </p:nvGrpSpPr>
                <p:grpSpPr>
                  <a:xfrm>
                    <a:off x="2455324" y="304801"/>
                    <a:ext cx="1134524" cy="575735"/>
                    <a:chOff x="2455324" y="304801"/>
                    <a:chExt cx="1134524" cy="575735"/>
                  </a:xfrm>
                </p:grpSpPr>
                <p:sp>
                  <p:nvSpPr>
                    <p:cNvPr id="326" name="Rectangle 325"/>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327" name="Rectangle 326"/>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316" name="Group 315"/>
                  <p:cNvGrpSpPr/>
                  <p:nvPr/>
                </p:nvGrpSpPr>
                <p:grpSpPr>
                  <a:xfrm>
                    <a:off x="3606771" y="304804"/>
                    <a:ext cx="1134524" cy="575735"/>
                    <a:chOff x="2455324" y="304801"/>
                    <a:chExt cx="1134524" cy="575735"/>
                  </a:xfrm>
                </p:grpSpPr>
                <p:sp>
                  <p:nvSpPr>
                    <p:cNvPr id="324" name="Rectangle 323"/>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325" name="Rectangle 324"/>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317" name="Group 316"/>
                  <p:cNvGrpSpPr/>
                  <p:nvPr/>
                </p:nvGrpSpPr>
                <p:grpSpPr>
                  <a:xfrm>
                    <a:off x="4758226" y="304801"/>
                    <a:ext cx="2285971" cy="575738"/>
                    <a:chOff x="4148667" y="457201"/>
                    <a:chExt cx="2285971" cy="575738"/>
                  </a:xfrm>
                </p:grpSpPr>
                <p:grpSp>
                  <p:nvGrpSpPr>
                    <p:cNvPr id="318" name="Group 317"/>
                    <p:cNvGrpSpPr/>
                    <p:nvPr/>
                  </p:nvGrpSpPr>
                  <p:grpSpPr>
                    <a:xfrm>
                      <a:off x="4148667" y="457201"/>
                      <a:ext cx="1134524" cy="575735"/>
                      <a:chOff x="2455324" y="304801"/>
                      <a:chExt cx="1134524" cy="575735"/>
                    </a:xfrm>
                  </p:grpSpPr>
                  <p:sp>
                    <p:nvSpPr>
                      <p:cNvPr id="322" name="Rectangle 321"/>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323" name="Rectangle 322"/>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319" name="Group 318"/>
                    <p:cNvGrpSpPr/>
                    <p:nvPr/>
                  </p:nvGrpSpPr>
                  <p:grpSpPr>
                    <a:xfrm>
                      <a:off x="5300114" y="457204"/>
                      <a:ext cx="1134524" cy="575735"/>
                      <a:chOff x="2455324" y="304801"/>
                      <a:chExt cx="1134524" cy="575735"/>
                    </a:xfrm>
                  </p:grpSpPr>
                  <p:sp>
                    <p:nvSpPr>
                      <p:cNvPr id="320" name="Rectangle 319"/>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321" name="Rectangle 320"/>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grpSp>
          </p:grpSp>
        </p:grpSp>
        <p:grpSp>
          <p:nvGrpSpPr>
            <p:cNvPr id="252" name="Group 251"/>
            <p:cNvGrpSpPr/>
            <p:nvPr/>
          </p:nvGrpSpPr>
          <p:grpSpPr>
            <a:xfrm>
              <a:off x="-16930" y="6011221"/>
              <a:ext cx="9177749" cy="1134535"/>
              <a:chOff x="-16936" y="304794"/>
              <a:chExt cx="9177749" cy="1134535"/>
            </a:xfrm>
          </p:grpSpPr>
          <p:grpSp>
            <p:nvGrpSpPr>
              <p:cNvPr id="253" name="Group 252"/>
              <p:cNvGrpSpPr/>
              <p:nvPr/>
            </p:nvGrpSpPr>
            <p:grpSpPr>
              <a:xfrm>
                <a:off x="-16936" y="304794"/>
                <a:ext cx="9177746" cy="575743"/>
                <a:chOff x="304791" y="304794"/>
                <a:chExt cx="9177746" cy="575743"/>
              </a:xfrm>
            </p:grpSpPr>
            <p:grpSp>
              <p:nvGrpSpPr>
                <p:cNvPr id="283" name="Group 282"/>
                <p:cNvGrpSpPr/>
                <p:nvPr/>
              </p:nvGrpSpPr>
              <p:grpSpPr>
                <a:xfrm>
                  <a:off x="304791" y="304794"/>
                  <a:ext cx="4588873" cy="575738"/>
                  <a:chOff x="2455324" y="304801"/>
                  <a:chExt cx="4588873" cy="575738"/>
                </a:xfrm>
              </p:grpSpPr>
              <p:grpSp>
                <p:nvGrpSpPr>
                  <p:cNvPr id="298" name="Group 297"/>
                  <p:cNvGrpSpPr/>
                  <p:nvPr/>
                </p:nvGrpSpPr>
                <p:grpSpPr>
                  <a:xfrm>
                    <a:off x="2455324" y="304801"/>
                    <a:ext cx="1134524" cy="575735"/>
                    <a:chOff x="2455324" y="304801"/>
                    <a:chExt cx="1134524" cy="575735"/>
                  </a:xfrm>
                </p:grpSpPr>
                <p:sp>
                  <p:nvSpPr>
                    <p:cNvPr id="309" name="Rectangle 308"/>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310" name="Rectangle 309"/>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299" name="Group 298"/>
                  <p:cNvGrpSpPr/>
                  <p:nvPr/>
                </p:nvGrpSpPr>
                <p:grpSpPr>
                  <a:xfrm>
                    <a:off x="3606771" y="304804"/>
                    <a:ext cx="1134524" cy="575735"/>
                    <a:chOff x="2455324" y="304801"/>
                    <a:chExt cx="1134524" cy="575735"/>
                  </a:xfrm>
                </p:grpSpPr>
                <p:sp>
                  <p:nvSpPr>
                    <p:cNvPr id="307" name="Rectangle 306"/>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308" name="Rectangle 307"/>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300" name="Group 299"/>
                  <p:cNvGrpSpPr/>
                  <p:nvPr/>
                </p:nvGrpSpPr>
                <p:grpSpPr>
                  <a:xfrm>
                    <a:off x="4758226" y="304801"/>
                    <a:ext cx="2285971" cy="575738"/>
                    <a:chOff x="4148667" y="457201"/>
                    <a:chExt cx="2285971" cy="575738"/>
                  </a:xfrm>
                </p:grpSpPr>
                <p:grpSp>
                  <p:nvGrpSpPr>
                    <p:cNvPr id="301" name="Group 300"/>
                    <p:cNvGrpSpPr/>
                    <p:nvPr/>
                  </p:nvGrpSpPr>
                  <p:grpSpPr>
                    <a:xfrm>
                      <a:off x="4148667" y="457201"/>
                      <a:ext cx="1134524" cy="575735"/>
                      <a:chOff x="2455324" y="304801"/>
                      <a:chExt cx="1134524" cy="575735"/>
                    </a:xfrm>
                  </p:grpSpPr>
                  <p:sp>
                    <p:nvSpPr>
                      <p:cNvPr id="305" name="Rectangle 304"/>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306" name="Rectangle 305"/>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302" name="Group 301"/>
                    <p:cNvGrpSpPr/>
                    <p:nvPr/>
                  </p:nvGrpSpPr>
                  <p:grpSpPr>
                    <a:xfrm>
                      <a:off x="5300114" y="457204"/>
                      <a:ext cx="1134524" cy="575735"/>
                      <a:chOff x="2455324" y="304801"/>
                      <a:chExt cx="1134524" cy="575735"/>
                    </a:xfrm>
                  </p:grpSpPr>
                  <p:sp>
                    <p:nvSpPr>
                      <p:cNvPr id="303" name="Rectangle 302"/>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304" name="Rectangle 303"/>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grpSp>
            <p:grpSp>
              <p:nvGrpSpPr>
                <p:cNvPr id="284" name="Group 283"/>
                <p:cNvGrpSpPr/>
                <p:nvPr/>
              </p:nvGrpSpPr>
              <p:grpSpPr>
                <a:xfrm>
                  <a:off x="4893664" y="304799"/>
                  <a:ext cx="4588873" cy="575738"/>
                  <a:chOff x="2455324" y="304801"/>
                  <a:chExt cx="4588873" cy="575738"/>
                </a:xfrm>
              </p:grpSpPr>
              <p:grpSp>
                <p:nvGrpSpPr>
                  <p:cNvPr id="285" name="Group 284"/>
                  <p:cNvGrpSpPr/>
                  <p:nvPr/>
                </p:nvGrpSpPr>
                <p:grpSpPr>
                  <a:xfrm>
                    <a:off x="2455324" y="304801"/>
                    <a:ext cx="1134524" cy="575735"/>
                    <a:chOff x="2455324" y="304801"/>
                    <a:chExt cx="1134524" cy="575735"/>
                  </a:xfrm>
                </p:grpSpPr>
                <p:sp>
                  <p:nvSpPr>
                    <p:cNvPr id="296" name="Rectangle 295"/>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97" name="Rectangle 296"/>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286" name="Group 285"/>
                  <p:cNvGrpSpPr/>
                  <p:nvPr/>
                </p:nvGrpSpPr>
                <p:grpSpPr>
                  <a:xfrm>
                    <a:off x="3606771" y="304804"/>
                    <a:ext cx="1134524" cy="575735"/>
                    <a:chOff x="2455324" y="304801"/>
                    <a:chExt cx="1134524" cy="575735"/>
                  </a:xfrm>
                </p:grpSpPr>
                <p:sp>
                  <p:nvSpPr>
                    <p:cNvPr id="294" name="Rectangle 293"/>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95" name="Rectangle 294"/>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287" name="Group 286"/>
                  <p:cNvGrpSpPr/>
                  <p:nvPr/>
                </p:nvGrpSpPr>
                <p:grpSpPr>
                  <a:xfrm>
                    <a:off x="4758226" y="304801"/>
                    <a:ext cx="2285971" cy="575738"/>
                    <a:chOff x="4148667" y="457201"/>
                    <a:chExt cx="2285971" cy="575738"/>
                  </a:xfrm>
                </p:grpSpPr>
                <p:grpSp>
                  <p:nvGrpSpPr>
                    <p:cNvPr id="288" name="Group 287"/>
                    <p:cNvGrpSpPr/>
                    <p:nvPr/>
                  </p:nvGrpSpPr>
                  <p:grpSpPr>
                    <a:xfrm>
                      <a:off x="4148667" y="457201"/>
                      <a:ext cx="1134524" cy="575735"/>
                      <a:chOff x="2455324" y="304801"/>
                      <a:chExt cx="1134524" cy="575735"/>
                    </a:xfrm>
                  </p:grpSpPr>
                  <p:sp>
                    <p:nvSpPr>
                      <p:cNvPr id="292" name="Rectangle 291"/>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93" name="Rectangle 292"/>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289" name="Group 288"/>
                    <p:cNvGrpSpPr/>
                    <p:nvPr/>
                  </p:nvGrpSpPr>
                  <p:grpSpPr>
                    <a:xfrm>
                      <a:off x="5300114" y="457204"/>
                      <a:ext cx="1134524" cy="575735"/>
                      <a:chOff x="2455324" y="304801"/>
                      <a:chExt cx="1134524" cy="575735"/>
                    </a:xfrm>
                  </p:grpSpPr>
                  <p:sp>
                    <p:nvSpPr>
                      <p:cNvPr id="290" name="Rectangle 289"/>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91" name="Rectangle 290"/>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grpSp>
          </p:grpSp>
          <p:grpSp>
            <p:nvGrpSpPr>
              <p:cNvPr id="254" name="Group 253"/>
              <p:cNvGrpSpPr/>
              <p:nvPr/>
            </p:nvGrpSpPr>
            <p:grpSpPr>
              <a:xfrm>
                <a:off x="-16933" y="863586"/>
                <a:ext cx="9177746" cy="575743"/>
                <a:chOff x="304791" y="304794"/>
                <a:chExt cx="9177746" cy="575743"/>
              </a:xfrm>
            </p:grpSpPr>
            <p:grpSp>
              <p:nvGrpSpPr>
                <p:cNvPr id="255" name="Group 254"/>
                <p:cNvGrpSpPr/>
                <p:nvPr/>
              </p:nvGrpSpPr>
              <p:grpSpPr>
                <a:xfrm>
                  <a:off x="304791" y="304794"/>
                  <a:ext cx="4588873" cy="575738"/>
                  <a:chOff x="2455324" y="304801"/>
                  <a:chExt cx="4588873" cy="575738"/>
                </a:xfrm>
              </p:grpSpPr>
              <p:grpSp>
                <p:nvGrpSpPr>
                  <p:cNvPr id="270" name="Group 269"/>
                  <p:cNvGrpSpPr/>
                  <p:nvPr/>
                </p:nvGrpSpPr>
                <p:grpSpPr>
                  <a:xfrm>
                    <a:off x="2455324" y="304801"/>
                    <a:ext cx="1134524" cy="575735"/>
                    <a:chOff x="2455324" y="304801"/>
                    <a:chExt cx="1134524" cy="575735"/>
                  </a:xfrm>
                </p:grpSpPr>
                <p:sp>
                  <p:nvSpPr>
                    <p:cNvPr id="281" name="Rectangle 280"/>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82" name="Rectangle 281"/>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271" name="Group 270"/>
                  <p:cNvGrpSpPr/>
                  <p:nvPr/>
                </p:nvGrpSpPr>
                <p:grpSpPr>
                  <a:xfrm>
                    <a:off x="3606771" y="304804"/>
                    <a:ext cx="1134524" cy="575735"/>
                    <a:chOff x="2455324" y="304801"/>
                    <a:chExt cx="1134524" cy="575735"/>
                  </a:xfrm>
                </p:grpSpPr>
                <p:sp>
                  <p:nvSpPr>
                    <p:cNvPr id="279" name="Rectangle 278"/>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smtClean="0">
                        <a:ln>
                          <a:noFill/>
                        </a:ln>
                        <a:solidFill>
                          <a:schemeClr val="tx1"/>
                        </a:solidFill>
                        <a:effectLst/>
                        <a:latin typeface="Arial" charset="0"/>
                        <a:cs typeface="Arial" charset="0"/>
                      </a:endParaRPr>
                    </a:p>
                  </p:txBody>
                </p:sp>
                <p:sp>
                  <p:nvSpPr>
                    <p:cNvPr id="280" name="Rectangle 279"/>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272" name="Group 271"/>
                  <p:cNvGrpSpPr/>
                  <p:nvPr/>
                </p:nvGrpSpPr>
                <p:grpSpPr>
                  <a:xfrm>
                    <a:off x="4758226" y="304801"/>
                    <a:ext cx="2285971" cy="575738"/>
                    <a:chOff x="4148667" y="457201"/>
                    <a:chExt cx="2285971" cy="575738"/>
                  </a:xfrm>
                </p:grpSpPr>
                <p:grpSp>
                  <p:nvGrpSpPr>
                    <p:cNvPr id="273" name="Group 272"/>
                    <p:cNvGrpSpPr/>
                    <p:nvPr/>
                  </p:nvGrpSpPr>
                  <p:grpSpPr>
                    <a:xfrm>
                      <a:off x="4148667" y="457201"/>
                      <a:ext cx="1134524" cy="575735"/>
                      <a:chOff x="2455324" y="304801"/>
                      <a:chExt cx="1134524" cy="575735"/>
                    </a:xfrm>
                  </p:grpSpPr>
                  <p:sp>
                    <p:nvSpPr>
                      <p:cNvPr id="277" name="Rectangle 276"/>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78" name="Rectangle 277"/>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274" name="Group 273"/>
                    <p:cNvGrpSpPr/>
                    <p:nvPr/>
                  </p:nvGrpSpPr>
                  <p:grpSpPr>
                    <a:xfrm>
                      <a:off x="5300114" y="457204"/>
                      <a:ext cx="1134524" cy="575735"/>
                      <a:chOff x="2455324" y="304801"/>
                      <a:chExt cx="1134524" cy="575735"/>
                    </a:xfrm>
                  </p:grpSpPr>
                  <p:sp>
                    <p:nvSpPr>
                      <p:cNvPr id="275" name="Rectangle 274"/>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76" name="Rectangle 275"/>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grpSp>
            <p:grpSp>
              <p:nvGrpSpPr>
                <p:cNvPr id="256" name="Group 255"/>
                <p:cNvGrpSpPr/>
                <p:nvPr/>
              </p:nvGrpSpPr>
              <p:grpSpPr>
                <a:xfrm>
                  <a:off x="4893664" y="304799"/>
                  <a:ext cx="4588873" cy="575738"/>
                  <a:chOff x="2455324" y="304801"/>
                  <a:chExt cx="4588873" cy="575738"/>
                </a:xfrm>
              </p:grpSpPr>
              <p:grpSp>
                <p:nvGrpSpPr>
                  <p:cNvPr id="257" name="Group 256"/>
                  <p:cNvGrpSpPr/>
                  <p:nvPr/>
                </p:nvGrpSpPr>
                <p:grpSpPr>
                  <a:xfrm>
                    <a:off x="2455324" y="304801"/>
                    <a:ext cx="863596" cy="575735"/>
                    <a:chOff x="2455324" y="304801"/>
                    <a:chExt cx="863596" cy="575735"/>
                  </a:xfrm>
                </p:grpSpPr>
                <p:sp>
                  <p:nvSpPr>
                    <p:cNvPr id="268" name="Rectangle 267"/>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69" name="Rectangle 268"/>
                    <p:cNvSpPr/>
                    <p:nvPr/>
                  </p:nvSpPr>
                  <p:spPr bwMode="auto">
                    <a:xfrm>
                      <a:off x="2743189"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Arial" charset="0"/>
                          <a:cs typeface="Arial" charset="0"/>
                        </a:rPr>
                        <a:t>80</a:t>
                      </a:r>
                    </a:p>
                  </p:txBody>
                </p:sp>
              </p:grpSp>
              <p:grpSp>
                <p:nvGrpSpPr>
                  <p:cNvPr id="258" name="Group 257"/>
                  <p:cNvGrpSpPr/>
                  <p:nvPr/>
                </p:nvGrpSpPr>
                <p:grpSpPr>
                  <a:xfrm>
                    <a:off x="3606771" y="304804"/>
                    <a:ext cx="1134524" cy="575735"/>
                    <a:chOff x="2455324" y="304801"/>
                    <a:chExt cx="1134524" cy="575735"/>
                  </a:xfrm>
                </p:grpSpPr>
                <p:sp>
                  <p:nvSpPr>
                    <p:cNvPr id="266" name="Rectangle 265"/>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67" name="Rectangle 266"/>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259" name="Group 258"/>
                  <p:cNvGrpSpPr/>
                  <p:nvPr/>
                </p:nvGrpSpPr>
                <p:grpSpPr>
                  <a:xfrm>
                    <a:off x="4758226" y="304801"/>
                    <a:ext cx="2285971" cy="575738"/>
                    <a:chOff x="4148667" y="457201"/>
                    <a:chExt cx="2285971" cy="575738"/>
                  </a:xfrm>
                </p:grpSpPr>
                <p:grpSp>
                  <p:nvGrpSpPr>
                    <p:cNvPr id="260" name="Group 259"/>
                    <p:cNvGrpSpPr/>
                    <p:nvPr/>
                  </p:nvGrpSpPr>
                  <p:grpSpPr>
                    <a:xfrm>
                      <a:off x="4148667" y="457201"/>
                      <a:ext cx="1134524" cy="575735"/>
                      <a:chOff x="2455324" y="304801"/>
                      <a:chExt cx="1134524" cy="575735"/>
                    </a:xfrm>
                  </p:grpSpPr>
                  <p:sp>
                    <p:nvSpPr>
                      <p:cNvPr id="264" name="Rectangle 263"/>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65" name="Rectangle 264"/>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261" name="Group 260"/>
                    <p:cNvGrpSpPr/>
                    <p:nvPr/>
                  </p:nvGrpSpPr>
                  <p:grpSpPr>
                    <a:xfrm>
                      <a:off x="5300114" y="457204"/>
                      <a:ext cx="1134524" cy="575735"/>
                      <a:chOff x="2455324" y="304801"/>
                      <a:chExt cx="1134524" cy="575735"/>
                    </a:xfrm>
                  </p:grpSpPr>
                  <p:sp>
                    <p:nvSpPr>
                      <p:cNvPr id="262" name="Rectangle 261"/>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63" name="Rectangle 262"/>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grpSp>
          </p:grpSp>
        </p:grpSp>
      </p:grpSp>
      <p:cxnSp>
        <p:nvCxnSpPr>
          <p:cNvPr id="371" name="Straight Connector 370"/>
          <p:cNvCxnSpPr/>
          <p:nvPr/>
        </p:nvCxnSpPr>
        <p:spPr bwMode="auto">
          <a:xfrm flipV="1">
            <a:off x="541854" y="6265229"/>
            <a:ext cx="8043234" cy="16941"/>
          </a:xfrm>
          <a:prstGeom prst="line">
            <a:avLst/>
          </a:prstGeom>
          <a:noFill/>
          <a:ln w="9525" cap="flat" cmpd="sng" algn="ctr">
            <a:solidFill>
              <a:srgbClr val="000000"/>
            </a:solidFill>
            <a:prstDash val="solid"/>
            <a:round/>
            <a:headEnd type="none" w="med" len="med"/>
            <a:tailEnd type="none" w="med" len="med"/>
          </a:ln>
          <a:effectLst/>
        </p:spPr>
      </p:cxnSp>
      <p:cxnSp>
        <p:nvCxnSpPr>
          <p:cNvPr id="373" name="Straight Connector 372"/>
          <p:cNvCxnSpPr/>
          <p:nvPr/>
        </p:nvCxnSpPr>
        <p:spPr bwMode="auto">
          <a:xfrm flipH="1" flipV="1">
            <a:off x="541854" y="10"/>
            <a:ext cx="16946" cy="6265219"/>
          </a:xfrm>
          <a:prstGeom prst="line">
            <a:avLst/>
          </a:prstGeom>
          <a:noFill/>
          <a:ln w="9525" cap="flat" cmpd="sng" algn="ctr">
            <a:solidFill>
              <a:srgbClr val="000000"/>
            </a:solidFill>
            <a:prstDash val="solid"/>
            <a:round/>
            <a:headEnd type="none" w="med" len="med"/>
            <a:tailEnd type="none" w="med" len="med"/>
          </a:ln>
          <a:effectLst/>
        </p:spPr>
      </p:cxnSp>
      <p:sp>
        <p:nvSpPr>
          <p:cNvPr id="374" name="TextBox 373"/>
          <p:cNvSpPr txBox="1"/>
          <p:nvPr/>
        </p:nvSpPr>
        <p:spPr>
          <a:xfrm>
            <a:off x="8028644" y="6366938"/>
            <a:ext cx="1146768" cy="369332"/>
          </a:xfrm>
          <a:prstGeom prst="rect">
            <a:avLst/>
          </a:prstGeom>
          <a:noFill/>
        </p:spPr>
        <p:txBody>
          <a:bodyPr wrap="none" rtlCol="0">
            <a:spAutoFit/>
          </a:bodyPr>
          <a:lstStyle/>
          <a:p>
            <a:r>
              <a:rPr lang="en-US" dirty="0"/>
              <a:t>x</a:t>
            </a:r>
            <a:r>
              <a:rPr lang="en-US" dirty="0" smtClean="0"/>
              <a:t>1 Forest</a:t>
            </a:r>
            <a:endParaRPr lang="en-US" dirty="0"/>
          </a:p>
        </p:txBody>
      </p:sp>
      <p:sp>
        <p:nvSpPr>
          <p:cNvPr id="375" name="TextBox 374"/>
          <p:cNvSpPr txBox="1"/>
          <p:nvPr/>
        </p:nvSpPr>
        <p:spPr>
          <a:xfrm>
            <a:off x="135467" y="304800"/>
            <a:ext cx="1146768" cy="369332"/>
          </a:xfrm>
          <a:prstGeom prst="rect">
            <a:avLst/>
          </a:prstGeom>
          <a:noFill/>
        </p:spPr>
        <p:txBody>
          <a:bodyPr wrap="none" rtlCol="0">
            <a:spAutoFit/>
          </a:bodyPr>
          <a:lstStyle/>
          <a:p>
            <a:r>
              <a:rPr lang="en-US" dirty="0" smtClean="0"/>
              <a:t>X2 - Park</a:t>
            </a:r>
            <a:endParaRPr lang="en-US" dirty="0"/>
          </a:p>
        </p:txBody>
      </p:sp>
      <p:cxnSp>
        <p:nvCxnSpPr>
          <p:cNvPr id="377" name="Straight Connector 376"/>
          <p:cNvCxnSpPr/>
          <p:nvPr/>
        </p:nvCxnSpPr>
        <p:spPr bwMode="auto">
          <a:xfrm flipV="1">
            <a:off x="5130739" y="1134532"/>
            <a:ext cx="0" cy="5130697"/>
          </a:xfrm>
          <a:prstGeom prst="line">
            <a:avLst/>
          </a:prstGeom>
          <a:noFill/>
          <a:ln w="9525" cap="flat" cmpd="sng" algn="ctr">
            <a:solidFill>
              <a:srgbClr val="000000"/>
            </a:solidFill>
            <a:prstDash val="solid"/>
            <a:round/>
            <a:headEnd type="none" w="med" len="med"/>
            <a:tailEnd type="none" w="med" len="med"/>
          </a:ln>
          <a:effectLst/>
        </p:spPr>
      </p:cxnSp>
      <p:sp>
        <p:nvSpPr>
          <p:cNvPr id="378" name="Rectangle 377"/>
          <p:cNvSpPr/>
          <p:nvPr/>
        </p:nvSpPr>
        <p:spPr bwMode="auto">
          <a:xfrm>
            <a:off x="541866" y="1134514"/>
            <a:ext cx="4588873" cy="5130715"/>
          </a:xfrm>
          <a:prstGeom prst="rect">
            <a:avLst/>
          </a:prstGeom>
          <a:pattFill prst="ltVert">
            <a:fgClr>
              <a:srgbClr val="FF0000"/>
            </a:fgClr>
            <a:bgClr>
              <a:schemeClr val="bg1"/>
            </a:bgClr>
          </a:patt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smtClean="0">
              <a:ln>
                <a:noFill/>
              </a:ln>
              <a:solidFill>
                <a:schemeClr val="tx1"/>
              </a:solidFill>
              <a:effectLst/>
              <a:latin typeface="Arial" charset="0"/>
              <a:cs typeface="Arial" charset="0"/>
            </a:endParaRPr>
          </a:p>
        </p:txBody>
      </p:sp>
      <p:sp>
        <p:nvSpPr>
          <p:cNvPr id="380" name="Rectangle 379"/>
          <p:cNvSpPr/>
          <p:nvPr/>
        </p:nvSpPr>
        <p:spPr bwMode="auto">
          <a:xfrm>
            <a:off x="541854" y="5130715"/>
            <a:ext cx="4605825" cy="1134504"/>
          </a:xfrm>
          <a:prstGeom prst="rect">
            <a:avLst/>
          </a:prstGeom>
          <a:pattFill prst="dkHorz">
            <a:fgClr>
              <a:srgbClr val="FFC000"/>
            </a:fgClr>
            <a:bgClr>
              <a:schemeClr val="bg1"/>
            </a:bgClr>
          </a:patt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cxnSp>
        <p:nvCxnSpPr>
          <p:cNvPr id="383" name="Straight Connector 382"/>
          <p:cNvCxnSpPr/>
          <p:nvPr/>
        </p:nvCxnSpPr>
        <p:spPr bwMode="auto">
          <a:xfrm flipH="1" flipV="1">
            <a:off x="541854" y="4555066"/>
            <a:ext cx="6891787" cy="1727104"/>
          </a:xfrm>
          <a:prstGeom prst="line">
            <a:avLst/>
          </a:prstGeom>
          <a:noFill/>
          <a:ln w="9525" cap="flat" cmpd="sng" algn="ctr">
            <a:solidFill>
              <a:srgbClr val="000000"/>
            </a:solidFill>
            <a:prstDash val="solid"/>
            <a:round/>
            <a:headEnd type="none" w="med" len="med"/>
            <a:tailEnd type="none" w="med" len="med"/>
          </a:ln>
          <a:effectLst/>
        </p:spPr>
      </p:cxnSp>
      <p:sp>
        <p:nvSpPr>
          <p:cNvPr id="384" name="Right Triangle 383"/>
          <p:cNvSpPr/>
          <p:nvPr/>
        </p:nvSpPr>
        <p:spPr bwMode="auto">
          <a:xfrm>
            <a:off x="541854" y="4555057"/>
            <a:ext cx="6908727" cy="1727113"/>
          </a:xfrm>
          <a:prstGeom prst="rtTriangle">
            <a:avLst/>
          </a:prstGeom>
          <a:pattFill prst="lgCheck">
            <a:fgClr>
              <a:schemeClr val="accent1">
                <a:lumMod val="90000"/>
              </a:schemeClr>
            </a:fgClr>
            <a:bgClr>
              <a:schemeClr val="bg1"/>
            </a:bgClr>
          </a:patt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cxnSp>
        <p:nvCxnSpPr>
          <p:cNvPr id="386" name="Straight Connector 385"/>
          <p:cNvCxnSpPr/>
          <p:nvPr/>
        </p:nvCxnSpPr>
        <p:spPr bwMode="auto">
          <a:xfrm>
            <a:off x="541854" y="5130715"/>
            <a:ext cx="7484441" cy="16941"/>
          </a:xfrm>
          <a:prstGeom prst="line">
            <a:avLst/>
          </a:prstGeom>
          <a:noFill/>
          <a:ln w="9525" cap="flat" cmpd="sng" algn="ctr">
            <a:solidFill>
              <a:srgbClr val="000000"/>
            </a:solidFill>
            <a:prstDash val="solid"/>
            <a:round/>
            <a:headEnd type="none" w="med" len="med"/>
            <a:tailEnd type="none" w="med" len="med"/>
          </a:ln>
          <a:effectLst/>
        </p:spPr>
      </p:cxnSp>
      <p:sp>
        <p:nvSpPr>
          <p:cNvPr id="388" name="TextBox 387"/>
          <p:cNvSpPr txBox="1"/>
          <p:nvPr/>
        </p:nvSpPr>
        <p:spPr>
          <a:xfrm>
            <a:off x="100432" y="4807902"/>
            <a:ext cx="441422" cy="369332"/>
          </a:xfrm>
          <a:prstGeom prst="rect">
            <a:avLst/>
          </a:prstGeom>
          <a:noFill/>
        </p:spPr>
        <p:txBody>
          <a:bodyPr wrap="none" rtlCol="0">
            <a:spAutoFit/>
          </a:bodyPr>
          <a:lstStyle/>
          <a:p>
            <a:r>
              <a:rPr lang="en-US" dirty="0" smtClean="0"/>
              <a:t>20</a:t>
            </a:r>
            <a:endParaRPr lang="en-US" dirty="0"/>
          </a:p>
        </p:txBody>
      </p:sp>
      <p:sp>
        <p:nvSpPr>
          <p:cNvPr id="389" name="TextBox 388"/>
          <p:cNvSpPr txBox="1"/>
          <p:nvPr/>
        </p:nvSpPr>
        <p:spPr>
          <a:xfrm>
            <a:off x="67860" y="4179387"/>
            <a:ext cx="441422" cy="369332"/>
          </a:xfrm>
          <a:prstGeom prst="rect">
            <a:avLst/>
          </a:prstGeom>
          <a:noFill/>
        </p:spPr>
        <p:txBody>
          <a:bodyPr wrap="none" rtlCol="0">
            <a:spAutoFit/>
          </a:bodyPr>
          <a:lstStyle/>
          <a:p>
            <a:r>
              <a:rPr lang="en-US" dirty="0" smtClean="0"/>
              <a:t>30</a:t>
            </a:r>
            <a:endParaRPr lang="en-US" dirty="0"/>
          </a:p>
        </p:txBody>
      </p:sp>
      <p:sp>
        <p:nvSpPr>
          <p:cNvPr id="390" name="Rectangle 389"/>
          <p:cNvSpPr/>
          <p:nvPr/>
        </p:nvSpPr>
        <p:spPr bwMode="auto">
          <a:xfrm>
            <a:off x="7111903" y="6180564"/>
            <a:ext cx="897457"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r>
              <a:rPr lang="en-US" sz="2400" dirty="0" smtClean="0">
                <a:latin typeface="Arial" charset="0"/>
                <a:cs typeface="Arial" charset="0"/>
              </a:rPr>
              <a:t>12</a:t>
            </a:r>
            <a:r>
              <a:rPr kumimoji="0" lang="en-US" sz="2400" b="0" i="0" u="none" strike="noStrike" cap="none" normalizeH="0" baseline="0" dirty="0" smtClean="0">
                <a:ln>
                  <a:noFill/>
                </a:ln>
                <a:solidFill>
                  <a:schemeClr val="tx1"/>
                </a:solidFill>
                <a:effectLst/>
                <a:latin typeface="Arial" charset="0"/>
                <a:cs typeface="Arial" charset="0"/>
              </a:rPr>
              <a:t>0</a:t>
            </a:r>
          </a:p>
        </p:txBody>
      </p:sp>
      <p:cxnSp>
        <p:nvCxnSpPr>
          <p:cNvPr id="392" name="Straight Connector 391"/>
          <p:cNvCxnSpPr/>
          <p:nvPr/>
        </p:nvCxnSpPr>
        <p:spPr bwMode="auto">
          <a:xfrm flipH="1" flipV="1">
            <a:off x="5130739" y="558792"/>
            <a:ext cx="16940" cy="5723378"/>
          </a:xfrm>
          <a:prstGeom prst="line">
            <a:avLst/>
          </a:prstGeom>
          <a:noFill/>
          <a:ln w="9525" cap="flat" cmpd="sng" algn="ctr">
            <a:solidFill>
              <a:srgbClr val="000000"/>
            </a:solidFill>
            <a:prstDash val="solid"/>
            <a:round/>
            <a:headEnd type="none" w="med" len="med"/>
            <a:tailEnd type="none" w="med" len="med"/>
          </a:ln>
          <a:effectLst/>
        </p:spPr>
      </p:cxnSp>
      <p:cxnSp>
        <p:nvCxnSpPr>
          <p:cNvPr id="394" name="Straight Connector 393"/>
          <p:cNvCxnSpPr/>
          <p:nvPr/>
        </p:nvCxnSpPr>
        <p:spPr bwMode="auto">
          <a:xfrm flipV="1">
            <a:off x="5130739" y="5706448"/>
            <a:ext cx="0" cy="575722"/>
          </a:xfrm>
          <a:prstGeom prst="line">
            <a:avLst/>
          </a:prstGeom>
          <a:noFill/>
          <a:ln w="50800" cap="flat" cmpd="sng" algn="ctr">
            <a:solidFill>
              <a:srgbClr val="FF0000"/>
            </a:solidFill>
            <a:prstDash val="solid"/>
            <a:round/>
            <a:headEnd type="none" w="med" len="med"/>
            <a:tailEnd type="none" w="med" len="med"/>
          </a:ln>
          <a:effectLst/>
        </p:spPr>
      </p:cxnSp>
      <p:cxnSp>
        <p:nvCxnSpPr>
          <p:cNvPr id="396" name="Straight Connector 395"/>
          <p:cNvCxnSpPr/>
          <p:nvPr/>
        </p:nvCxnSpPr>
        <p:spPr bwMode="auto">
          <a:xfrm flipV="1">
            <a:off x="509282" y="5130716"/>
            <a:ext cx="2352427" cy="16940"/>
          </a:xfrm>
          <a:prstGeom prst="line">
            <a:avLst/>
          </a:prstGeom>
          <a:noFill/>
          <a:ln w="50800" cap="flat" cmpd="sng" algn="ctr">
            <a:solidFill>
              <a:srgbClr val="FF0000"/>
            </a:solidFill>
            <a:prstDash val="solid"/>
            <a:round/>
            <a:headEnd type="none" w="med" len="med"/>
            <a:tailEnd type="none" w="med" len="med"/>
          </a:ln>
          <a:effectLst/>
        </p:spPr>
      </p:cxnSp>
      <p:cxnSp>
        <p:nvCxnSpPr>
          <p:cNvPr id="399" name="Straight Connector 398"/>
          <p:cNvCxnSpPr/>
          <p:nvPr/>
        </p:nvCxnSpPr>
        <p:spPr bwMode="auto">
          <a:xfrm>
            <a:off x="2861709" y="5130705"/>
            <a:ext cx="2285970" cy="575743"/>
          </a:xfrm>
          <a:prstGeom prst="line">
            <a:avLst/>
          </a:prstGeom>
          <a:noFill/>
          <a:ln w="50800" cap="flat" cmpd="sng" algn="ctr">
            <a:solidFill>
              <a:srgbClr val="FF0000"/>
            </a:solidFill>
            <a:prstDash val="solid"/>
            <a:round/>
            <a:headEnd type="none" w="med" len="med"/>
            <a:tailEnd type="none" w="med" len="med"/>
          </a:ln>
          <a:effectLst/>
        </p:spPr>
      </p:cxnSp>
      <p:sp>
        <p:nvSpPr>
          <p:cNvPr id="400" name="Rectangle 399"/>
          <p:cNvSpPr/>
          <p:nvPr/>
        </p:nvSpPr>
        <p:spPr>
          <a:xfrm>
            <a:off x="6028169" y="1377946"/>
            <a:ext cx="2141444" cy="369332"/>
          </a:xfrm>
          <a:prstGeom prst="rect">
            <a:avLst/>
          </a:prstGeom>
        </p:spPr>
        <p:txBody>
          <a:bodyPr wrap="none">
            <a:spAutoFit/>
          </a:bodyPr>
          <a:lstStyle/>
          <a:p>
            <a:pPr marL="57150" indent="0">
              <a:buNone/>
            </a:pPr>
            <a:r>
              <a:rPr lang="en-US" dirty="0"/>
              <a:t> Max 10 x1 + 20 x2 </a:t>
            </a:r>
          </a:p>
        </p:txBody>
      </p:sp>
      <p:sp>
        <p:nvSpPr>
          <p:cNvPr id="401" name="Rectangle 400"/>
          <p:cNvSpPr/>
          <p:nvPr/>
        </p:nvSpPr>
        <p:spPr>
          <a:xfrm>
            <a:off x="6011333" y="2014140"/>
            <a:ext cx="4572000" cy="1477328"/>
          </a:xfrm>
          <a:prstGeom prst="rect">
            <a:avLst/>
          </a:prstGeom>
        </p:spPr>
        <p:txBody>
          <a:bodyPr>
            <a:spAutoFit/>
          </a:bodyPr>
          <a:lstStyle/>
          <a:p>
            <a:pPr marL="57150" indent="0">
              <a:buNone/>
            </a:pPr>
            <a:r>
              <a:rPr lang="en-US" dirty="0"/>
              <a:t>x1 	</a:t>
            </a:r>
            <a:r>
              <a:rPr lang="en-US" dirty="0" smtClean="0"/>
              <a:t>         </a:t>
            </a:r>
            <a:r>
              <a:rPr lang="en-US" dirty="0"/>
              <a:t>&lt;= </a:t>
            </a:r>
            <a:r>
              <a:rPr lang="en-US" dirty="0" smtClean="0"/>
              <a:t>80</a:t>
            </a:r>
          </a:p>
          <a:p>
            <a:pPr marL="57150" indent="0">
              <a:buNone/>
            </a:pPr>
            <a:r>
              <a:rPr lang="en-US" dirty="0" smtClean="0"/>
              <a:t>x2          </a:t>
            </a:r>
            <a:r>
              <a:rPr lang="en-US" dirty="0"/>
              <a:t>&lt;= 20</a:t>
            </a:r>
          </a:p>
          <a:p>
            <a:pPr marL="57150" indent="0">
              <a:buNone/>
            </a:pPr>
            <a:r>
              <a:rPr lang="en-US" dirty="0" smtClean="0"/>
              <a:t>x1 </a:t>
            </a:r>
            <a:r>
              <a:rPr lang="en-US" dirty="0"/>
              <a:t>+ 4 x2 &lt;= </a:t>
            </a:r>
            <a:r>
              <a:rPr lang="en-US" dirty="0" smtClean="0"/>
              <a:t>120</a:t>
            </a:r>
          </a:p>
          <a:p>
            <a:pPr marL="57150" indent="0">
              <a:buNone/>
            </a:pPr>
            <a:endParaRPr lang="en-US" dirty="0" smtClean="0"/>
          </a:p>
          <a:p>
            <a:pPr marL="57150" indent="0">
              <a:buNone/>
            </a:pPr>
            <a:r>
              <a:rPr lang="en-US" dirty="0" smtClean="0"/>
              <a:t>x1 &gt;=0; x2 &gt;= 0</a:t>
            </a:r>
            <a:endParaRPr lang="en-US" dirty="0"/>
          </a:p>
        </p:txBody>
      </p:sp>
      <p:sp>
        <p:nvSpPr>
          <p:cNvPr id="410" name="TextBox 409"/>
          <p:cNvSpPr txBox="1"/>
          <p:nvPr/>
        </p:nvSpPr>
        <p:spPr>
          <a:xfrm>
            <a:off x="1539744" y="6366938"/>
            <a:ext cx="441422" cy="369332"/>
          </a:xfrm>
          <a:prstGeom prst="rect">
            <a:avLst/>
          </a:prstGeom>
          <a:noFill/>
        </p:spPr>
        <p:txBody>
          <a:bodyPr wrap="none" rtlCol="0">
            <a:spAutoFit/>
          </a:bodyPr>
          <a:lstStyle/>
          <a:p>
            <a:r>
              <a:rPr lang="en-US" dirty="0" smtClean="0"/>
              <a:t>20</a:t>
            </a:r>
            <a:endParaRPr lang="en-US" dirty="0"/>
          </a:p>
        </p:txBody>
      </p:sp>
      <p:sp>
        <p:nvSpPr>
          <p:cNvPr id="411" name="TextBox 410"/>
          <p:cNvSpPr txBox="1"/>
          <p:nvPr/>
        </p:nvSpPr>
        <p:spPr>
          <a:xfrm>
            <a:off x="50933" y="5441797"/>
            <a:ext cx="441422" cy="369332"/>
          </a:xfrm>
          <a:prstGeom prst="rect">
            <a:avLst/>
          </a:prstGeom>
          <a:noFill/>
        </p:spPr>
        <p:txBody>
          <a:bodyPr wrap="none" rtlCol="0">
            <a:spAutoFit/>
          </a:bodyPr>
          <a:lstStyle/>
          <a:p>
            <a:r>
              <a:rPr lang="en-US" dirty="0"/>
              <a:t>1</a:t>
            </a:r>
            <a:r>
              <a:rPr lang="en-US" dirty="0" smtClean="0"/>
              <a:t>0</a:t>
            </a:r>
            <a:endParaRPr lang="en-US" dirty="0"/>
          </a:p>
        </p:txBody>
      </p:sp>
      <p:sp>
        <p:nvSpPr>
          <p:cNvPr id="418" name="TextBox 417"/>
          <p:cNvSpPr txBox="1"/>
          <p:nvPr/>
        </p:nvSpPr>
        <p:spPr>
          <a:xfrm>
            <a:off x="2653985" y="6334672"/>
            <a:ext cx="441422" cy="369332"/>
          </a:xfrm>
          <a:prstGeom prst="rect">
            <a:avLst/>
          </a:prstGeom>
          <a:noFill/>
        </p:spPr>
        <p:txBody>
          <a:bodyPr wrap="none" rtlCol="0">
            <a:spAutoFit/>
          </a:bodyPr>
          <a:lstStyle/>
          <a:p>
            <a:r>
              <a:rPr lang="en-US" dirty="0"/>
              <a:t>4</a:t>
            </a:r>
            <a:r>
              <a:rPr lang="en-US" dirty="0" smtClean="0"/>
              <a:t>0</a:t>
            </a:r>
            <a:endParaRPr lang="en-US" dirty="0"/>
          </a:p>
        </p:txBody>
      </p:sp>
      <p:sp>
        <p:nvSpPr>
          <p:cNvPr id="419" name="TextBox 418"/>
          <p:cNvSpPr txBox="1"/>
          <p:nvPr/>
        </p:nvSpPr>
        <p:spPr>
          <a:xfrm>
            <a:off x="3806229" y="6366938"/>
            <a:ext cx="441422" cy="369332"/>
          </a:xfrm>
          <a:prstGeom prst="rect">
            <a:avLst/>
          </a:prstGeom>
          <a:noFill/>
        </p:spPr>
        <p:txBody>
          <a:bodyPr wrap="none" rtlCol="0">
            <a:spAutoFit/>
          </a:bodyPr>
          <a:lstStyle/>
          <a:p>
            <a:r>
              <a:rPr lang="en-US" dirty="0" smtClean="0"/>
              <a:t>60</a:t>
            </a:r>
            <a:endParaRPr lang="en-US" dirty="0"/>
          </a:p>
        </p:txBody>
      </p:sp>
      <p:cxnSp>
        <p:nvCxnSpPr>
          <p:cNvPr id="427" name="Straight Arrow Connector 426"/>
          <p:cNvCxnSpPr/>
          <p:nvPr/>
        </p:nvCxnSpPr>
        <p:spPr bwMode="auto">
          <a:xfrm flipV="1">
            <a:off x="2861709" y="6180461"/>
            <a:ext cx="0" cy="101709"/>
          </a:xfrm>
          <a:prstGeom prst="straightConnector1">
            <a:avLst/>
          </a:prstGeom>
          <a:noFill/>
          <a:ln w="9525" cap="flat" cmpd="sng" algn="ctr">
            <a:noFill/>
            <a:prstDash val="solid"/>
            <a:round/>
            <a:headEnd type="none" w="med" len="med"/>
            <a:tailEnd type="arrow"/>
          </a:ln>
          <a:effectLst/>
        </p:spPr>
      </p:cxnSp>
      <p:cxnSp>
        <p:nvCxnSpPr>
          <p:cNvPr id="443" name="Straight Connector 442"/>
          <p:cNvCxnSpPr/>
          <p:nvPr/>
        </p:nvCxnSpPr>
        <p:spPr bwMode="auto">
          <a:xfrm>
            <a:off x="526215" y="5130716"/>
            <a:ext cx="0" cy="1134513"/>
          </a:xfrm>
          <a:prstGeom prst="line">
            <a:avLst/>
          </a:prstGeom>
          <a:noFill/>
          <a:ln w="50800" cap="flat" cmpd="sng" algn="ctr">
            <a:solidFill>
              <a:srgbClr val="FF0000"/>
            </a:solidFill>
            <a:prstDash val="solid"/>
            <a:round/>
            <a:headEnd type="none" w="med" len="med"/>
            <a:tailEnd type="none" w="med" len="med"/>
          </a:ln>
          <a:effectLst/>
        </p:spPr>
      </p:cxnSp>
      <p:cxnSp>
        <p:nvCxnSpPr>
          <p:cNvPr id="445" name="Straight Connector 444"/>
          <p:cNvCxnSpPr/>
          <p:nvPr/>
        </p:nvCxnSpPr>
        <p:spPr bwMode="auto">
          <a:xfrm>
            <a:off x="424670" y="6282170"/>
            <a:ext cx="4638397" cy="0"/>
          </a:xfrm>
          <a:prstGeom prst="line">
            <a:avLst/>
          </a:prstGeom>
          <a:noFill/>
          <a:ln w="50800" cap="flat" cmpd="sng" algn="ctr">
            <a:solidFill>
              <a:srgbClr val="FF0000"/>
            </a:solidFill>
            <a:prstDash val="solid"/>
            <a:round/>
            <a:headEnd type="none" w="med" len="med"/>
            <a:tailEnd type="none" w="med" len="med"/>
          </a:ln>
          <a:effectLst/>
        </p:spPr>
      </p:cxnSp>
      <p:sp>
        <p:nvSpPr>
          <p:cNvPr id="454" name="Rectangle 453"/>
          <p:cNvSpPr/>
          <p:nvPr/>
        </p:nvSpPr>
        <p:spPr bwMode="auto">
          <a:xfrm>
            <a:off x="5790470" y="6265229"/>
            <a:ext cx="880589"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r>
              <a:rPr lang="en-US" sz="2400" dirty="0" smtClean="0">
                <a:latin typeface="Arial" charset="0"/>
                <a:cs typeface="Arial" charset="0"/>
              </a:rPr>
              <a:t>10</a:t>
            </a:r>
            <a:r>
              <a:rPr kumimoji="0" lang="en-US" sz="2400" b="0" i="0" u="none" strike="noStrike" cap="none" normalizeH="0" baseline="0" dirty="0" smtClean="0">
                <a:ln>
                  <a:noFill/>
                </a:ln>
                <a:solidFill>
                  <a:schemeClr val="tx1"/>
                </a:solidFill>
                <a:effectLst/>
                <a:latin typeface="Arial" charset="0"/>
                <a:cs typeface="Arial" charset="0"/>
              </a:rPr>
              <a:t>0</a:t>
            </a:r>
          </a:p>
        </p:txBody>
      </p:sp>
      <p:sp>
        <p:nvSpPr>
          <p:cNvPr id="455" name="TextBox 454"/>
          <p:cNvSpPr txBox="1"/>
          <p:nvPr/>
        </p:nvSpPr>
        <p:spPr>
          <a:xfrm>
            <a:off x="84796" y="3197276"/>
            <a:ext cx="441422" cy="369332"/>
          </a:xfrm>
          <a:prstGeom prst="rect">
            <a:avLst/>
          </a:prstGeom>
          <a:noFill/>
        </p:spPr>
        <p:txBody>
          <a:bodyPr wrap="none" rtlCol="0">
            <a:spAutoFit/>
          </a:bodyPr>
          <a:lstStyle/>
          <a:p>
            <a:r>
              <a:rPr lang="en-US" dirty="0"/>
              <a:t>5</a:t>
            </a:r>
            <a:r>
              <a:rPr lang="en-US" dirty="0" smtClean="0"/>
              <a:t>0</a:t>
            </a:r>
            <a:endParaRPr lang="en-US" dirty="0"/>
          </a:p>
        </p:txBody>
      </p:sp>
      <p:cxnSp>
        <p:nvCxnSpPr>
          <p:cNvPr id="398" name="Straight Connector 397"/>
          <p:cNvCxnSpPr/>
          <p:nvPr/>
        </p:nvCxnSpPr>
        <p:spPr bwMode="auto">
          <a:xfrm flipV="1">
            <a:off x="541866" y="2861763"/>
            <a:ext cx="2048934" cy="3420407"/>
          </a:xfrm>
          <a:prstGeom prst="line">
            <a:avLst/>
          </a:prstGeom>
          <a:noFill/>
          <a:ln w="57150" cap="flat" cmpd="sng" algn="ctr">
            <a:solidFill>
              <a:srgbClr val="0070C0"/>
            </a:solidFill>
            <a:prstDash val="solid"/>
            <a:round/>
            <a:headEnd type="none" w="med" len="med"/>
            <a:tailEnd type="triangle" w="med" len="med"/>
          </a:ln>
          <a:effectLst/>
        </p:spPr>
      </p:cxnSp>
      <p:sp>
        <p:nvSpPr>
          <p:cNvPr id="402" name="Rectangle 401"/>
          <p:cNvSpPr/>
          <p:nvPr/>
        </p:nvSpPr>
        <p:spPr>
          <a:xfrm>
            <a:off x="863542" y="1398881"/>
            <a:ext cx="4572000" cy="923330"/>
          </a:xfrm>
          <a:prstGeom prst="rect">
            <a:avLst/>
          </a:prstGeom>
        </p:spPr>
        <p:txBody>
          <a:bodyPr>
            <a:spAutoFit/>
          </a:bodyPr>
          <a:lstStyle/>
          <a:p>
            <a:pPr>
              <a:defRPr/>
            </a:pPr>
            <a:r>
              <a:rPr lang="en-US" dirty="0"/>
              <a:t>The vector representing the </a:t>
            </a:r>
          </a:p>
          <a:p>
            <a:pPr>
              <a:defRPr/>
            </a:pPr>
            <a:r>
              <a:rPr lang="en-US" dirty="0"/>
              <a:t>gradient of the objective </a:t>
            </a:r>
          </a:p>
          <a:p>
            <a:pPr>
              <a:defRPr/>
            </a:pPr>
            <a:r>
              <a:rPr lang="en-US" dirty="0"/>
              <a:t>function is</a:t>
            </a:r>
            <a:r>
              <a:rPr lang="en-US" dirty="0" smtClean="0"/>
              <a:t>: </a:t>
            </a:r>
            <a:endParaRPr lang="en-US" dirty="0"/>
          </a:p>
        </p:txBody>
      </p:sp>
      <p:graphicFrame>
        <p:nvGraphicFramePr>
          <p:cNvPr id="403" name="Object 8"/>
          <p:cNvGraphicFramePr>
            <a:graphicFrameLocks noChangeAspect="1"/>
          </p:cNvGraphicFramePr>
          <p:nvPr>
            <p:extLst>
              <p:ext uri="{D42A27DB-BD31-4B8C-83A1-F6EECF244321}">
                <p14:modId xmlns:p14="http://schemas.microsoft.com/office/powerpoint/2010/main" val="14937390"/>
              </p:ext>
            </p:extLst>
          </p:nvPr>
        </p:nvGraphicFramePr>
        <p:xfrm>
          <a:off x="2020888" y="2005013"/>
          <a:ext cx="838200" cy="908050"/>
        </p:xfrm>
        <a:graphic>
          <a:graphicData uri="http://schemas.openxmlformats.org/presentationml/2006/ole">
            <mc:AlternateContent xmlns:mc="http://schemas.openxmlformats.org/markup-compatibility/2006">
              <mc:Choice xmlns:v="urn:schemas-microsoft-com:vml" Requires="v">
                <p:oleObj spid="_x0000_s9235" name="Equation" r:id="rId3" imgW="457200" imgH="495300" progId="Equation.3">
                  <p:embed/>
                </p:oleObj>
              </mc:Choice>
              <mc:Fallback>
                <p:oleObj name="Equation" r:id="rId3" imgW="457200" imgH="495300" progId="Equation.3">
                  <p:embed/>
                  <p:pic>
                    <p:nvPicPr>
                      <p:cNvPr id="0" name=""/>
                      <p:cNvPicPr>
                        <a:picLocks noChangeAspect="1" noChangeArrowheads="1"/>
                      </p:cNvPicPr>
                      <p:nvPr/>
                    </p:nvPicPr>
                    <p:blipFill>
                      <a:blip r:embed="rId4"/>
                      <a:srcRect/>
                      <a:stretch>
                        <a:fillRect/>
                      </a:stretch>
                    </p:blipFill>
                    <p:spPr bwMode="auto">
                      <a:xfrm>
                        <a:off x="2020888" y="2005013"/>
                        <a:ext cx="838200" cy="90805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7"/>
                                </a:srgbClr>
                              </a:outerShdw>
                            </a:effectLst>
                          </a14:hiddenEffects>
                        </a:ext>
                      </a:extLst>
                    </p:spPr>
                  </p:pic>
                </p:oleObj>
              </mc:Fallback>
            </mc:AlternateContent>
          </a:graphicData>
        </a:graphic>
      </p:graphicFrame>
      <p:sp>
        <p:nvSpPr>
          <p:cNvPr id="404" name="TextBox 403"/>
          <p:cNvSpPr txBox="1"/>
          <p:nvPr/>
        </p:nvSpPr>
        <p:spPr>
          <a:xfrm>
            <a:off x="4013203" y="3996277"/>
            <a:ext cx="5351232" cy="369332"/>
          </a:xfrm>
          <a:prstGeom prst="rect">
            <a:avLst/>
          </a:prstGeom>
          <a:noFill/>
        </p:spPr>
        <p:txBody>
          <a:bodyPr wrap="none" rtlCol="0">
            <a:spAutoFit/>
          </a:bodyPr>
          <a:lstStyle/>
          <a:p>
            <a:r>
              <a:rPr lang="en-US" dirty="0" err="1" smtClean="0"/>
              <a:t>Isobenefit</a:t>
            </a:r>
            <a:r>
              <a:rPr lang="en-US" dirty="0" smtClean="0"/>
              <a:t> lines (for different forest and park areas)</a:t>
            </a:r>
            <a:endParaRPr lang="en-US" dirty="0"/>
          </a:p>
        </p:txBody>
      </p:sp>
      <p:cxnSp>
        <p:nvCxnSpPr>
          <p:cNvPr id="405" name="Straight Connector 404"/>
          <p:cNvCxnSpPr/>
          <p:nvPr/>
        </p:nvCxnSpPr>
        <p:spPr bwMode="auto">
          <a:xfrm>
            <a:off x="509282" y="4548719"/>
            <a:ext cx="3486933" cy="1733451"/>
          </a:xfrm>
          <a:prstGeom prst="line">
            <a:avLst/>
          </a:prstGeom>
          <a:noFill/>
          <a:ln w="38100" cap="flat" cmpd="sng" algn="ctr">
            <a:solidFill>
              <a:srgbClr val="660066"/>
            </a:solidFill>
            <a:prstDash val="dash"/>
            <a:round/>
            <a:headEnd type="none" w="med" len="med"/>
            <a:tailEnd type="none" w="med" len="med"/>
          </a:ln>
          <a:effectLst/>
        </p:spPr>
      </p:cxnSp>
      <p:sp>
        <p:nvSpPr>
          <p:cNvPr id="406" name="TextBox 405"/>
          <p:cNvSpPr txBox="1"/>
          <p:nvPr/>
        </p:nvSpPr>
        <p:spPr>
          <a:xfrm>
            <a:off x="3108191" y="5594197"/>
            <a:ext cx="973869" cy="369332"/>
          </a:xfrm>
          <a:prstGeom prst="rect">
            <a:avLst/>
          </a:prstGeom>
          <a:noFill/>
        </p:spPr>
        <p:txBody>
          <a:bodyPr wrap="none" rtlCol="0">
            <a:spAutoFit/>
          </a:bodyPr>
          <a:lstStyle/>
          <a:p>
            <a:r>
              <a:rPr lang="en-US" dirty="0" smtClean="0"/>
              <a:t>Z = 600</a:t>
            </a:r>
            <a:endParaRPr lang="en-US" dirty="0"/>
          </a:p>
        </p:txBody>
      </p:sp>
      <p:sp>
        <p:nvSpPr>
          <p:cNvPr id="407" name="TextBox 406"/>
          <p:cNvSpPr txBox="1"/>
          <p:nvPr/>
        </p:nvSpPr>
        <p:spPr>
          <a:xfrm>
            <a:off x="6577903" y="4438570"/>
            <a:ext cx="1711451" cy="369332"/>
          </a:xfrm>
          <a:prstGeom prst="rect">
            <a:avLst/>
          </a:prstGeom>
          <a:noFill/>
        </p:spPr>
        <p:txBody>
          <a:bodyPr wrap="none" rtlCol="0">
            <a:spAutoFit/>
          </a:bodyPr>
          <a:lstStyle/>
          <a:p>
            <a:r>
              <a:rPr lang="en-US" dirty="0"/>
              <a:t>x</a:t>
            </a:r>
            <a:r>
              <a:rPr lang="en-US" dirty="0" smtClean="0"/>
              <a:t>2 = - ½ x1 + c </a:t>
            </a:r>
            <a:endParaRPr lang="en-US" dirty="0"/>
          </a:p>
        </p:txBody>
      </p:sp>
      <p:cxnSp>
        <p:nvCxnSpPr>
          <p:cNvPr id="408" name="Straight Arrow Connector 407"/>
          <p:cNvCxnSpPr/>
          <p:nvPr/>
        </p:nvCxnSpPr>
        <p:spPr bwMode="auto">
          <a:xfrm flipH="1">
            <a:off x="3806235" y="4365609"/>
            <a:ext cx="2882584" cy="1630186"/>
          </a:xfrm>
          <a:prstGeom prst="straightConnector1">
            <a:avLst/>
          </a:prstGeom>
          <a:noFill/>
          <a:ln w="19050" cap="flat" cmpd="sng" algn="ctr">
            <a:solidFill>
              <a:srgbClr val="FF0000"/>
            </a:solidFill>
            <a:prstDash val="solid"/>
            <a:round/>
            <a:headEnd type="none" w="med" len="med"/>
            <a:tailEnd type="arrow"/>
          </a:ln>
          <a:effectLst/>
        </p:spPr>
      </p:cxnSp>
      <p:cxnSp>
        <p:nvCxnSpPr>
          <p:cNvPr id="409" name="Straight Connector 408"/>
          <p:cNvCxnSpPr/>
          <p:nvPr/>
        </p:nvCxnSpPr>
        <p:spPr bwMode="auto">
          <a:xfrm>
            <a:off x="509282" y="5706426"/>
            <a:ext cx="1184019" cy="575744"/>
          </a:xfrm>
          <a:prstGeom prst="line">
            <a:avLst/>
          </a:prstGeom>
          <a:noFill/>
          <a:ln w="38100" cap="flat" cmpd="sng" algn="ctr">
            <a:solidFill>
              <a:srgbClr val="660066"/>
            </a:solidFill>
            <a:prstDash val="dash"/>
            <a:round/>
            <a:headEnd type="none" w="med" len="med"/>
            <a:tailEnd type="none" w="med" len="med"/>
          </a:ln>
          <a:effectLst/>
        </p:spPr>
      </p:cxnSp>
      <p:cxnSp>
        <p:nvCxnSpPr>
          <p:cNvPr id="412" name="Straight Connector 411"/>
          <p:cNvCxnSpPr/>
          <p:nvPr/>
        </p:nvCxnSpPr>
        <p:spPr bwMode="auto">
          <a:xfrm>
            <a:off x="492355" y="5147656"/>
            <a:ext cx="2352413" cy="1134514"/>
          </a:xfrm>
          <a:prstGeom prst="line">
            <a:avLst/>
          </a:prstGeom>
          <a:noFill/>
          <a:ln w="38100" cap="flat" cmpd="sng" algn="ctr">
            <a:solidFill>
              <a:srgbClr val="660066"/>
            </a:solidFill>
            <a:prstDash val="dash"/>
            <a:round/>
            <a:headEnd type="none" w="med" len="med"/>
            <a:tailEnd type="none" w="med" len="med"/>
          </a:ln>
          <a:effectLst/>
        </p:spPr>
      </p:cxnSp>
      <p:cxnSp>
        <p:nvCxnSpPr>
          <p:cNvPr id="413" name="Straight Connector 412"/>
          <p:cNvCxnSpPr/>
          <p:nvPr/>
        </p:nvCxnSpPr>
        <p:spPr bwMode="auto">
          <a:xfrm>
            <a:off x="558806" y="3420533"/>
            <a:ext cx="5740320" cy="2861637"/>
          </a:xfrm>
          <a:prstGeom prst="line">
            <a:avLst/>
          </a:prstGeom>
          <a:noFill/>
          <a:ln w="38100" cap="flat" cmpd="sng" algn="ctr">
            <a:solidFill>
              <a:srgbClr val="660066"/>
            </a:solidFill>
            <a:prstDash val="dash"/>
            <a:round/>
            <a:headEnd type="none" w="med" len="med"/>
            <a:tailEnd type="none" w="med" len="med"/>
          </a:ln>
          <a:effectLst/>
        </p:spPr>
      </p:cxnSp>
      <p:sp>
        <p:nvSpPr>
          <p:cNvPr id="414" name="TextBox 413"/>
          <p:cNvSpPr txBox="1"/>
          <p:nvPr/>
        </p:nvSpPr>
        <p:spPr>
          <a:xfrm>
            <a:off x="5452459" y="5337116"/>
            <a:ext cx="3180979" cy="369332"/>
          </a:xfrm>
          <a:prstGeom prst="rect">
            <a:avLst/>
          </a:prstGeom>
          <a:noFill/>
        </p:spPr>
        <p:txBody>
          <a:bodyPr wrap="none" rtlCol="0">
            <a:spAutoFit/>
          </a:bodyPr>
          <a:lstStyle/>
          <a:p>
            <a:r>
              <a:rPr lang="en-US" dirty="0" smtClean="0"/>
              <a:t>Z* = 10 (80) + 20 (10) = 1000</a:t>
            </a:r>
            <a:endParaRPr lang="en-US" dirty="0"/>
          </a:p>
        </p:txBody>
      </p:sp>
      <p:sp>
        <p:nvSpPr>
          <p:cNvPr id="415" name="TextBox 414"/>
          <p:cNvSpPr txBox="1"/>
          <p:nvPr/>
        </p:nvSpPr>
        <p:spPr>
          <a:xfrm>
            <a:off x="840279" y="5624979"/>
            <a:ext cx="973869" cy="369332"/>
          </a:xfrm>
          <a:prstGeom prst="rect">
            <a:avLst/>
          </a:prstGeom>
          <a:noFill/>
        </p:spPr>
        <p:txBody>
          <a:bodyPr wrap="none" rtlCol="0">
            <a:spAutoFit/>
          </a:bodyPr>
          <a:lstStyle/>
          <a:p>
            <a:r>
              <a:rPr lang="en-US" dirty="0" smtClean="0"/>
              <a:t>Z = 200</a:t>
            </a:r>
            <a:endParaRPr lang="en-US" dirty="0"/>
          </a:p>
        </p:txBody>
      </p:sp>
    </p:spTree>
    <p:extLst>
      <p:ext uri="{BB962C8B-B14F-4D97-AF65-F5344CB8AC3E}">
        <p14:creationId xmlns:p14="http://schemas.microsoft.com/office/powerpoint/2010/main" val="408174679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ChangeArrowheads="1"/>
          </p:cNvSpPr>
          <p:nvPr>
            <p:ph type="title"/>
          </p:nvPr>
        </p:nvSpPr>
        <p:spPr>
          <a:xfrm>
            <a:off x="0" y="0"/>
            <a:ext cx="8458200" cy="1143000"/>
          </a:xfrm>
        </p:spPr>
        <p:txBody>
          <a:bodyPr/>
          <a:lstStyle/>
          <a:p>
            <a:pPr eaLnBrk="1" hangingPunct="1">
              <a:defRPr/>
            </a:pPr>
            <a:r>
              <a:rPr lang="en-US" smtClean="0">
                <a:cs typeface="+mj-cs"/>
              </a:rPr>
              <a:t>Summary of the Graphical Method</a:t>
            </a:r>
          </a:p>
        </p:txBody>
      </p:sp>
      <p:sp>
        <p:nvSpPr>
          <p:cNvPr id="89091" name="Rectangle 3"/>
          <p:cNvSpPr>
            <a:spLocks noGrp="1" noChangeArrowheads="1"/>
          </p:cNvSpPr>
          <p:nvPr>
            <p:ph type="body" idx="1"/>
          </p:nvPr>
        </p:nvSpPr>
        <p:spPr>
          <a:xfrm>
            <a:off x="0" y="1447800"/>
            <a:ext cx="9144000" cy="4114800"/>
          </a:xfrm>
        </p:spPr>
        <p:txBody>
          <a:bodyPr/>
          <a:lstStyle/>
          <a:p>
            <a:pPr eaLnBrk="1" hangingPunct="1">
              <a:lnSpc>
                <a:spcPct val="90000"/>
              </a:lnSpc>
              <a:defRPr/>
            </a:pPr>
            <a:r>
              <a:rPr lang="en-US" sz="2000" dirty="0" smtClean="0">
                <a:cs typeface="+mn-cs"/>
              </a:rPr>
              <a:t>Draw the constraint boundary line for each constraint. Use the origin (or any point not on the line) to determine which side of the line is permitted by the constraint.</a:t>
            </a:r>
          </a:p>
          <a:p>
            <a:pPr eaLnBrk="1" hangingPunct="1">
              <a:lnSpc>
                <a:spcPct val="90000"/>
              </a:lnSpc>
              <a:defRPr/>
            </a:pPr>
            <a:endParaRPr lang="en-US" sz="2000" dirty="0" smtClean="0">
              <a:cs typeface="+mn-cs"/>
            </a:endParaRPr>
          </a:p>
          <a:p>
            <a:pPr eaLnBrk="1" hangingPunct="1">
              <a:lnSpc>
                <a:spcPct val="90000"/>
              </a:lnSpc>
              <a:defRPr/>
            </a:pPr>
            <a:r>
              <a:rPr lang="en-US" sz="2000" dirty="0" smtClean="0">
                <a:cs typeface="+mn-cs"/>
              </a:rPr>
              <a:t>Find the feasible region by determining where all constraints are satisfied simultaneously.</a:t>
            </a:r>
          </a:p>
          <a:p>
            <a:pPr eaLnBrk="1" hangingPunct="1">
              <a:lnSpc>
                <a:spcPct val="90000"/>
              </a:lnSpc>
              <a:defRPr/>
            </a:pPr>
            <a:endParaRPr lang="en-US" sz="2000" dirty="0" smtClean="0">
              <a:cs typeface="+mn-cs"/>
            </a:endParaRPr>
          </a:p>
          <a:p>
            <a:pPr eaLnBrk="1" hangingPunct="1">
              <a:lnSpc>
                <a:spcPct val="90000"/>
              </a:lnSpc>
              <a:defRPr/>
            </a:pPr>
            <a:r>
              <a:rPr lang="en-US" sz="2000" dirty="0" smtClean="0">
                <a:cs typeface="+mn-cs"/>
              </a:rPr>
              <a:t>Determine the slope of one objective function line (perpendicular to its gradient vector). All other objective function lines will have the same slope.</a:t>
            </a:r>
          </a:p>
          <a:p>
            <a:pPr eaLnBrk="1" hangingPunct="1">
              <a:lnSpc>
                <a:spcPct val="90000"/>
              </a:lnSpc>
              <a:defRPr/>
            </a:pPr>
            <a:endParaRPr lang="en-US" sz="2000" dirty="0" smtClean="0">
              <a:cs typeface="+mn-cs"/>
            </a:endParaRPr>
          </a:p>
          <a:p>
            <a:pPr eaLnBrk="1" hangingPunct="1">
              <a:lnSpc>
                <a:spcPct val="90000"/>
              </a:lnSpc>
              <a:defRPr/>
            </a:pPr>
            <a:r>
              <a:rPr lang="en-US" sz="2000" dirty="0" smtClean="0">
                <a:cs typeface="+mn-cs"/>
              </a:rPr>
              <a:t>Move a straight edge with this slope through the feasible region in the direction of improving values of the objective function (direction of the gradient). Stop at the last instant that the straight edge still passes through a point in the feasible region. This line is the optimal objective function line.</a:t>
            </a:r>
          </a:p>
          <a:p>
            <a:pPr eaLnBrk="1" hangingPunct="1">
              <a:lnSpc>
                <a:spcPct val="90000"/>
              </a:lnSpc>
              <a:defRPr/>
            </a:pPr>
            <a:endParaRPr lang="en-US" sz="2000" dirty="0" smtClean="0">
              <a:cs typeface="+mn-cs"/>
            </a:endParaRPr>
          </a:p>
          <a:p>
            <a:pPr eaLnBrk="1" hangingPunct="1">
              <a:lnSpc>
                <a:spcPct val="90000"/>
              </a:lnSpc>
              <a:defRPr/>
            </a:pPr>
            <a:r>
              <a:rPr lang="en-US" sz="2000" dirty="0" smtClean="0">
                <a:cs typeface="+mn-cs"/>
              </a:rPr>
              <a:t>A feasible point on the optimal objective function line is an optimal solution.</a:t>
            </a:r>
          </a:p>
        </p:txBody>
      </p:sp>
    </p:spTree>
    <p:extLst>
      <p:ext uri="{BB962C8B-B14F-4D97-AF65-F5344CB8AC3E}">
        <p14:creationId xmlns:p14="http://schemas.microsoft.com/office/powerpoint/2010/main" val="137973167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bwMode="auto">
          <a:xfrm>
            <a:off x="4148667" y="3759200"/>
            <a:ext cx="914400" cy="914400"/>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nvGrpSpPr>
          <p:cNvPr id="369" name="Group 368"/>
          <p:cNvGrpSpPr/>
          <p:nvPr/>
        </p:nvGrpSpPr>
        <p:grpSpPr>
          <a:xfrm>
            <a:off x="-16939" y="0"/>
            <a:ext cx="9177758" cy="6840962"/>
            <a:chOff x="-16939" y="304794"/>
            <a:chExt cx="9177758" cy="6840962"/>
          </a:xfrm>
        </p:grpSpPr>
        <p:grpSp>
          <p:nvGrpSpPr>
            <p:cNvPr id="70" name="Group 69"/>
            <p:cNvGrpSpPr/>
            <p:nvPr/>
          </p:nvGrpSpPr>
          <p:grpSpPr>
            <a:xfrm>
              <a:off x="-16936" y="304794"/>
              <a:ext cx="9177749" cy="1134535"/>
              <a:chOff x="-16936" y="304794"/>
              <a:chExt cx="9177749" cy="1134535"/>
            </a:xfrm>
          </p:grpSpPr>
          <p:grpSp>
            <p:nvGrpSpPr>
              <p:cNvPr id="40" name="Group 39"/>
              <p:cNvGrpSpPr/>
              <p:nvPr/>
            </p:nvGrpSpPr>
            <p:grpSpPr>
              <a:xfrm>
                <a:off x="-16936" y="304794"/>
                <a:ext cx="9177746" cy="575743"/>
                <a:chOff x="304791" y="304794"/>
                <a:chExt cx="9177746" cy="575743"/>
              </a:xfrm>
            </p:grpSpPr>
            <p:grpSp>
              <p:nvGrpSpPr>
                <p:cNvPr id="25" name="Group 24"/>
                <p:cNvGrpSpPr/>
                <p:nvPr/>
              </p:nvGrpSpPr>
              <p:grpSpPr>
                <a:xfrm>
                  <a:off x="304791" y="304794"/>
                  <a:ext cx="4588873" cy="575738"/>
                  <a:chOff x="2455324" y="304801"/>
                  <a:chExt cx="4588873" cy="575738"/>
                </a:xfrm>
              </p:grpSpPr>
              <p:grpSp>
                <p:nvGrpSpPr>
                  <p:cNvPr id="14" name="Group 13"/>
                  <p:cNvGrpSpPr/>
                  <p:nvPr/>
                </p:nvGrpSpPr>
                <p:grpSpPr>
                  <a:xfrm>
                    <a:off x="2455324" y="304801"/>
                    <a:ext cx="1134524" cy="575735"/>
                    <a:chOff x="2455324" y="304801"/>
                    <a:chExt cx="1134524" cy="575735"/>
                  </a:xfrm>
                </p:grpSpPr>
                <p:sp>
                  <p:nvSpPr>
                    <p:cNvPr id="12" name="Rectangle 11"/>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3" name="Rectangle 12"/>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15" name="Group 14"/>
                  <p:cNvGrpSpPr/>
                  <p:nvPr/>
                </p:nvGrpSpPr>
                <p:grpSpPr>
                  <a:xfrm>
                    <a:off x="3606771" y="304804"/>
                    <a:ext cx="1134524" cy="575735"/>
                    <a:chOff x="2455324" y="304801"/>
                    <a:chExt cx="1134524" cy="575735"/>
                  </a:xfrm>
                </p:grpSpPr>
                <p:sp>
                  <p:nvSpPr>
                    <p:cNvPr id="16" name="Rectangle 15"/>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7" name="Rectangle 16"/>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24" name="Group 23"/>
                  <p:cNvGrpSpPr/>
                  <p:nvPr/>
                </p:nvGrpSpPr>
                <p:grpSpPr>
                  <a:xfrm>
                    <a:off x="4758226" y="304801"/>
                    <a:ext cx="2285971" cy="575738"/>
                    <a:chOff x="4148667" y="457201"/>
                    <a:chExt cx="2285971" cy="575738"/>
                  </a:xfrm>
                </p:grpSpPr>
                <p:grpSp>
                  <p:nvGrpSpPr>
                    <p:cNvPr id="18" name="Group 17"/>
                    <p:cNvGrpSpPr/>
                    <p:nvPr/>
                  </p:nvGrpSpPr>
                  <p:grpSpPr>
                    <a:xfrm>
                      <a:off x="4148667" y="457201"/>
                      <a:ext cx="1134524" cy="575735"/>
                      <a:chOff x="2455324" y="304801"/>
                      <a:chExt cx="1134524" cy="575735"/>
                    </a:xfrm>
                  </p:grpSpPr>
                  <p:sp>
                    <p:nvSpPr>
                      <p:cNvPr id="19" name="Rectangle 18"/>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0" name="Rectangle 19"/>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21" name="Group 20"/>
                    <p:cNvGrpSpPr/>
                    <p:nvPr/>
                  </p:nvGrpSpPr>
                  <p:grpSpPr>
                    <a:xfrm>
                      <a:off x="5300114" y="457204"/>
                      <a:ext cx="1134524" cy="575735"/>
                      <a:chOff x="2455324" y="304801"/>
                      <a:chExt cx="1134524" cy="575735"/>
                    </a:xfrm>
                  </p:grpSpPr>
                  <p:sp>
                    <p:nvSpPr>
                      <p:cNvPr id="22" name="Rectangle 21"/>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smtClean="0">
                          <a:ln>
                            <a:noFill/>
                          </a:ln>
                          <a:solidFill>
                            <a:schemeClr val="tx1"/>
                          </a:solidFill>
                          <a:effectLst/>
                          <a:latin typeface="Arial" charset="0"/>
                          <a:cs typeface="Arial" charset="0"/>
                        </a:endParaRPr>
                      </a:p>
                    </p:txBody>
                  </p:sp>
                  <p:sp>
                    <p:nvSpPr>
                      <p:cNvPr id="23" name="Rectangle 22"/>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grpSp>
            <p:grpSp>
              <p:nvGrpSpPr>
                <p:cNvPr id="26" name="Group 25"/>
                <p:cNvGrpSpPr/>
                <p:nvPr/>
              </p:nvGrpSpPr>
              <p:grpSpPr>
                <a:xfrm>
                  <a:off x="4893664" y="304799"/>
                  <a:ext cx="4588873" cy="575738"/>
                  <a:chOff x="2455324" y="304801"/>
                  <a:chExt cx="4588873" cy="575738"/>
                </a:xfrm>
              </p:grpSpPr>
              <p:grpSp>
                <p:nvGrpSpPr>
                  <p:cNvPr id="27" name="Group 26"/>
                  <p:cNvGrpSpPr/>
                  <p:nvPr/>
                </p:nvGrpSpPr>
                <p:grpSpPr>
                  <a:xfrm>
                    <a:off x="2455324" y="304801"/>
                    <a:ext cx="1134524" cy="575735"/>
                    <a:chOff x="2455324" y="304801"/>
                    <a:chExt cx="1134524" cy="575735"/>
                  </a:xfrm>
                </p:grpSpPr>
                <p:sp>
                  <p:nvSpPr>
                    <p:cNvPr id="38" name="Rectangle 37"/>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39" name="Rectangle 38"/>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28" name="Group 27"/>
                  <p:cNvGrpSpPr/>
                  <p:nvPr/>
                </p:nvGrpSpPr>
                <p:grpSpPr>
                  <a:xfrm>
                    <a:off x="3606771" y="304804"/>
                    <a:ext cx="1134524" cy="575735"/>
                    <a:chOff x="2455324" y="304801"/>
                    <a:chExt cx="1134524" cy="575735"/>
                  </a:xfrm>
                </p:grpSpPr>
                <p:sp>
                  <p:nvSpPr>
                    <p:cNvPr id="36" name="Rectangle 35"/>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37" name="Rectangle 36"/>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29" name="Group 28"/>
                  <p:cNvGrpSpPr/>
                  <p:nvPr/>
                </p:nvGrpSpPr>
                <p:grpSpPr>
                  <a:xfrm>
                    <a:off x="4758226" y="304801"/>
                    <a:ext cx="2285971" cy="575738"/>
                    <a:chOff x="4148667" y="457201"/>
                    <a:chExt cx="2285971" cy="575738"/>
                  </a:xfrm>
                </p:grpSpPr>
                <p:grpSp>
                  <p:nvGrpSpPr>
                    <p:cNvPr id="30" name="Group 29"/>
                    <p:cNvGrpSpPr/>
                    <p:nvPr/>
                  </p:nvGrpSpPr>
                  <p:grpSpPr>
                    <a:xfrm>
                      <a:off x="4148667" y="457201"/>
                      <a:ext cx="1134524" cy="575735"/>
                      <a:chOff x="2455324" y="304801"/>
                      <a:chExt cx="1134524" cy="575735"/>
                    </a:xfrm>
                  </p:grpSpPr>
                  <p:sp>
                    <p:nvSpPr>
                      <p:cNvPr id="34" name="Rectangle 33"/>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35" name="Rectangle 34"/>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31" name="Group 30"/>
                    <p:cNvGrpSpPr/>
                    <p:nvPr/>
                  </p:nvGrpSpPr>
                  <p:grpSpPr>
                    <a:xfrm>
                      <a:off x="5300114" y="457204"/>
                      <a:ext cx="1134524" cy="575735"/>
                      <a:chOff x="2455324" y="304801"/>
                      <a:chExt cx="1134524" cy="575735"/>
                    </a:xfrm>
                  </p:grpSpPr>
                  <p:sp>
                    <p:nvSpPr>
                      <p:cNvPr id="32" name="Rectangle 31"/>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33" name="Rectangle 32"/>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grpSp>
          </p:grpSp>
          <p:grpSp>
            <p:nvGrpSpPr>
              <p:cNvPr id="41" name="Group 40"/>
              <p:cNvGrpSpPr/>
              <p:nvPr/>
            </p:nvGrpSpPr>
            <p:grpSpPr>
              <a:xfrm>
                <a:off x="-16933" y="863586"/>
                <a:ext cx="9177746" cy="575743"/>
                <a:chOff x="304791" y="304794"/>
                <a:chExt cx="9177746" cy="575743"/>
              </a:xfrm>
            </p:grpSpPr>
            <p:grpSp>
              <p:nvGrpSpPr>
                <p:cNvPr id="42" name="Group 41"/>
                <p:cNvGrpSpPr/>
                <p:nvPr/>
              </p:nvGrpSpPr>
              <p:grpSpPr>
                <a:xfrm>
                  <a:off x="304791" y="304794"/>
                  <a:ext cx="4588873" cy="575738"/>
                  <a:chOff x="2455324" y="304801"/>
                  <a:chExt cx="4588873" cy="575738"/>
                </a:xfrm>
              </p:grpSpPr>
              <p:grpSp>
                <p:nvGrpSpPr>
                  <p:cNvPr id="57" name="Group 56"/>
                  <p:cNvGrpSpPr/>
                  <p:nvPr/>
                </p:nvGrpSpPr>
                <p:grpSpPr>
                  <a:xfrm>
                    <a:off x="2455324" y="304801"/>
                    <a:ext cx="1134524" cy="575735"/>
                    <a:chOff x="2455324" y="304801"/>
                    <a:chExt cx="1134524" cy="575735"/>
                  </a:xfrm>
                </p:grpSpPr>
                <p:sp>
                  <p:nvSpPr>
                    <p:cNvPr id="68" name="Rectangle 67"/>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69" name="Rectangle 68"/>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58" name="Group 57"/>
                  <p:cNvGrpSpPr/>
                  <p:nvPr/>
                </p:nvGrpSpPr>
                <p:grpSpPr>
                  <a:xfrm>
                    <a:off x="3606771" y="304804"/>
                    <a:ext cx="1134524" cy="575735"/>
                    <a:chOff x="2455324" y="304801"/>
                    <a:chExt cx="1134524" cy="575735"/>
                  </a:xfrm>
                </p:grpSpPr>
                <p:sp>
                  <p:nvSpPr>
                    <p:cNvPr id="66" name="Rectangle 65"/>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67" name="Rectangle 66"/>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59" name="Group 58"/>
                  <p:cNvGrpSpPr/>
                  <p:nvPr/>
                </p:nvGrpSpPr>
                <p:grpSpPr>
                  <a:xfrm>
                    <a:off x="4758226" y="304801"/>
                    <a:ext cx="2285971" cy="575738"/>
                    <a:chOff x="4148667" y="457201"/>
                    <a:chExt cx="2285971" cy="575738"/>
                  </a:xfrm>
                </p:grpSpPr>
                <p:grpSp>
                  <p:nvGrpSpPr>
                    <p:cNvPr id="60" name="Group 59"/>
                    <p:cNvGrpSpPr/>
                    <p:nvPr/>
                  </p:nvGrpSpPr>
                  <p:grpSpPr>
                    <a:xfrm>
                      <a:off x="4148667" y="457201"/>
                      <a:ext cx="1134524" cy="575735"/>
                      <a:chOff x="2455324" y="304801"/>
                      <a:chExt cx="1134524" cy="575735"/>
                    </a:xfrm>
                  </p:grpSpPr>
                  <p:sp>
                    <p:nvSpPr>
                      <p:cNvPr id="64" name="Rectangle 63"/>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65" name="Rectangle 64"/>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61" name="Group 60"/>
                    <p:cNvGrpSpPr/>
                    <p:nvPr/>
                  </p:nvGrpSpPr>
                  <p:grpSpPr>
                    <a:xfrm>
                      <a:off x="5300114" y="457204"/>
                      <a:ext cx="1134524" cy="575735"/>
                      <a:chOff x="2455324" y="304801"/>
                      <a:chExt cx="1134524" cy="575735"/>
                    </a:xfrm>
                  </p:grpSpPr>
                  <p:sp>
                    <p:nvSpPr>
                      <p:cNvPr id="62" name="Rectangle 61"/>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63" name="Rectangle 62"/>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grpSp>
            <p:grpSp>
              <p:nvGrpSpPr>
                <p:cNvPr id="43" name="Group 42"/>
                <p:cNvGrpSpPr/>
                <p:nvPr/>
              </p:nvGrpSpPr>
              <p:grpSpPr>
                <a:xfrm>
                  <a:off x="4893664" y="304799"/>
                  <a:ext cx="4588873" cy="575738"/>
                  <a:chOff x="2455324" y="304801"/>
                  <a:chExt cx="4588873" cy="575738"/>
                </a:xfrm>
              </p:grpSpPr>
              <p:grpSp>
                <p:nvGrpSpPr>
                  <p:cNvPr id="44" name="Group 43"/>
                  <p:cNvGrpSpPr/>
                  <p:nvPr/>
                </p:nvGrpSpPr>
                <p:grpSpPr>
                  <a:xfrm>
                    <a:off x="2455324" y="304801"/>
                    <a:ext cx="1134524" cy="575735"/>
                    <a:chOff x="2455324" y="304801"/>
                    <a:chExt cx="1134524" cy="575735"/>
                  </a:xfrm>
                </p:grpSpPr>
                <p:sp>
                  <p:nvSpPr>
                    <p:cNvPr id="55" name="Rectangle 54"/>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56" name="Rectangle 55"/>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45" name="Group 44"/>
                  <p:cNvGrpSpPr/>
                  <p:nvPr/>
                </p:nvGrpSpPr>
                <p:grpSpPr>
                  <a:xfrm>
                    <a:off x="3606771" y="304804"/>
                    <a:ext cx="1134524" cy="575735"/>
                    <a:chOff x="2455324" y="304801"/>
                    <a:chExt cx="1134524" cy="575735"/>
                  </a:xfrm>
                </p:grpSpPr>
                <p:sp>
                  <p:nvSpPr>
                    <p:cNvPr id="53" name="Rectangle 52"/>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54" name="Rectangle 53"/>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46" name="Group 45"/>
                  <p:cNvGrpSpPr/>
                  <p:nvPr/>
                </p:nvGrpSpPr>
                <p:grpSpPr>
                  <a:xfrm>
                    <a:off x="4758226" y="304801"/>
                    <a:ext cx="2285971" cy="575738"/>
                    <a:chOff x="4148667" y="457201"/>
                    <a:chExt cx="2285971" cy="575738"/>
                  </a:xfrm>
                </p:grpSpPr>
                <p:grpSp>
                  <p:nvGrpSpPr>
                    <p:cNvPr id="47" name="Group 46"/>
                    <p:cNvGrpSpPr/>
                    <p:nvPr/>
                  </p:nvGrpSpPr>
                  <p:grpSpPr>
                    <a:xfrm>
                      <a:off x="4148667" y="457201"/>
                      <a:ext cx="1134524" cy="575735"/>
                      <a:chOff x="2455324" y="304801"/>
                      <a:chExt cx="1134524" cy="575735"/>
                    </a:xfrm>
                  </p:grpSpPr>
                  <p:sp>
                    <p:nvSpPr>
                      <p:cNvPr id="51" name="Rectangle 50"/>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52" name="Rectangle 51"/>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48" name="Group 47"/>
                    <p:cNvGrpSpPr/>
                    <p:nvPr/>
                  </p:nvGrpSpPr>
                  <p:grpSpPr>
                    <a:xfrm>
                      <a:off x="5300114" y="457204"/>
                      <a:ext cx="1134524" cy="575735"/>
                      <a:chOff x="2455324" y="304801"/>
                      <a:chExt cx="1134524" cy="575735"/>
                    </a:xfrm>
                  </p:grpSpPr>
                  <p:sp>
                    <p:nvSpPr>
                      <p:cNvPr id="49" name="Rectangle 48"/>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50" name="Rectangle 49"/>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grpSp>
          </p:grpSp>
        </p:grpSp>
        <p:grpSp>
          <p:nvGrpSpPr>
            <p:cNvPr id="71" name="Group 70"/>
            <p:cNvGrpSpPr/>
            <p:nvPr/>
          </p:nvGrpSpPr>
          <p:grpSpPr>
            <a:xfrm>
              <a:off x="-16933" y="1439308"/>
              <a:ext cx="9177749" cy="1134535"/>
              <a:chOff x="-16936" y="304794"/>
              <a:chExt cx="9177749" cy="1134535"/>
            </a:xfrm>
          </p:grpSpPr>
          <p:grpSp>
            <p:nvGrpSpPr>
              <p:cNvPr id="72" name="Group 71"/>
              <p:cNvGrpSpPr/>
              <p:nvPr/>
            </p:nvGrpSpPr>
            <p:grpSpPr>
              <a:xfrm>
                <a:off x="-16936" y="304794"/>
                <a:ext cx="9177746" cy="575743"/>
                <a:chOff x="304791" y="304794"/>
                <a:chExt cx="9177746" cy="575743"/>
              </a:xfrm>
            </p:grpSpPr>
            <p:grpSp>
              <p:nvGrpSpPr>
                <p:cNvPr id="102" name="Group 101"/>
                <p:cNvGrpSpPr/>
                <p:nvPr/>
              </p:nvGrpSpPr>
              <p:grpSpPr>
                <a:xfrm>
                  <a:off x="304791" y="304794"/>
                  <a:ext cx="4588873" cy="575738"/>
                  <a:chOff x="2455324" y="304801"/>
                  <a:chExt cx="4588873" cy="575738"/>
                </a:xfrm>
              </p:grpSpPr>
              <p:grpSp>
                <p:nvGrpSpPr>
                  <p:cNvPr id="117" name="Group 116"/>
                  <p:cNvGrpSpPr/>
                  <p:nvPr/>
                </p:nvGrpSpPr>
                <p:grpSpPr>
                  <a:xfrm>
                    <a:off x="2455324" y="304801"/>
                    <a:ext cx="1134524" cy="575735"/>
                    <a:chOff x="2455324" y="304801"/>
                    <a:chExt cx="1134524" cy="575735"/>
                  </a:xfrm>
                </p:grpSpPr>
                <p:sp>
                  <p:nvSpPr>
                    <p:cNvPr id="128" name="Rectangle 127"/>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29" name="Rectangle 128"/>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118" name="Group 117"/>
                  <p:cNvGrpSpPr/>
                  <p:nvPr/>
                </p:nvGrpSpPr>
                <p:grpSpPr>
                  <a:xfrm>
                    <a:off x="3606771" y="304804"/>
                    <a:ext cx="1134524" cy="575735"/>
                    <a:chOff x="2455324" y="304801"/>
                    <a:chExt cx="1134524" cy="575735"/>
                  </a:xfrm>
                </p:grpSpPr>
                <p:sp>
                  <p:nvSpPr>
                    <p:cNvPr id="126" name="Rectangle 125"/>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27" name="Rectangle 126"/>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119" name="Group 118"/>
                  <p:cNvGrpSpPr/>
                  <p:nvPr/>
                </p:nvGrpSpPr>
                <p:grpSpPr>
                  <a:xfrm>
                    <a:off x="4758226" y="304801"/>
                    <a:ext cx="2285971" cy="575738"/>
                    <a:chOff x="4148667" y="457201"/>
                    <a:chExt cx="2285971" cy="575738"/>
                  </a:xfrm>
                </p:grpSpPr>
                <p:grpSp>
                  <p:nvGrpSpPr>
                    <p:cNvPr id="120" name="Group 119"/>
                    <p:cNvGrpSpPr/>
                    <p:nvPr/>
                  </p:nvGrpSpPr>
                  <p:grpSpPr>
                    <a:xfrm>
                      <a:off x="4148667" y="457201"/>
                      <a:ext cx="1134524" cy="575735"/>
                      <a:chOff x="2455324" y="304801"/>
                      <a:chExt cx="1134524" cy="575735"/>
                    </a:xfrm>
                  </p:grpSpPr>
                  <p:sp>
                    <p:nvSpPr>
                      <p:cNvPr id="124" name="Rectangle 123"/>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25" name="Rectangle 124"/>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121" name="Group 120"/>
                    <p:cNvGrpSpPr/>
                    <p:nvPr/>
                  </p:nvGrpSpPr>
                  <p:grpSpPr>
                    <a:xfrm>
                      <a:off x="5300114" y="457204"/>
                      <a:ext cx="1134524" cy="575735"/>
                      <a:chOff x="2455324" y="304801"/>
                      <a:chExt cx="1134524" cy="575735"/>
                    </a:xfrm>
                  </p:grpSpPr>
                  <p:sp>
                    <p:nvSpPr>
                      <p:cNvPr id="122" name="Rectangle 121"/>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23" name="Rectangle 122"/>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grpSp>
            <p:grpSp>
              <p:nvGrpSpPr>
                <p:cNvPr id="103" name="Group 102"/>
                <p:cNvGrpSpPr/>
                <p:nvPr/>
              </p:nvGrpSpPr>
              <p:grpSpPr>
                <a:xfrm>
                  <a:off x="4893664" y="304799"/>
                  <a:ext cx="4588873" cy="575738"/>
                  <a:chOff x="2455324" y="304801"/>
                  <a:chExt cx="4588873" cy="575738"/>
                </a:xfrm>
              </p:grpSpPr>
              <p:grpSp>
                <p:nvGrpSpPr>
                  <p:cNvPr id="104" name="Group 103"/>
                  <p:cNvGrpSpPr/>
                  <p:nvPr/>
                </p:nvGrpSpPr>
                <p:grpSpPr>
                  <a:xfrm>
                    <a:off x="2455324" y="304801"/>
                    <a:ext cx="1134524" cy="575735"/>
                    <a:chOff x="2455324" y="304801"/>
                    <a:chExt cx="1134524" cy="575735"/>
                  </a:xfrm>
                </p:grpSpPr>
                <p:sp>
                  <p:nvSpPr>
                    <p:cNvPr id="115" name="Rectangle 114"/>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16" name="Rectangle 115"/>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105" name="Group 104"/>
                  <p:cNvGrpSpPr/>
                  <p:nvPr/>
                </p:nvGrpSpPr>
                <p:grpSpPr>
                  <a:xfrm>
                    <a:off x="3606771" y="304804"/>
                    <a:ext cx="1134524" cy="575735"/>
                    <a:chOff x="2455324" y="304801"/>
                    <a:chExt cx="1134524" cy="575735"/>
                  </a:xfrm>
                </p:grpSpPr>
                <p:sp>
                  <p:nvSpPr>
                    <p:cNvPr id="113" name="Rectangle 112"/>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14" name="Rectangle 113"/>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106" name="Group 105"/>
                  <p:cNvGrpSpPr/>
                  <p:nvPr/>
                </p:nvGrpSpPr>
                <p:grpSpPr>
                  <a:xfrm>
                    <a:off x="4758226" y="304801"/>
                    <a:ext cx="2285971" cy="575738"/>
                    <a:chOff x="4148667" y="457201"/>
                    <a:chExt cx="2285971" cy="575738"/>
                  </a:xfrm>
                </p:grpSpPr>
                <p:grpSp>
                  <p:nvGrpSpPr>
                    <p:cNvPr id="107" name="Group 106"/>
                    <p:cNvGrpSpPr/>
                    <p:nvPr/>
                  </p:nvGrpSpPr>
                  <p:grpSpPr>
                    <a:xfrm>
                      <a:off x="4148667" y="457201"/>
                      <a:ext cx="1134524" cy="575735"/>
                      <a:chOff x="2455324" y="304801"/>
                      <a:chExt cx="1134524" cy="575735"/>
                    </a:xfrm>
                  </p:grpSpPr>
                  <p:sp>
                    <p:nvSpPr>
                      <p:cNvPr id="111" name="Rectangle 110"/>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12" name="Rectangle 111"/>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108" name="Group 107"/>
                    <p:cNvGrpSpPr/>
                    <p:nvPr/>
                  </p:nvGrpSpPr>
                  <p:grpSpPr>
                    <a:xfrm>
                      <a:off x="5300114" y="457204"/>
                      <a:ext cx="1134524" cy="575735"/>
                      <a:chOff x="2455324" y="304801"/>
                      <a:chExt cx="1134524" cy="575735"/>
                    </a:xfrm>
                  </p:grpSpPr>
                  <p:sp>
                    <p:nvSpPr>
                      <p:cNvPr id="109" name="Rectangle 108"/>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10" name="Rectangle 109"/>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grpSp>
          </p:grpSp>
          <p:grpSp>
            <p:nvGrpSpPr>
              <p:cNvPr id="73" name="Group 72"/>
              <p:cNvGrpSpPr/>
              <p:nvPr/>
            </p:nvGrpSpPr>
            <p:grpSpPr>
              <a:xfrm>
                <a:off x="-16933" y="863586"/>
                <a:ext cx="9177746" cy="575743"/>
                <a:chOff x="304791" y="304794"/>
                <a:chExt cx="9177746" cy="575743"/>
              </a:xfrm>
            </p:grpSpPr>
            <p:grpSp>
              <p:nvGrpSpPr>
                <p:cNvPr id="74" name="Group 73"/>
                <p:cNvGrpSpPr/>
                <p:nvPr/>
              </p:nvGrpSpPr>
              <p:grpSpPr>
                <a:xfrm>
                  <a:off x="304791" y="304794"/>
                  <a:ext cx="4588873" cy="575738"/>
                  <a:chOff x="2455324" y="304801"/>
                  <a:chExt cx="4588873" cy="575738"/>
                </a:xfrm>
              </p:grpSpPr>
              <p:grpSp>
                <p:nvGrpSpPr>
                  <p:cNvPr id="89" name="Group 88"/>
                  <p:cNvGrpSpPr/>
                  <p:nvPr/>
                </p:nvGrpSpPr>
                <p:grpSpPr>
                  <a:xfrm>
                    <a:off x="2455324" y="304801"/>
                    <a:ext cx="1134524" cy="575735"/>
                    <a:chOff x="2455324" y="304801"/>
                    <a:chExt cx="1134524" cy="575735"/>
                  </a:xfrm>
                </p:grpSpPr>
                <p:sp>
                  <p:nvSpPr>
                    <p:cNvPr id="100" name="Rectangle 99"/>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01" name="Rectangle 100"/>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90" name="Group 89"/>
                  <p:cNvGrpSpPr/>
                  <p:nvPr/>
                </p:nvGrpSpPr>
                <p:grpSpPr>
                  <a:xfrm>
                    <a:off x="3606771" y="304804"/>
                    <a:ext cx="1134524" cy="575735"/>
                    <a:chOff x="2455324" y="304801"/>
                    <a:chExt cx="1134524" cy="575735"/>
                  </a:xfrm>
                </p:grpSpPr>
                <p:sp>
                  <p:nvSpPr>
                    <p:cNvPr id="98" name="Rectangle 97"/>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99" name="Rectangle 98"/>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91" name="Group 90"/>
                  <p:cNvGrpSpPr/>
                  <p:nvPr/>
                </p:nvGrpSpPr>
                <p:grpSpPr>
                  <a:xfrm>
                    <a:off x="4758226" y="304801"/>
                    <a:ext cx="2285971" cy="575738"/>
                    <a:chOff x="4148667" y="457201"/>
                    <a:chExt cx="2285971" cy="575738"/>
                  </a:xfrm>
                </p:grpSpPr>
                <p:grpSp>
                  <p:nvGrpSpPr>
                    <p:cNvPr id="92" name="Group 91"/>
                    <p:cNvGrpSpPr/>
                    <p:nvPr/>
                  </p:nvGrpSpPr>
                  <p:grpSpPr>
                    <a:xfrm>
                      <a:off x="4148667" y="457201"/>
                      <a:ext cx="1134524" cy="575735"/>
                      <a:chOff x="2455324" y="304801"/>
                      <a:chExt cx="1134524" cy="575735"/>
                    </a:xfrm>
                  </p:grpSpPr>
                  <p:sp>
                    <p:nvSpPr>
                      <p:cNvPr id="96" name="Rectangle 95"/>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97" name="Rectangle 96"/>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93" name="Group 92"/>
                    <p:cNvGrpSpPr/>
                    <p:nvPr/>
                  </p:nvGrpSpPr>
                  <p:grpSpPr>
                    <a:xfrm>
                      <a:off x="5300114" y="457204"/>
                      <a:ext cx="1134524" cy="575735"/>
                      <a:chOff x="2455324" y="304801"/>
                      <a:chExt cx="1134524" cy="575735"/>
                    </a:xfrm>
                  </p:grpSpPr>
                  <p:sp>
                    <p:nvSpPr>
                      <p:cNvPr id="94" name="Rectangle 93"/>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95" name="Rectangle 94"/>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grpSp>
            <p:grpSp>
              <p:nvGrpSpPr>
                <p:cNvPr id="75" name="Group 74"/>
                <p:cNvGrpSpPr/>
                <p:nvPr/>
              </p:nvGrpSpPr>
              <p:grpSpPr>
                <a:xfrm>
                  <a:off x="4893664" y="304799"/>
                  <a:ext cx="4588873" cy="575738"/>
                  <a:chOff x="2455324" y="304801"/>
                  <a:chExt cx="4588873" cy="575738"/>
                </a:xfrm>
              </p:grpSpPr>
              <p:grpSp>
                <p:nvGrpSpPr>
                  <p:cNvPr id="76" name="Group 75"/>
                  <p:cNvGrpSpPr/>
                  <p:nvPr/>
                </p:nvGrpSpPr>
                <p:grpSpPr>
                  <a:xfrm>
                    <a:off x="2455324" y="304801"/>
                    <a:ext cx="1134524" cy="575735"/>
                    <a:chOff x="2455324" y="304801"/>
                    <a:chExt cx="1134524" cy="575735"/>
                  </a:xfrm>
                </p:grpSpPr>
                <p:sp>
                  <p:nvSpPr>
                    <p:cNvPr id="87" name="Rectangle 86"/>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88" name="Rectangle 87"/>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77" name="Group 76"/>
                  <p:cNvGrpSpPr/>
                  <p:nvPr/>
                </p:nvGrpSpPr>
                <p:grpSpPr>
                  <a:xfrm>
                    <a:off x="3606771" y="304804"/>
                    <a:ext cx="1134524" cy="575735"/>
                    <a:chOff x="2455324" y="304801"/>
                    <a:chExt cx="1134524" cy="575735"/>
                  </a:xfrm>
                </p:grpSpPr>
                <p:sp>
                  <p:nvSpPr>
                    <p:cNvPr id="85" name="Rectangle 84"/>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86" name="Rectangle 85"/>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78" name="Group 77"/>
                  <p:cNvGrpSpPr/>
                  <p:nvPr/>
                </p:nvGrpSpPr>
                <p:grpSpPr>
                  <a:xfrm>
                    <a:off x="4758226" y="304801"/>
                    <a:ext cx="2285971" cy="575738"/>
                    <a:chOff x="4148667" y="457201"/>
                    <a:chExt cx="2285971" cy="575738"/>
                  </a:xfrm>
                </p:grpSpPr>
                <p:grpSp>
                  <p:nvGrpSpPr>
                    <p:cNvPr id="79" name="Group 78"/>
                    <p:cNvGrpSpPr/>
                    <p:nvPr/>
                  </p:nvGrpSpPr>
                  <p:grpSpPr>
                    <a:xfrm>
                      <a:off x="4148667" y="457201"/>
                      <a:ext cx="1134524" cy="575735"/>
                      <a:chOff x="2455324" y="304801"/>
                      <a:chExt cx="1134524" cy="575735"/>
                    </a:xfrm>
                  </p:grpSpPr>
                  <p:sp>
                    <p:nvSpPr>
                      <p:cNvPr id="83" name="Rectangle 82"/>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84" name="Rectangle 83"/>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80" name="Group 79"/>
                    <p:cNvGrpSpPr/>
                    <p:nvPr/>
                  </p:nvGrpSpPr>
                  <p:grpSpPr>
                    <a:xfrm>
                      <a:off x="5300114" y="457204"/>
                      <a:ext cx="1134524" cy="575735"/>
                      <a:chOff x="2455324" y="304801"/>
                      <a:chExt cx="1134524" cy="575735"/>
                    </a:xfrm>
                  </p:grpSpPr>
                  <p:sp>
                    <p:nvSpPr>
                      <p:cNvPr id="81" name="Rectangle 80"/>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82" name="Rectangle 81"/>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grpSp>
          </p:grpSp>
        </p:grpSp>
        <p:grpSp>
          <p:nvGrpSpPr>
            <p:cNvPr id="132" name="Group 131"/>
            <p:cNvGrpSpPr/>
            <p:nvPr/>
          </p:nvGrpSpPr>
          <p:grpSpPr>
            <a:xfrm>
              <a:off x="-16939" y="2590814"/>
              <a:ext cx="9177749" cy="1134535"/>
              <a:chOff x="-16936" y="304794"/>
              <a:chExt cx="9177749" cy="1134535"/>
            </a:xfrm>
          </p:grpSpPr>
          <p:grpSp>
            <p:nvGrpSpPr>
              <p:cNvPr id="192" name="Group 191"/>
              <p:cNvGrpSpPr/>
              <p:nvPr/>
            </p:nvGrpSpPr>
            <p:grpSpPr>
              <a:xfrm>
                <a:off x="-16936" y="304794"/>
                <a:ext cx="9177746" cy="575743"/>
                <a:chOff x="304791" y="304794"/>
                <a:chExt cx="9177746" cy="575743"/>
              </a:xfrm>
            </p:grpSpPr>
            <p:grpSp>
              <p:nvGrpSpPr>
                <p:cNvPr id="222" name="Group 221"/>
                <p:cNvGrpSpPr/>
                <p:nvPr/>
              </p:nvGrpSpPr>
              <p:grpSpPr>
                <a:xfrm>
                  <a:off x="304791" y="304794"/>
                  <a:ext cx="4588873" cy="575738"/>
                  <a:chOff x="2455324" y="304801"/>
                  <a:chExt cx="4588873" cy="575738"/>
                </a:xfrm>
              </p:grpSpPr>
              <p:grpSp>
                <p:nvGrpSpPr>
                  <p:cNvPr id="237" name="Group 236"/>
                  <p:cNvGrpSpPr/>
                  <p:nvPr/>
                </p:nvGrpSpPr>
                <p:grpSpPr>
                  <a:xfrm>
                    <a:off x="2455324" y="304801"/>
                    <a:ext cx="1134524" cy="575735"/>
                    <a:chOff x="2455324" y="304801"/>
                    <a:chExt cx="1134524" cy="575735"/>
                  </a:xfrm>
                </p:grpSpPr>
                <p:sp>
                  <p:nvSpPr>
                    <p:cNvPr id="248" name="Rectangle 247"/>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49" name="Rectangle 248"/>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238" name="Group 237"/>
                  <p:cNvGrpSpPr/>
                  <p:nvPr/>
                </p:nvGrpSpPr>
                <p:grpSpPr>
                  <a:xfrm>
                    <a:off x="3606771" y="304804"/>
                    <a:ext cx="1134524" cy="575735"/>
                    <a:chOff x="2455324" y="304801"/>
                    <a:chExt cx="1134524" cy="575735"/>
                  </a:xfrm>
                </p:grpSpPr>
                <p:sp>
                  <p:nvSpPr>
                    <p:cNvPr id="246" name="Rectangle 245"/>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47" name="Rectangle 246"/>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239" name="Group 238"/>
                  <p:cNvGrpSpPr/>
                  <p:nvPr/>
                </p:nvGrpSpPr>
                <p:grpSpPr>
                  <a:xfrm>
                    <a:off x="4758226" y="304801"/>
                    <a:ext cx="2285971" cy="575738"/>
                    <a:chOff x="4148667" y="457201"/>
                    <a:chExt cx="2285971" cy="575738"/>
                  </a:xfrm>
                </p:grpSpPr>
                <p:grpSp>
                  <p:nvGrpSpPr>
                    <p:cNvPr id="240" name="Group 239"/>
                    <p:cNvGrpSpPr/>
                    <p:nvPr/>
                  </p:nvGrpSpPr>
                  <p:grpSpPr>
                    <a:xfrm>
                      <a:off x="4148667" y="457201"/>
                      <a:ext cx="1134524" cy="575735"/>
                      <a:chOff x="2455324" y="304801"/>
                      <a:chExt cx="1134524" cy="575735"/>
                    </a:xfrm>
                  </p:grpSpPr>
                  <p:sp>
                    <p:nvSpPr>
                      <p:cNvPr id="244" name="Rectangle 243"/>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45" name="Rectangle 244"/>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241" name="Group 240"/>
                    <p:cNvGrpSpPr/>
                    <p:nvPr/>
                  </p:nvGrpSpPr>
                  <p:grpSpPr>
                    <a:xfrm>
                      <a:off x="5300114" y="457204"/>
                      <a:ext cx="1134524" cy="575735"/>
                      <a:chOff x="2455324" y="304801"/>
                      <a:chExt cx="1134524" cy="575735"/>
                    </a:xfrm>
                  </p:grpSpPr>
                  <p:sp>
                    <p:nvSpPr>
                      <p:cNvPr id="242" name="Rectangle 241"/>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43" name="Rectangle 242"/>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grpSp>
            <p:grpSp>
              <p:nvGrpSpPr>
                <p:cNvPr id="223" name="Group 222"/>
                <p:cNvGrpSpPr/>
                <p:nvPr/>
              </p:nvGrpSpPr>
              <p:grpSpPr>
                <a:xfrm>
                  <a:off x="4893664" y="304799"/>
                  <a:ext cx="4588873" cy="575738"/>
                  <a:chOff x="2455324" y="304801"/>
                  <a:chExt cx="4588873" cy="575738"/>
                </a:xfrm>
              </p:grpSpPr>
              <p:grpSp>
                <p:nvGrpSpPr>
                  <p:cNvPr id="224" name="Group 223"/>
                  <p:cNvGrpSpPr/>
                  <p:nvPr/>
                </p:nvGrpSpPr>
                <p:grpSpPr>
                  <a:xfrm>
                    <a:off x="2455324" y="304801"/>
                    <a:ext cx="1134524" cy="575735"/>
                    <a:chOff x="2455324" y="304801"/>
                    <a:chExt cx="1134524" cy="575735"/>
                  </a:xfrm>
                </p:grpSpPr>
                <p:sp>
                  <p:nvSpPr>
                    <p:cNvPr id="235" name="Rectangle 234"/>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36" name="Rectangle 235"/>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225" name="Group 224"/>
                  <p:cNvGrpSpPr/>
                  <p:nvPr/>
                </p:nvGrpSpPr>
                <p:grpSpPr>
                  <a:xfrm>
                    <a:off x="3606771" y="304804"/>
                    <a:ext cx="1134524" cy="575735"/>
                    <a:chOff x="2455324" y="304801"/>
                    <a:chExt cx="1134524" cy="575735"/>
                  </a:xfrm>
                </p:grpSpPr>
                <p:sp>
                  <p:nvSpPr>
                    <p:cNvPr id="233" name="Rectangle 232"/>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34" name="Rectangle 233"/>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226" name="Group 225"/>
                  <p:cNvGrpSpPr/>
                  <p:nvPr/>
                </p:nvGrpSpPr>
                <p:grpSpPr>
                  <a:xfrm>
                    <a:off x="4758226" y="304801"/>
                    <a:ext cx="2285971" cy="575738"/>
                    <a:chOff x="4148667" y="457201"/>
                    <a:chExt cx="2285971" cy="575738"/>
                  </a:xfrm>
                </p:grpSpPr>
                <p:grpSp>
                  <p:nvGrpSpPr>
                    <p:cNvPr id="227" name="Group 226"/>
                    <p:cNvGrpSpPr/>
                    <p:nvPr/>
                  </p:nvGrpSpPr>
                  <p:grpSpPr>
                    <a:xfrm>
                      <a:off x="4148667" y="457201"/>
                      <a:ext cx="1134524" cy="575735"/>
                      <a:chOff x="2455324" y="304801"/>
                      <a:chExt cx="1134524" cy="575735"/>
                    </a:xfrm>
                  </p:grpSpPr>
                  <p:sp>
                    <p:nvSpPr>
                      <p:cNvPr id="231" name="Rectangle 230"/>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32" name="Rectangle 231"/>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228" name="Group 227"/>
                    <p:cNvGrpSpPr/>
                    <p:nvPr/>
                  </p:nvGrpSpPr>
                  <p:grpSpPr>
                    <a:xfrm>
                      <a:off x="5300114" y="457204"/>
                      <a:ext cx="1134524" cy="575735"/>
                      <a:chOff x="2455324" y="304801"/>
                      <a:chExt cx="1134524" cy="575735"/>
                    </a:xfrm>
                  </p:grpSpPr>
                  <p:sp>
                    <p:nvSpPr>
                      <p:cNvPr id="229" name="Rectangle 228"/>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30" name="Rectangle 229"/>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grpSp>
          </p:grpSp>
          <p:grpSp>
            <p:nvGrpSpPr>
              <p:cNvPr id="193" name="Group 192"/>
              <p:cNvGrpSpPr/>
              <p:nvPr/>
            </p:nvGrpSpPr>
            <p:grpSpPr>
              <a:xfrm>
                <a:off x="-16933" y="863586"/>
                <a:ext cx="9177746" cy="575743"/>
                <a:chOff x="304791" y="304794"/>
                <a:chExt cx="9177746" cy="575743"/>
              </a:xfrm>
            </p:grpSpPr>
            <p:grpSp>
              <p:nvGrpSpPr>
                <p:cNvPr id="194" name="Group 193"/>
                <p:cNvGrpSpPr/>
                <p:nvPr/>
              </p:nvGrpSpPr>
              <p:grpSpPr>
                <a:xfrm>
                  <a:off x="304791" y="304794"/>
                  <a:ext cx="4588873" cy="575738"/>
                  <a:chOff x="2455324" y="304801"/>
                  <a:chExt cx="4588873" cy="575738"/>
                </a:xfrm>
              </p:grpSpPr>
              <p:grpSp>
                <p:nvGrpSpPr>
                  <p:cNvPr id="209" name="Group 208"/>
                  <p:cNvGrpSpPr/>
                  <p:nvPr/>
                </p:nvGrpSpPr>
                <p:grpSpPr>
                  <a:xfrm>
                    <a:off x="2455324" y="304801"/>
                    <a:ext cx="1134524" cy="575735"/>
                    <a:chOff x="2455324" y="304801"/>
                    <a:chExt cx="1134524" cy="575735"/>
                  </a:xfrm>
                </p:grpSpPr>
                <p:sp>
                  <p:nvSpPr>
                    <p:cNvPr id="220" name="Rectangle 219"/>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21" name="Rectangle 220"/>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210" name="Group 209"/>
                  <p:cNvGrpSpPr/>
                  <p:nvPr/>
                </p:nvGrpSpPr>
                <p:grpSpPr>
                  <a:xfrm>
                    <a:off x="3606771" y="304804"/>
                    <a:ext cx="1134524" cy="575735"/>
                    <a:chOff x="2455324" y="304801"/>
                    <a:chExt cx="1134524" cy="575735"/>
                  </a:xfrm>
                </p:grpSpPr>
                <p:sp>
                  <p:nvSpPr>
                    <p:cNvPr id="218" name="Rectangle 217"/>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19" name="Rectangle 218"/>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211" name="Group 210"/>
                  <p:cNvGrpSpPr/>
                  <p:nvPr/>
                </p:nvGrpSpPr>
                <p:grpSpPr>
                  <a:xfrm>
                    <a:off x="4758226" y="304801"/>
                    <a:ext cx="2285971" cy="575738"/>
                    <a:chOff x="4148667" y="457201"/>
                    <a:chExt cx="2285971" cy="575738"/>
                  </a:xfrm>
                </p:grpSpPr>
                <p:grpSp>
                  <p:nvGrpSpPr>
                    <p:cNvPr id="212" name="Group 211"/>
                    <p:cNvGrpSpPr/>
                    <p:nvPr/>
                  </p:nvGrpSpPr>
                  <p:grpSpPr>
                    <a:xfrm>
                      <a:off x="4148667" y="457201"/>
                      <a:ext cx="1134524" cy="575735"/>
                      <a:chOff x="2455324" y="304801"/>
                      <a:chExt cx="1134524" cy="575735"/>
                    </a:xfrm>
                  </p:grpSpPr>
                  <p:sp>
                    <p:nvSpPr>
                      <p:cNvPr id="216" name="Rectangle 215"/>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17" name="Rectangle 216"/>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213" name="Group 212"/>
                    <p:cNvGrpSpPr/>
                    <p:nvPr/>
                  </p:nvGrpSpPr>
                  <p:grpSpPr>
                    <a:xfrm>
                      <a:off x="5300114" y="457204"/>
                      <a:ext cx="1134524" cy="575735"/>
                      <a:chOff x="2455324" y="304801"/>
                      <a:chExt cx="1134524" cy="575735"/>
                    </a:xfrm>
                  </p:grpSpPr>
                  <p:sp>
                    <p:nvSpPr>
                      <p:cNvPr id="214" name="Rectangle 213"/>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15" name="Rectangle 214"/>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grpSp>
            <p:grpSp>
              <p:nvGrpSpPr>
                <p:cNvPr id="195" name="Group 194"/>
                <p:cNvGrpSpPr/>
                <p:nvPr/>
              </p:nvGrpSpPr>
              <p:grpSpPr>
                <a:xfrm>
                  <a:off x="4893664" y="304799"/>
                  <a:ext cx="4588873" cy="575738"/>
                  <a:chOff x="2455324" y="304801"/>
                  <a:chExt cx="4588873" cy="575738"/>
                </a:xfrm>
              </p:grpSpPr>
              <p:grpSp>
                <p:nvGrpSpPr>
                  <p:cNvPr id="196" name="Group 195"/>
                  <p:cNvGrpSpPr/>
                  <p:nvPr/>
                </p:nvGrpSpPr>
                <p:grpSpPr>
                  <a:xfrm>
                    <a:off x="2455324" y="304801"/>
                    <a:ext cx="1134524" cy="575735"/>
                    <a:chOff x="2455324" y="304801"/>
                    <a:chExt cx="1134524" cy="575735"/>
                  </a:xfrm>
                </p:grpSpPr>
                <p:sp>
                  <p:nvSpPr>
                    <p:cNvPr id="207" name="Rectangle 206"/>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08" name="Rectangle 207"/>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197" name="Group 196"/>
                  <p:cNvGrpSpPr/>
                  <p:nvPr/>
                </p:nvGrpSpPr>
                <p:grpSpPr>
                  <a:xfrm>
                    <a:off x="3606771" y="304804"/>
                    <a:ext cx="1134524" cy="575735"/>
                    <a:chOff x="2455324" y="304801"/>
                    <a:chExt cx="1134524" cy="575735"/>
                  </a:xfrm>
                </p:grpSpPr>
                <p:sp>
                  <p:nvSpPr>
                    <p:cNvPr id="205" name="Rectangle 204"/>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06" name="Rectangle 205"/>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198" name="Group 197"/>
                  <p:cNvGrpSpPr/>
                  <p:nvPr/>
                </p:nvGrpSpPr>
                <p:grpSpPr>
                  <a:xfrm>
                    <a:off x="4758226" y="304801"/>
                    <a:ext cx="2285971" cy="575738"/>
                    <a:chOff x="4148667" y="457201"/>
                    <a:chExt cx="2285971" cy="575738"/>
                  </a:xfrm>
                </p:grpSpPr>
                <p:grpSp>
                  <p:nvGrpSpPr>
                    <p:cNvPr id="199" name="Group 198"/>
                    <p:cNvGrpSpPr/>
                    <p:nvPr/>
                  </p:nvGrpSpPr>
                  <p:grpSpPr>
                    <a:xfrm>
                      <a:off x="4148667" y="457201"/>
                      <a:ext cx="1134524" cy="575735"/>
                      <a:chOff x="2455324" y="304801"/>
                      <a:chExt cx="1134524" cy="575735"/>
                    </a:xfrm>
                  </p:grpSpPr>
                  <p:sp>
                    <p:nvSpPr>
                      <p:cNvPr id="203" name="Rectangle 202"/>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04" name="Rectangle 203"/>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200" name="Group 199"/>
                    <p:cNvGrpSpPr/>
                    <p:nvPr/>
                  </p:nvGrpSpPr>
                  <p:grpSpPr>
                    <a:xfrm>
                      <a:off x="5300114" y="457204"/>
                      <a:ext cx="1134524" cy="575735"/>
                      <a:chOff x="2455324" y="304801"/>
                      <a:chExt cx="1134524" cy="575735"/>
                    </a:xfrm>
                  </p:grpSpPr>
                  <p:sp>
                    <p:nvSpPr>
                      <p:cNvPr id="201" name="Rectangle 200"/>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02" name="Rectangle 201"/>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grpSp>
          </p:grpSp>
        </p:grpSp>
        <p:grpSp>
          <p:nvGrpSpPr>
            <p:cNvPr id="133" name="Group 132"/>
            <p:cNvGrpSpPr/>
            <p:nvPr/>
          </p:nvGrpSpPr>
          <p:grpSpPr>
            <a:xfrm>
              <a:off x="-16936" y="3725328"/>
              <a:ext cx="9177749" cy="1134535"/>
              <a:chOff x="-16936" y="304794"/>
              <a:chExt cx="9177749" cy="1134535"/>
            </a:xfrm>
          </p:grpSpPr>
          <p:grpSp>
            <p:nvGrpSpPr>
              <p:cNvPr id="134" name="Group 133"/>
              <p:cNvGrpSpPr/>
              <p:nvPr/>
            </p:nvGrpSpPr>
            <p:grpSpPr>
              <a:xfrm>
                <a:off x="-16936" y="304794"/>
                <a:ext cx="9177746" cy="575743"/>
                <a:chOff x="304791" y="304794"/>
                <a:chExt cx="9177746" cy="575743"/>
              </a:xfrm>
            </p:grpSpPr>
            <p:grpSp>
              <p:nvGrpSpPr>
                <p:cNvPr id="164" name="Group 163"/>
                <p:cNvGrpSpPr/>
                <p:nvPr/>
              </p:nvGrpSpPr>
              <p:grpSpPr>
                <a:xfrm>
                  <a:off x="304791" y="304794"/>
                  <a:ext cx="4588873" cy="575738"/>
                  <a:chOff x="2455324" y="304801"/>
                  <a:chExt cx="4588873" cy="575738"/>
                </a:xfrm>
              </p:grpSpPr>
              <p:grpSp>
                <p:nvGrpSpPr>
                  <p:cNvPr id="179" name="Group 178"/>
                  <p:cNvGrpSpPr/>
                  <p:nvPr/>
                </p:nvGrpSpPr>
                <p:grpSpPr>
                  <a:xfrm>
                    <a:off x="2455324" y="304801"/>
                    <a:ext cx="1134524" cy="575735"/>
                    <a:chOff x="2455324" y="304801"/>
                    <a:chExt cx="1134524" cy="575735"/>
                  </a:xfrm>
                </p:grpSpPr>
                <p:sp>
                  <p:nvSpPr>
                    <p:cNvPr id="190" name="Rectangle 189"/>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91" name="Rectangle 190"/>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180" name="Group 179"/>
                  <p:cNvGrpSpPr/>
                  <p:nvPr/>
                </p:nvGrpSpPr>
                <p:grpSpPr>
                  <a:xfrm>
                    <a:off x="3606771" y="304804"/>
                    <a:ext cx="1134524" cy="575735"/>
                    <a:chOff x="2455324" y="304801"/>
                    <a:chExt cx="1134524" cy="575735"/>
                  </a:xfrm>
                </p:grpSpPr>
                <p:sp>
                  <p:nvSpPr>
                    <p:cNvPr id="188" name="Rectangle 187"/>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89" name="Rectangle 188"/>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181" name="Group 180"/>
                  <p:cNvGrpSpPr/>
                  <p:nvPr/>
                </p:nvGrpSpPr>
                <p:grpSpPr>
                  <a:xfrm>
                    <a:off x="4758226" y="304801"/>
                    <a:ext cx="2285971" cy="575738"/>
                    <a:chOff x="4148667" y="457201"/>
                    <a:chExt cx="2285971" cy="575738"/>
                  </a:xfrm>
                </p:grpSpPr>
                <p:grpSp>
                  <p:nvGrpSpPr>
                    <p:cNvPr id="182" name="Group 181"/>
                    <p:cNvGrpSpPr/>
                    <p:nvPr/>
                  </p:nvGrpSpPr>
                  <p:grpSpPr>
                    <a:xfrm>
                      <a:off x="4148667" y="457201"/>
                      <a:ext cx="1134524" cy="575735"/>
                      <a:chOff x="2455324" y="304801"/>
                      <a:chExt cx="1134524" cy="575735"/>
                    </a:xfrm>
                  </p:grpSpPr>
                  <p:sp>
                    <p:nvSpPr>
                      <p:cNvPr id="186" name="Rectangle 185"/>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87" name="Rectangle 186"/>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183" name="Group 182"/>
                    <p:cNvGrpSpPr/>
                    <p:nvPr/>
                  </p:nvGrpSpPr>
                  <p:grpSpPr>
                    <a:xfrm>
                      <a:off x="5300114" y="457204"/>
                      <a:ext cx="1134524" cy="575735"/>
                      <a:chOff x="2455324" y="304801"/>
                      <a:chExt cx="1134524" cy="575735"/>
                    </a:xfrm>
                  </p:grpSpPr>
                  <p:sp>
                    <p:nvSpPr>
                      <p:cNvPr id="184" name="Rectangle 183"/>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85" name="Rectangle 184"/>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grpSp>
            <p:grpSp>
              <p:nvGrpSpPr>
                <p:cNvPr id="165" name="Group 164"/>
                <p:cNvGrpSpPr/>
                <p:nvPr/>
              </p:nvGrpSpPr>
              <p:grpSpPr>
                <a:xfrm>
                  <a:off x="4893664" y="304799"/>
                  <a:ext cx="4588873" cy="575738"/>
                  <a:chOff x="2455324" y="304801"/>
                  <a:chExt cx="4588873" cy="575738"/>
                </a:xfrm>
              </p:grpSpPr>
              <p:grpSp>
                <p:nvGrpSpPr>
                  <p:cNvPr id="166" name="Group 165"/>
                  <p:cNvGrpSpPr/>
                  <p:nvPr/>
                </p:nvGrpSpPr>
                <p:grpSpPr>
                  <a:xfrm>
                    <a:off x="2455324" y="304801"/>
                    <a:ext cx="1134524" cy="575735"/>
                    <a:chOff x="2455324" y="304801"/>
                    <a:chExt cx="1134524" cy="575735"/>
                  </a:xfrm>
                </p:grpSpPr>
                <p:sp>
                  <p:nvSpPr>
                    <p:cNvPr id="177" name="Rectangle 176"/>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78" name="Rectangle 177"/>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167" name="Group 166"/>
                  <p:cNvGrpSpPr/>
                  <p:nvPr/>
                </p:nvGrpSpPr>
                <p:grpSpPr>
                  <a:xfrm>
                    <a:off x="3606771" y="304804"/>
                    <a:ext cx="1134524" cy="575735"/>
                    <a:chOff x="2455324" y="304801"/>
                    <a:chExt cx="1134524" cy="575735"/>
                  </a:xfrm>
                </p:grpSpPr>
                <p:sp>
                  <p:nvSpPr>
                    <p:cNvPr id="175" name="Rectangle 174"/>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76" name="Rectangle 175"/>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168" name="Group 167"/>
                  <p:cNvGrpSpPr/>
                  <p:nvPr/>
                </p:nvGrpSpPr>
                <p:grpSpPr>
                  <a:xfrm>
                    <a:off x="4758226" y="304801"/>
                    <a:ext cx="2285971" cy="575738"/>
                    <a:chOff x="4148667" y="457201"/>
                    <a:chExt cx="2285971" cy="575738"/>
                  </a:xfrm>
                </p:grpSpPr>
                <p:grpSp>
                  <p:nvGrpSpPr>
                    <p:cNvPr id="169" name="Group 168"/>
                    <p:cNvGrpSpPr/>
                    <p:nvPr/>
                  </p:nvGrpSpPr>
                  <p:grpSpPr>
                    <a:xfrm>
                      <a:off x="4148667" y="457201"/>
                      <a:ext cx="1134524" cy="575735"/>
                      <a:chOff x="2455324" y="304801"/>
                      <a:chExt cx="1134524" cy="575735"/>
                    </a:xfrm>
                  </p:grpSpPr>
                  <p:sp>
                    <p:nvSpPr>
                      <p:cNvPr id="173" name="Rectangle 172"/>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74" name="Rectangle 173"/>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170" name="Group 169"/>
                    <p:cNvGrpSpPr/>
                    <p:nvPr/>
                  </p:nvGrpSpPr>
                  <p:grpSpPr>
                    <a:xfrm>
                      <a:off x="5300114" y="457204"/>
                      <a:ext cx="1134524" cy="575735"/>
                      <a:chOff x="2455324" y="304801"/>
                      <a:chExt cx="1134524" cy="575735"/>
                    </a:xfrm>
                  </p:grpSpPr>
                  <p:sp>
                    <p:nvSpPr>
                      <p:cNvPr id="171" name="Rectangle 170"/>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72" name="Rectangle 171"/>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grpSp>
          </p:grpSp>
          <p:grpSp>
            <p:nvGrpSpPr>
              <p:cNvPr id="135" name="Group 134"/>
              <p:cNvGrpSpPr/>
              <p:nvPr/>
            </p:nvGrpSpPr>
            <p:grpSpPr>
              <a:xfrm>
                <a:off x="-16933" y="863586"/>
                <a:ext cx="9177746" cy="575743"/>
                <a:chOff x="304791" y="304794"/>
                <a:chExt cx="9177746" cy="575743"/>
              </a:xfrm>
            </p:grpSpPr>
            <p:grpSp>
              <p:nvGrpSpPr>
                <p:cNvPr id="136" name="Group 135"/>
                <p:cNvGrpSpPr/>
                <p:nvPr/>
              </p:nvGrpSpPr>
              <p:grpSpPr>
                <a:xfrm>
                  <a:off x="304791" y="304794"/>
                  <a:ext cx="4588873" cy="575738"/>
                  <a:chOff x="2455324" y="304801"/>
                  <a:chExt cx="4588873" cy="575738"/>
                </a:xfrm>
              </p:grpSpPr>
              <p:grpSp>
                <p:nvGrpSpPr>
                  <p:cNvPr id="151" name="Group 150"/>
                  <p:cNvGrpSpPr/>
                  <p:nvPr/>
                </p:nvGrpSpPr>
                <p:grpSpPr>
                  <a:xfrm>
                    <a:off x="2455324" y="304801"/>
                    <a:ext cx="1134524" cy="575735"/>
                    <a:chOff x="2455324" y="304801"/>
                    <a:chExt cx="1134524" cy="575735"/>
                  </a:xfrm>
                </p:grpSpPr>
                <p:sp>
                  <p:nvSpPr>
                    <p:cNvPr id="162" name="Rectangle 161"/>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smtClean="0">
                        <a:ln>
                          <a:noFill/>
                        </a:ln>
                        <a:solidFill>
                          <a:schemeClr val="tx1"/>
                        </a:solidFill>
                        <a:effectLst/>
                        <a:latin typeface="Arial" charset="0"/>
                        <a:cs typeface="Arial" charset="0"/>
                      </a:endParaRPr>
                    </a:p>
                  </p:txBody>
                </p:sp>
                <p:sp>
                  <p:nvSpPr>
                    <p:cNvPr id="163" name="Rectangle 162"/>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152" name="Group 151"/>
                  <p:cNvGrpSpPr/>
                  <p:nvPr/>
                </p:nvGrpSpPr>
                <p:grpSpPr>
                  <a:xfrm>
                    <a:off x="3606771" y="304804"/>
                    <a:ext cx="1134524" cy="575735"/>
                    <a:chOff x="2455324" y="304801"/>
                    <a:chExt cx="1134524" cy="575735"/>
                  </a:xfrm>
                </p:grpSpPr>
                <p:sp>
                  <p:nvSpPr>
                    <p:cNvPr id="160" name="Rectangle 159"/>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61" name="Rectangle 160"/>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153" name="Group 152"/>
                  <p:cNvGrpSpPr/>
                  <p:nvPr/>
                </p:nvGrpSpPr>
                <p:grpSpPr>
                  <a:xfrm>
                    <a:off x="4758226" y="304801"/>
                    <a:ext cx="2285971" cy="575738"/>
                    <a:chOff x="4148667" y="457201"/>
                    <a:chExt cx="2285971" cy="575738"/>
                  </a:xfrm>
                </p:grpSpPr>
                <p:grpSp>
                  <p:nvGrpSpPr>
                    <p:cNvPr id="154" name="Group 153"/>
                    <p:cNvGrpSpPr/>
                    <p:nvPr/>
                  </p:nvGrpSpPr>
                  <p:grpSpPr>
                    <a:xfrm>
                      <a:off x="4148667" y="457201"/>
                      <a:ext cx="1134524" cy="575735"/>
                      <a:chOff x="2455324" y="304801"/>
                      <a:chExt cx="1134524" cy="575735"/>
                    </a:xfrm>
                  </p:grpSpPr>
                  <p:sp>
                    <p:nvSpPr>
                      <p:cNvPr id="158" name="Rectangle 157"/>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59" name="Rectangle 158"/>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155" name="Group 154"/>
                    <p:cNvGrpSpPr/>
                    <p:nvPr/>
                  </p:nvGrpSpPr>
                  <p:grpSpPr>
                    <a:xfrm>
                      <a:off x="5300114" y="457204"/>
                      <a:ext cx="1134524" cy="575735"/>
                      <a:chOff x="2455324" y="304801"/>
                      <a:chExt cx="1134524" cy="575735"/>
                    </a:xfrm>
                  </p:grpSpPr>
                  <p:sp>
                    <p:nvSpPr>
                      <p:cNvPr id="156" name="Rectangle 155"/>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57" name="Rectangle 156"/>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grpSp>
            <p:grpSp>
              <p:nvGrpSpPr>
                <p:cNvPr id="137" name="Group 136"/>
                <p:cNvGrpSpPr/>
                <p:nvPr/>
              </p:nvGrpSpPr>
              <p:grpSpPr>
                <a:xfrm>
                  <a:off x="4893664" y="304799"/>
                  <a:ext cx="4588873" cy="575738"/>
                  <a:chOff x="2455324" y="304801"/>
                  <a:chExt cx="4588873" cy="575738"/>
                </a:xfrm>
              </p:grpSpPr>
              <p:grpSp>
                <p:nvGrpSpPr>
                  <p:cNvPr id="138" name="Group 137"/>
                  <p:cNvGrpSpPr/>
                  <p:nvPr/>
                </p:nvGrpSpPr>
                <p:grpSpPr>
                  <a:xfrm>
                    <a:off x="2455324" y="304801"/>
                    <a:ext cx="1134524" cy="575735"/>
                    <a:chOff x="2455324" y="304801"/>
                    <a:chExt cx="1134524" cy="575735"/>
                  </a:xfrm>
                </p:grpSpPr>
                <p:sp>
                  <p:nvSpPr>
                    <p:cNvPr id="149" name="Rectangle 148"/>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50" name="Rectangle 149"/>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139" name="Group 138"/>
                  <p:cNvGrpSpPr/>
                  <p:nvPr/>
                </p:nvGrpSpPr>
                <p:grpSpPr>
                  <a:xfrm>
                    <a:off x="3606771" y="304804"/>
                    <a:ext cx="1134524" cy="575735"/>
                    <a:chOff x="2455324" y="304801"/>
                    <a:chExt cx="1134524" cy="575735"/>
                  </a:xfrm>
                </p:grpSpPr>
                <p:sp>
                  <p:nvSpPr>
                    <p:cNvPr id="147" name="Rectangle 146"/>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48" name="Rectangle 147"/>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140" name="Group 139"/>
                  <p:cNvGrpSpPr/>
                  <p:nvPr/>
                </p:nvGrpSpPr>
                <p:grpSpPr>
                  <a:xfrm>
                    <a:off x="4758226" y="304801"/>
                    <a:ext cx="2285971" cy="575738"/>
                    <a:chOff x="4148667" y="457201"/>
                    <a:chExt cx="2285971" cy="575738"/>
                  </a:xfrm>
                </p:grpSpPr>
                <p:grpSp>
                  <p:nvGrpSpPr>
                    <p:cNvPr id="141" name="Group 140"/>
                    <p:cNvGrpSpPr/>
                    <p:nvPr/>
                  </p:nvGrpSpPr>
                  <p:grpSpPr>
                    <a:xfrm>
                      <a:off x="4148667" y="457201"/>
                      <a:ext cx="1134524" cy="575735"/>
                      <a:chOff x="2455324" y="304801"/>
                      <a:chExt cx="1134524" cy="575735"/>
                    </a:xfrm>
                  </p:grpSpPr>
                  <p:sp>
                    <p:nvSpPr>
                      <p:cNvPr id="145" name="Rectangle 144"/>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46" name="Rectangle 145"/>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142" name="Group 141"/>
                    <p:cNvGrpSpPr/>
                    <p:nvPr/>
                  </p:nvGrpSpPr>
                  <p:grpSpPr>
                    <a:xfrm>
                      <a:off x="5300114" y="457204"/>
                      <a:ext cx="1134524" cy="575735"/>
                      <a:chOff x="2455324" y="304801"/>
                      <a:chExt cx="1134524" cy="575735"/>
                    </a:xfrm>
                  </p:grpSpPr>
                  <p:sp>
                    <p:nvSpPr>
                      <p:cNvPr id="143" name="Rectangle 142"/>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44" name="Rectangle 143"/>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grpSp>
          </p:grpSp>
        </p:grpSp>
        <p:grpSp>
          <p:nvGrpSpPr>
            <p:cNvPr id="251" name="Group 250"/>
            <p:cNvGrpSpPr/>
            <p:nvPr/>
          </p:nvGrpSpPr>
          <p:grpSpPr>
            <a:xfrm>
              <a:off x="-16933" y="4876707"/>
              <a:ext cx="9177749" cy="1134535"/>
              <a:chOff x="-16936" y="304794"/>
              <a:chExt cx="9177749" cy="1134535"/>
            </a:xfrm>
          </p:grpSpPr>
          <p:grpSp>
            <p:nvGrpSpPr>
              <p:cNvPr id="311" name="Group 310"/>
              <p:cNvGrpSpPr/>
              <p:nvPr/>
            </p:nvGrpSpPr>
            <p:grpSpPr>
              <a:xfrm>
                <a:off x="-16936" y="304794"/>
                <a:ext cx="9177746" cy="575743"/>
                <a:chOff x="304791" y="304794"/>
                <a:chExt cx="9177746" cy="575743"/>
              </a:xfrm>
            </p:grpSpPr>
            <p:grpSp>
              <p:nvGrpSpPr>
                <p:cNvPr id="341" name="Group 340"/>
                <p:cNvGrpSpPr/>
                <p:nvPr/>
              </p:nvGrpSpPr>
              <p:grpSpPr>
                <a:xfrm>
                  <a:off x="304791" y="304794"/>
                  <a:ext cx="4588873" cy="575738"/>
                  <a:chOff x="2455324" y="304801"/>
                  <a:chExt cx="4588873" cy="575738"/>
                </a:xfrm>
              </p:grpSpPr>
              <p:grpSp>
                <p:nvGrpSpPr>
                  <p:cNvPr id="356" name="Group 355"/>
                  <p:cNvGrpSpPr/>
                  <p:nvPr/>
                </p:nvGrpSpPr>
                <p:grpSpPr>
                  <a:xfrm>
                    <a:off x="2455324" y="304801"/>
                    <a:ext cx="1134524" cy="575735"/>
                    <a:chOff x="2455324" y="304801"/>
                    <a:chExt cx="1134524" cy="575735"/>
                  </a:xfrm>
                </p:grpSpPr>
                <p:sp>
                  <p:nvSpPr>
                    <p:cNvPr id="367" name="Rectangle 366"/>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368" name="Rectangle 367"/>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357" name="Group 356"/>
                  <p:cNvGrpSpPr/>
                  <p:nvPr/>
                </p:nvGrpSpPr>
                <p:grpSpPr>
                  <a:xfrm>
                    <a:off x="3606771" y="304804"/>
                    <a:ext cx="1134524" cy="575735"/>
                    <a:chOff x="2455324" y="304801"/>
                    <a:chExt cx="1134524" cy="575735"/>
                  </a:xfrm>
                </p:grpSpPr>
                <p:sp>
                  <p:nvSpPr>
                    <p:cNvPr id="365" name="Rectangle 364"/>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366" name="Rectangle 365"/>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358" name="Group 357"/>
                  <p:cNvGrpSpPr/>
                  <p:nvPr/>
                </p:nvGrpSpPr>
                <p:grpSpPr>
                  <a:xfrm>
                    <a:off x="4758226" y="304801"/>
                    <a:ext cx="2285971" cy="575738"/>
                    <a:chOff x="4148667" y="457201"/>
                    <a:chExt cx="2285971" cy="575738"/>
                  </a:xfrm>
                </p:grpSpPr>
                <p:grpSp>
                  <p:nvGrpSpPr>
                    <p:cNvPr id="359" name="Group 358"/>
                    <p:cNvGrpSpPr/>
                    <p:nvPr/>
                  </p:nvGrpSpPr>
                  <p:grpSpPr>
                    <a:xfrm>
                      <a:off x="4148667" y="457201"/>
                      <a:ext cx="1134524" cy="575735"/>
                      <a:chOff x="2455324" y="304801"/>
                      <a:chExt cx="1134524" cy="575735"/>
                    </a:xfrm>
                  </p:grpSpPr>
                  <p:sp>
                    <p:nvSpPr>
                      <p:cNvPr id="363" name="Rectangle 362"/>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364" name="Rectangle 363"/>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360" name="Group 359"/>
                    <p:cNvGrpSpPr/>
                    <p:nvPr/>
                  </p:nvGrpSpPr>
                  <p:grpSpPr>
                    <a:xfrm>
                      <a:off x="5300114" y="457204"/>
                      <a:ext cx="1134524" cy="575735"/>
                      <a:chOff x="2455324" y="304801"/>
                      <a:chExt cx="1134524" cy="575735"/>
                    </a:xfrm>
                  </p:grpSpPr>
                  <p:sp>
                    <p:nvSpPr>
                      <p:cNvPr id="361" name="Rectangle 360"/>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362" name="Rectangle 361"/>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grpSp>
            <p:grpSp>
              <p:nvGrpSpPr>
                <p:cNvPr id="342" name="Group 341"/>
                <p:cNvGrpSpPr/>
                <p:nvPr/>
              </p:nvGrpSpPr>
              <p:grpSpPr>
                <a:xfrm>
                  <a:off x="4893664" y="304799"/>
                  <a:ext cx="4588873" cy="575738"/>
                  <a:chOff x="2455324" y="304801"/>
                  <a:chExt cx="4588873" cy="575738"/>
                </a:xfrm>
              </p:grpSpPr>
              <p:grpSp>
                <p:nvGrpSpPr>
                  <p:cNvPr id="343" name="Group 342"/>
                  <p:cNvGrpSpPr/>
                  <p:nvPr/>
                </p:nvGrpSpPr>
                <p:grpSpPr>
                  <a:xfrm>
                    <a:off x="2455324" y="304801"/>
                    <a:ext cx="1134524" cy="575735"/>
                    <a:chOff x="2455324" y="304801"/>
                    <a:chExt cx="1134524" cy="575735"/>
                  </a:xfrm>
                </p:grpSpPr>
                <p:sp>
                  <p:nvSpPr>
                    <p:cNvPr id="354" name="Rectangle 353"/>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355" name="Rectangle 354"/>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344" name="Group 343"/>
                  <p:cNvGrpSpPr/>
                  <p:nvPr/>
                </p:nvGrpSpPr>
                <p:grpSpPr>
                  <a:xfrm>
                    <a:off x="3606771" y="304804"/>
                    <a:ext cx="1134524" cy="575735"/>
                    <a:chOff x="2455324" y="304801"/>
                    <a:chExt cx="1134524" cy="575735"/>
                  </a:xfrm>
                </p:grpSpPr>
                <p:sp>
                  <p:nvSpPr>
                    <p:cNvPr id="352" name="Rectangle 351"/>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353" name="Rectangle 352"/>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345" name="Group 344"/>
                  <p:cNvGrpSpPr/>
                  <p:nvPr/>
                </p:nvGrpSpPr>
                <p:grpSpPr>
                  <a:xfrm>
                    <a:off x="4758226" y="304801"/>
                    <a:ext cx="2285971" cy="575738"/>
                    <a:chOff x="4148667" y="457201"/>
                    <a:chExt cx="2285971" cy="575738"/>
                  </a:xfrm>
                </p:grpSpPr>
                <p:grpSp>
                  <p:nvGrpSpPr>
                    <p:cNvPr id="346" name="Group 345"/>
                    <p:cNvGrpSpPr/>
                    <p:nvPr/>
                  </p:nvGrpSpPr>
                  <p:grpSpPr>
                    <a:xfrm>
                      <a:off x="4148667" y="457201"/>
                      <a:ext cx="1134524" cy="575735"/>
                      <a:chOff x="2455324" y="304801"/>
                      <a:chExt cx="1134524" cy="575735"/>
                    </a:xfrm>
                  </p:grpSpPr>
                  <p:sp>
                    <p:nvSpPr>
                      <p:cNvPr id="350" name="Rectangle 349"/>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351" name="Rectangle 350"/>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347" name="Group 346"/>
                    <p:cNvGrpSpPr/>
                    <p:nvPr/>
                  </p:nvGrpSpPr>
                  <p:grpSpPr>
                    <a:xfrm>
                      <a:off x="5300114" y="457204"/>
                      <a:ext cx="1134524" cy="575735"/>
                      <a:chOff x="2455324" y="304801"/>
                      <a:chExt cx="1134524" cy="575735"/>
                    </a:xfrm>
                  </p:grpSpPr>
                  <p:sp>
                    <p:nvSpPr>
                      <p:cNvPr id="348" name="Rectangle 347"/>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349" name="Rectangle 348"/>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grpSp>
          </p:grpSp>
          <p:grpSp>
            <p:nvGrpSpPr>
              <p:cNvPr id="312" name="Group 311"/>
              <p:cNvGrpSpPr/>
              <p:nvPr/>
            </p:nvGrpSpPr>
            <p:grpSpPr>
              <a:xfrm>
                <a:off x="-16933" y="863586"/>
                <a:ext cx="9177746" cy="575743"/>
                <a:chOff x="304791" y="304794"/>
                <a:chExt cx="9177746" cy="575743"/>
              </a:xfrm>
            </p:grpSpPr>
            <p:grpSp>
              <p:nvGrpSpPr>
                <p:cNvPr id="313" name="Group 312"/>
                <p:cNvGrpSpPr/>
                <p:nvPr/>
              </p:nvGrpSpPr>
              <p:grpSpPr>
                <a:xfrm>
                  <a:off x="304791" y="304794"/>
                  <a:ext cx="4588873" cy="575738"/>
                  <a:chOff x="2455324" y="304801"/>
                  <a:chExt cx="4588873" cy="575738"/>
                </a:xfrm>
              </p:grpSpPr>
              <p:grpSp>
                <p:nvGrpSpPr>
                  <p:cNvPr id="328" name="Group 327"/>
                  <p:cNvGrpSpPr/>
                  <p:nvPr/>
                </p:nvGrpSpPr>
                <p:grpSpPr>
                  <a:xfrm>
                    <a:off x="2455324" y="304801"/>
                    <a:ext cx="1134524" cy="575735"/>
                    <a:chOff x="2455324" y="304801"/>
                    <a:chExt cx="1134524" cy="575735"/>
                  </a:xfrm>
                </p:grpSpPr>
                <p:sp>
                  <p:nvSpPr>
                    <p:cNvPr id="339" name="Rectangle 338"/>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smtClean="0">
                        <a:ln>
                          <a:noFill/>
                        </a:ln>
                        <a:solidFill>
                          <a:schemeClr val="tx1"/>
                        </a:solidFill>
                        <a:effectLst/>
                        <a:latin typeface="Arial" charset="0"/>
                        <a:cs typeface="Arial" charset="0"/>
                      </a:endParaRPr>
                    </a:p>
                  </p:txBody>
                </p:sp>
                <p:sp>
                  <p:nvSpPr>
                    <p:cNvPr id="340" name="Rectangle 339"/>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329" name="Group 328"/>
                  <p:cNvGrpSpPr/>
                  <p:nvPr/>
                </p:nvGrpSpPr>
                <p:grpSpPr>
                  <a:xfrm>
                    <a:off x="3606771" y="304804"/>
                    <a:ext cx="1134524" cy="575735"/>
                    <a:chOff x="2455324" y="304801"/>
                    <a:chExt cx="1134524" cy="575735"/>
                  </a:xfrm>
                </p:grpSpPr>
                <p:sp>
                  <p:nvSpPr>
                    <p:cNvPr id="337" name="Rectangle 336"/>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338" name="Rectangle 337"/>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330" name="Group 329"/>
                  <p:cNvGrpSpPr/>
                  <p:nvPr/>
                </p:nvGrpSpPr>
                <p:grpSpPr>
                  <a:xfrm>
                    <a:off x="4758226" y="304801"/>
                    <a:ext cx="2285971" cy="575738"/>
                    <a:chOff x="4148667" y="457201"/>
                    <a:chExt cx="2285971" cy="575738"/>
                  </a:xfrm>
                </p:grpSpPr>
                <p:grpSp>
                  <p:nvGrpSpPr>
                    <p:cNvPr id="331" name="Group 330"/>
                    <p:cNvGrpSpPr/>
                    <p:nvPr/>
                  </p:nvGrpSpPr>
                  <p:grpSpPr>
                    <a:xfrm>
                      <a:off x="4148667" y="457201"/>
                      <a:ext cx="1134524" cy="575735"/>
                      <a:chOff x="2455324" y="304801"/>
                      <a:chExt cx="1134524" cy="575735"/>
                    </a:xfrm>
                  </p:grpSpPr>
                  <p:sp>
                    <p:nvSpPr>
                      <p:cNvPr id="335" name="Rectangle 334"/>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336" name="Rectangle 335"/>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332" name="Group 331"/>
                    <p:cNvGrpSpPr/>
                    <p:nvPr/>
                  </p:nvGrpSpPr>
                  <p:grpSpPr>
                    <a:xfrm>
                      <a:off x="5300114" y="457204"/>
                      <a:ext cx="1134524" cy="575735"/>
                      <a:chOff x="2455324" y="304801"/>
                      <a:chExt cx="1134524" cy="575735"/>
                    </a:xfrm>
                  </p:grpSpPr>
                  <p:sp>
                    <p:nvSpPr>
                      <p:cNvPr id="333" name="Rectangle 332"/>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334" name="Rectangle 333"/>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grpSp>
            <p:grpSp>
              <p:nvGrpSpPr>
                <p:cNvPr id="314" name="Group 313"/>
                <p:cNvGrpSpPr/>
                <p:nvPr/>
              </p:nvGrpSpPr>
              <p:grpSpPr>
                <a:xfrm>
                  <a:off x="4893664" y="304799"/>
                  <a:ext cx="4588873" cy="575738"/>
                  <a:chOff x="2455324" y="304801"/>
                  <a:chExt cx="4588873" cy="575738"/>
                </a:xfrm>
              </p:grpSpPr>
              <p:grpSp>
                <p:nvGrpSpPr>
                  <p:cNvPr id="315" name="Group 314"/>
                  <p:cNvGrpSpPr/>
                  <p:nvPr/>
                </p:nvGrpSpPr>
                <p:grpSpPr>
                  <a:xfrm>
                    <a:off x="2455324" y="304801"/>
                    <a:ext cx="1134524" cy="575735"/>
                    <a:chOff x="2455324" y="304801"/>
                    <a:chExt cx="1134524" cy="575735"/>
                  </a:xfrm>
                </p:grpSpPr>
                <p:sp>
                  <p:nvSpPr>
                    <p:cNvPr id="326" name="Rectangle 325"/>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327" name="Rectangle 326"/>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316" name="Group 315"/>
                  <p:cNvGrpSpPr/>
                  <p:nvPr/>
                </p:nvGrpSpPr>
                <p:grpSpPr>
                  <a:xfrm>
                    <a:off x="3606771" y="304804"/>
                    <a:ext cx="1134524" cy="575735"/>
                    <a:chOff x="2455324" y="304801"/>
                    <a:chExt cx="1134524" cy="575735"/>
                  </a:xfrm>
                </p:grpSpPr>
                <p:sp>
                  <p:nvSpPr>
                    <p:cNvPr id="324" name="Rectangle 323"/>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325" name="Rectangle 324"/>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317" name="Group 316"/>
                  <p:cNvGrpSpPr/>
                  <p:nvPr/>
                </p:nvGrpSpPr>
                <p:grpSpPr>
                  <a:xfrm>
                    <a:off x="4758226" y="304801"/>
                    <a:ext cx="2285971" cy="575738"/>
                    <a:chOff x="4148667" y="457201"/>
                    <a:chExt cx="2285971" cy="575738"/>
                  </a:xfrm>
                </p:grpSpPr>
                <p:grpSp>
                  <p:nvGrpSpPr>
                    <p:cNvPr id="318" name="Group 317"/>
                    <p:cNvGrpSpPr/>
                    <p:nvPr/>
                  </p:nvGrpSpPr>
                  <p:grpSpPr>
                    <a:xfrm>
                      <a:off x="4148667" y="457201"/>
                      <a:ext cx="1134524" cy="575735"/>
                      <a:chOff x="2455324" y="304801"/>
                      <a:chExt cx="1134524" cy="575735"/>
                    </a:xfrm>
                  </p:grpSpPr>
                  <p:sp>
                    <p:nvSpPr>
                      <p:cNvPr id="322" name="Rectangle 321"/>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323" name="Rectangle 322"/>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319" name="Group 318"/>
                    <p:cNvGrpSpPr/>
                    <p:nvPr/>
                  </p:nvGrpSpPr>
                  <p:grpSpPr>
                    <a:xfrm>
                      <a:off x="5300114" y="457204"/>
                      <a:ext cx="1134524" cy="575735"/>
                      <a:chOff x="2455324" y="304801"/>
                      <a:chExt cx="1134524" cy="575735"/>
                    </a:xfrm>
                  </p:grpSpPr>
                  <p:sp>
                    <p:nvSpPr>
                      <p:cNvPr id="320" name="Rectangle 319"/>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321" name="Rectangle 320"/>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grpSp>
          </p:grpSp>
        </p:grpSp>
        <p:grpSp>
          <p:nvGrpSpPr>
            <p:cNvPr id="252" name="Group 251"/>
            <p:cNvGrpSpPr/>
            <p:nvPr/>
          </p:nvGrpSpPr>
          <p:grpSpPr>
            <a:xfrm>
              <a:off x="-16930" y="6011221"/>
              <a:ext cx="9177749" cy="1134535"/>
              <a:chOff x="-16936" y="304794"/>
              <a:chExt cx="9177749" cy="1134535"/>
            </a:xfrm>
          </p:grpSpPr>
          <p:grpSp>
            <p:nvGrpSpPr>
              <p:cNvPr id="253" name="Group 252"/>
              <p:cNvGrpSpPr/>
              <p:nvPr/>
            </p:nvGrpSpPr>
            <p:grpSpPr>
              <a:xfrm>
                <a:off x="-16936" y="304794"/>
                <a:ext cx="9177746" cy="575743"/>
                <a:chOff x="304791" y="304794"/>
                <a:chExt cx="9177746" cy="575743"/>
              </a:xfrm>
            </p:grpSpPr>
            <p:grpSp>
              <p:nvGrpSpPr>
                <p:cNvPr id="283" name="Group 282"/>
                <p:cNvGrpSpPr/>
                <p:nvPr/>
              </p:nvGrpSpPr>
              <p:grpSpPr>
                <a:xfrm>
                  <a:off x="304791" y="304794"/>
                  <a:ext cx="4588873" cy="575738"/>
                  <a:chOff x="2455324" y="304801"/>
                  <a:chExt cx="4588873" cy="575738"/>
                </a:xfrm>
              </p:grpSpPr>
              <p:grpSp>
                <p:nvGrpSpPr>
                  <p:cNvPr id="298" name="Group 297"/>
                  <p:cNvGrpSpPr/>
                  <p:nvPr/>
                </p:nvGrpSpPr>
                <p:grpSpPr>
                  <a:xfrm>
                    <a:off x="2455324" y="304801"/>
                    <a:ext cx="1134524" cy="575735"/>
                    <a:chOff x="2455324" y="304801"/>
                    <a:chExt cx="1134524" cy="575735"/>
                  </a:xfrm>
                </p:grpSpPr>
                <p:sp>
                  <p:nvSpPr>
                    <p:cNvPr id="309" name="Rectangle 308"/>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310" name="Rectangle 309"/>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299" name="Group 298"/>
                  <p:cNvGrpSpPr/>
                  <p:nvPr/>
                </p:nvGrpSpPr>
                <p:grpSpPr>
                  <a:xfrm>
                    <a:off x="3606771" y="304804"/>
                    <a:ext cx="1134524" cy="575735"/>
                    <a:chOff x="2455324" y="304801"/>
                    <a:chExt cx="1134524" cy="575735"/>
                  </a:xfrm>
                </p:grpSpPr>
                <p:sp>
                  <p:nvSpPr>
                    <p:cNvPr id="307" name="Rectangle 306"/>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308" name="Rectangle 307"/>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300" name="Group 299"/>
                  <p:cNvGrpSpPr/>
                  <p:nvPr/>
                </p:nvGrpSpPr>
                <p:grpSpPr>
                  <a:xfrm>
                    <a:off x="4758226" y="304801"/>
                    <a:ext cx="2285971" cy="575738"/>
                    <a:chOff x="4148667" y="457201"/>
                    <a:chExt cx="2285971" cy="575738"/>
                  </a:xfrm>
                </p:grpSpPr>
                <p:grpSp>
                  <p:nvGrpSpPr>
                    <p:cNvPr id="301" name="Group 300"/>
                    <p:cNvGrpSpPr/>
                    <p:nvPr/>
                  </p:nvGrpSpPr>
                  <p:grpSpPr>
                    <a:xfrm>
                      <a:off x="4148667" y="457201"/>
                      <a:ext cx="1134524" cy="575735"/>
                      <a:chOff x="2455324" y="304801"/>
                      <a:chExt cx="1134524" cy="575735"/>
                    </a:xfrm>
                  </p:grpSpPr>
                  <p:sp>
                    <p:nvSpPr>
                      <p:cNvPr id="305" name="Rectangle 304"/>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306" name="Rectangle 305"/>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302" name="Group 301"/>
                    <p:cNvGrpSpPr/>
                    <p:nvPr/>
                  </p:nvGrpSpPr>
                  <p:grpSpPr>
                    <a:xfrm>
                      <a:off x="5300114" y="457204"/>
                      <a:ext cx="1134524" cy="575735"/>
                      <a:chOff x="2455324" y="304801"/>
                      <a:chExt cx="1134524" cy="575735"/>
                    </a:xfrm>
                  </p:grpSpPr>
                  <p:sp>
                    <p:nvSpPr>
                      <p:cNvPr id="303" name="Rectangle 302"/>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304" name="Rectangle 303"/>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grpSp>
            <p:grpSp>
              <p:nvGrpSpPr>
                <p:cNvPr id="284" name="Group 283"/>
                <p:cNvGrpSpPr/>
                <p:nvPr/>
              </p:nvGrpSpPr>
              <p:grpSpPr>
                <a:xfrm>
                  <a:off x="4893664" y="304799"/>
                  <a:ext cx="4588873" cy="575738"/>
                  <a:chOff x="2455324" y="304801"/>
                  <a:chExt cx="4588873" cy="575738"/>
                </a:xfrm>
              </p:grpSpPr>
              <p:grpSp>
                <p:nvGrpSpPr>
                  <p:cNvPr id="285" name="Group 284"/>
                  <p:cNvGrpSpPr/>
                  <p:nvPr/>
                </p:nvGrpSpPr>
                <p:grpSpPr>
                  <a:xfrm>
                    <a:off x="2455324" y="304801"/>
                    <a:ext cx="1134524" cy="575735"/>
                    <a:chOff x="2455324" y="304801"/>
                    <a:chExt cx="1134524" cy="575735"/>
                  </a:xfrm>
                </p:grpSpPr>
                <p:sp>
                  <p:nvSpPr>
                    <p:cNvPr id="296" name="Rectangle 295"/>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97" name="Rectangle 296"/>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286" name="Group 285"/>
                  <p:cNvGrpSpPr/>
                  <p:nvPr/>
                </p:nvGrpSpPr>
                <p:grpSpPr>
                  <a:xfrm>
                    <a:off x="3606771" y="304804"/>
                    <a:ext cx="1134524" cy="575735"/>
                    <a:chOff x="2455324" y="304801"/>
                    <a:chExt cx="1134524" cy="575735"/>
                  </a:xfrm>
                </p:grpSpPr>
                <p:sp>
                  <p:nvSpPr>
                    <p:cNvPr id="294" name="Rectangle 293"/>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95" name="Rectangle 294"/>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287" name="Group 286"/>
                  <p:cNvGrpSpPr/>
                  <p:nvPr/>
                </p:nvGrpSpPr>
                <p:grpSpPr>
                  <a:xfrm>
                    <a:off x="4758226" y="304801"/>
                    <a:ext cx="2285971" cy="575738"/>
                    <a:chOff x="4148667" y="457201"/>
                    <a:chExt cx="2285971" cy="575738"/>
                  </a:xfrm>
                </p:grpSpPr>
                <p:grpSp>
                  <p:nvGrpSpPr>
                    <p:cNvPr id="288" name="Group 287"/>
                    <p:cNvGrpSpPr/>
                    <p:nvPr/>
                  </p:nvGrpSpPr>
                  <p:grpSpPr>
                    <a:xfrm>
                      <a:off x="4148667" y="457201"/>
                      <a:ext cx="1134524" cy="575735"/>
                      <a:chOff x="2455324" y="304801"/>
                      <a:chExt cx="1134524" cy="575735"/>
                    </a:xfrm>
                  </p:grpSpPr>
                  <p:sp>
                    <p:nvSpPr>
                      <p:cNvPr id="292" name="Rectangle 291"/>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93" name="Rectangle 292"/>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289" name="Group 288"/>
                    <p:cNvGrpSpPr/>
                    <p:nvPr/>
                  </p:nvGrpSpPr>
                  <p:grpSpPr>
                    <a:xfrm>
                      <a:off x="5300114" y="457204"/>
                      <a:ext cx="1134524" cy="575735"/>
                      <a:chOff x="2455324" y="304801"/>
                      <a:chExt cx="1134524" cy="575735"/>
                    </a:xfrm>
                  </p:grpSpPr>
                  <p:sp>
                    <p:nvSpPr>
                      <p:cNvPr id="290" name="Rectangle 289"/>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91" name="Rectangle 290"/>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grpSp>
          </p:grpSp>
          <p:grpSp>
            <p:nvGrpSpPr>
              <p:cNvPr id="254" name="Group 253"/>
              <p:cNvGrpSpPr/>
              <p:nvPr/>
            </p:nvGrpSpPr>
            <p:grpSpPr>
              <a:xfrm>
                <a:off x="-16933" y="863586"/>
                <a:ext cx="9177746" cy="575743"/>
                <a:chOff x="304791" y="304794"/>
                <a:chExt cx="9177746" cy="575743"/>
              </a:xfrm>
            </p:grpSpPr>
            <p:grpSp>
              <p:nvGrpSpPr>
                <p:cNvPr id="255" name="Group 254"/>
                <p:cNvGrpSpPr/>
                <p:nvPr/>
              </p:nvGrpSpPr>
              <p:grpSpPr>
                <a:xfrm>
                  <a:off x="304791" y="304794"/>
                  <a:ext cx="4588873" cy="575738"/>
                  <a:chOff x="2455324" y="304801"/>
                  <a:chExt cx="4588873" cy="575738"/>
                </a:xfrm>
              </p:grpSpPr>
              <p:grpSp>
                <p:nvGrpSpPr>
                  <p:cNvPr id="270" name="Group 269"/>
                  <p:cNvGrpSpPr/>
                  <p:nvPr/>
                </p:nvGrpSpPr>
                <p:grpSpPr>
                  <a:xfrm>
                    <a:off x="2455324" y="304801"/>
                    <a:ext cx="1134524" cy="575735"/>
                    <a:chOff x="2455324" y="304801"/>
                    <a:chExt cx="1134524" cy="575735"/>
                  </a:xfrm>
                </p:grpSpPr>
                <p:sp>
                  <p:nvSpPr>
                    <p:cNvPr id="281" name="Rectangle 280"/>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82" name="Rectangle 281"/>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271" name="Group 270"/>
                  <p:cNvGrpSpPr/>
                  <p:nvPr/>
                </p:nvGrpSpPr>
                <p:grpSpPr>
                  <a:xfrm>
                    <a:off x="3606771" y="304804"/>
                    <a:ext cx="1134524" cy="575735"/>
                    <a:chOff x="2455324" y="304801"/>
                    <a:chExt cx="1134524" cy="575735"/>
                  </a:xfrm>
                </p:grpSpPr>
                <p:sp>
                  <p:nvSpPr>
                    <p:cNvPr id="279" name="Rectangle 278"/>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smtClean="0">
                        <a:ln>
                          <a:noFill/>
                        </a:ln>
                        <a:solidFill>
                          <a:schemeClr val="tx1"/>
                        </a:solidFill>
                        <a:effectLst/>
                        <a:latin typeface="Arial" charset="0"/>
                        <a:cs typeface="Arial" charset="0"/>
                      </a:endParaRPr>
                    </a:p>
                  </p:txBody>
                </p:sp>
                <p:sp>
                  <p:nvSpPr>
                    <p:cNvPr id="280" name="Rectangle 279"/>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272" name="Group 271"/>
                  <p:cNvGrpSpPr/>
                  <p:nvPr/>
                </p:nvGrpSpPr>
                <p:grpSpPr>
                  <a:xfrm>
                    <a:off x="4758226" y="304801"/>
                    <a:ext cx="2285971" cy="575738"/>
                    <a:chOff x="4148667" y="457201"/>
                    <a:chExt cx="2285971" cy="575738"/>
                  </a:xfrm>
                </p:grpSpPr>
                <p:grpSp>
                  <p:nvGrpSpPr>
                    <p:cNvPr id="273" name="Group 272"/>
                    <p:cNvGrpSpPr/>
                    <p:nvPr/>
                  </p:nvGrpSpPr>
                  <p:grpSpPr>
                    <a:xfrm>
                      <a:off x="4148667" y="457201"/>
                      <a:ext cx="1134524" cy="575735"/>
                      <a:chOff x="2455324" y="304801"/>
                      <a:chExt cx="1134524" cy="575735"/>
                    </a:xfrm>
                  </p:grpSpPr>
                  <p:sp>
                    <p:nvSpPr>
                      <p:cNvPr id="277" name="Rectangle 276"/>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78" name="Rectangle 277"/>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274" name="Group 273"/>
                    <p:cNvGrpSpPr/>
                    <p:nvPr/>
                  </p:nvGrpSpPr>
                  <p:grpSpPr>
                    <a:xfrm>
                      <a:off x="5300114" y="457204"/>
                      <a:ext cx="1134524" cy="575735"/>
                      <a:chOff x="2455324" y="304801"/>
                      <a:chExt cx="1134524" cy="575735"/>
                    </a:xfrm>
                  </p:grpSpPr>
                  <p:sp>
                    <p:nvSpPr>
                      <p:cNvPr id="275" name="Rectangle 274"/>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76" name="Rectangle 275"/>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grpSp>
            <p:grpSp>
              <p:nvGrpSpPr>
                <p:cNvPr id="256" name="Group 255"/>
                <p:cNvGrpSpPr/>
                <p:nvPr/>
              </p:nvGrpSpPr>
              <p:grpSpPr>
                <a:xfrm>
                  <a:off x="4893664" y="304799"/>
                  <a:ext cx="4588873" cy="575738"/>
                  <a:chOff x="2455324" y="304801"/>
                  <a:chExt cx="4588873" cy="575738"/>
                </a:xfrm>
              </p:grpSpPr>
              <p:grpSp>
                <p:nvGrpSpPr>
                  <p:cNvPr id="257" name="Group 256"/>
                  <p:cNvGrpSpPr/>
                  <p:nvPr/>
                </p:nvGrpSpPr>
                <p:grpSpPr>
                  <a:xfrm>
                    <a:off x="2455324" y="304801"/>
                    <a:ext cx="863596" cy="575735"/>
                    <a:chOff x="2455324" y="304801"/>
                    <a:chExt cx="863596" cy="575735"/>
                  </a:xfrm>
                </p:grpSpPr>
                <p:sp>
                  <p:nvSpPr>
                    <p:cNvPr id="268" name="Rectangle 267"/>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69" name="Rectangle 268"/>
                    <p:cNvSpPr/>
                    <p:nvPr/>
                  </p:nvSpPr>
                  <p:spPr bwMode="auto">
                    <a:xfrm>
                      <a:off x="2743189"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Arial" charset="0"/>
                          <a:cs typeface="Arial" charset="0"/>
                        </a:rPr>
                        <a:t>80</a:t>
                      </a:r>
                    </a:p>
                  </p:txBody>
                </p:sp>
              </p:grpSp>
              <p:grpSp>
                <p:nvGrpSpPr>
                  <p:cNvPr id="258" name="Group 257"/>
                  <p:cNvGrpSpPr/>
                  <p:nvPr/>
                </p:nvGrpSpPr>
                <p:grpSpPr>
                  <a:xfrm>
                    <a:off x="3606771" y="304804"/>
                    <a:ext cx="1134524" cy="575735"/>
                    <a:chOff x="2455324" y="304801"/>
                    <a:chExt cx="1134524" cy="575735"/>
                  </a:xfrm>
                </p:grpSpPr>
                <p:sp>
                  <p:nvSpPr>
                    <p:cNvPr id="266" name="Rectangle 265"/>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67" name="Rectangle 266"/>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259" name="Group 258"/>
                  <p:cNvGrpSpPr/>
                  <p:nvPr/>
                </p:nvGrpSpPr>
                <p:grpSpPr>
                  <a:xfrm>
                    <a:off x="4758226" y="304801"/>
                    <a:ext cx="2285971" cy="575738"/>
                    <a:chOff x="4148667" y="457201"/>
                    <a:chExt cx="2285971" cy="575738"/>
                  </a:xfrm>
                </p:grpSpPr>
                <p:grpSp>
                  <p:nvGrpSpPr>
                    <p:cNvPr id="260" name="Group 259"/>
                    <p:cNvGrpSpPr/>
                    <p:nvPr/>
                  </p:nvGrpSpPr>
                  <p:grpSpPr>
                    <a:xfrm>
                      <a:off x="4148667" y="457201"/>
                      <a:ext cx="1134524" cy="575735"/>
                      <a:chOff x="2455324" y="304801"/>
                      <a:chExt cx="1134524" cy="575735"/>
                    </a:xfrm>
                  </p:grpSpPr>
                  <p:sp>
                    <p:nvSpPr>
                      <p:cNvPr id="264" name="Rectangle 263"/>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65" name="Rectangle 264"/>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261" name="Group 260"/>
                    <p:cNvGrpSpPr/>
                    <p:nvPr/>
                  </p:nvGrpSpPr>
                  <p:grpSpPr>
                    <a:xfrm>
                      <a:off x="5300114" y="457204"/>
                      <a:ext cx="1134524" cy="575735"/>
                      <a:chOff x="2455324" y="304801"/>
                      <a:chExt cx="1134524" cy="575735"/>
                    </a:xfrm>
                  </p:grpSpPr>
                  <p:sp>
                    <p:nvSpPr>
                      <p:cNvPr id="262" name="Rectangle 261"/>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63" name="Rectangle 262"/>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grpSp>
          </p:grpSp>
        </p:grpSp>
      </p:grpSp>
      <p:cxnSp>
        <p:nvCxnSpPr>
          <p:cNvPr id="371" name="Straight Connector 370"/>
          <p:cNvCxnSpPr/>
          <p:nvPr/>
        </p:nvCxnSpPr>
        <p:spPr bwMode="auto">
          <a:xfrm flipV="1">
            <a:off x="541854" y="6265229"/>
            <a:ext cx="8043234" cy="16941"/>
          </a:xfrm>
          <a:prstGeom prst="line">
            <a:avLst/>
          </a:prstGeom>
          <a:noFill/>
          <a:ln w="9525" cap="flat" cmpd="sng" algn="ctr">
            <a:solidFill>
              <a:srgbClr val="000000"/>
            </a:solidFill>
            <a:prstDash val="solid"/>
            <a:round/>
            <a:headEnd type="none" w="med" len="med"/>
            <a:tailEnd type="none" w="med" len="med"/>
          </a:ln>
          <a:effectLst/>
        </p:spPr>
      </p:cxnSp>
      <p:cxnSp>
        <p:nvCxnSpPr>
          <p:cNvPr id="373" name="Straight Connector 372"/>
          <p:cNvCxnSpPr/>
          <p:nvPr/>
        </p:nvCxnSpPr>
        <p:spPr bwMode="auto">
          <a:xfrm flipH="1" flipV="1">
            <a:off x="541854" y="10"/>
            <a:ext cx="16946" cy="6265219"/>
          </a:xfrm>
          <a:prstGeom prst="line">
            <a:avLst/>
          </a:prstGeom>
          <a:noFill/>
          <a:ln w="9525" cap="flat" cmpd="sng" algn="ctr">
            <a:solidFill>
              <a:srgbClr val="000000"/>
            </a:solidFill>
            <a:prstDash val="solid"/>
            <a:round/>
            <a:headEnd type="none" w="med" len="med"/>
            <a:tailEnd type="none" w="med" len="med"/>
          </a:ln>
          <a:effectLst/>
        </p:spPr>
      </p:cxnSp>
      <p:sp>
        <p:nvSpPr>
          <p:cNvPr id="374" name="TextBox 373"/>
          <p:cNvSpPr txBox="1"/>
          <p:nvPr/>
        </p:nvSpPr>
        <p:spPr>
          <a:xfrm>
            <a:off x="8028644" y="6366938"/>
            <a:ext cx="1146768" cy="369332"/>
          </a:xfrm>
          <a:prstGeom prst="rect">
            <a:avLst/>
          </a:prstGeom>
          <a:noFill/>
        </p:spPr>
        <p:txBody>
          <a:bodyPr wrap="none" rtlCol="0">
            <a:spAutoFit/>
          </a:bodyPr>
          <a:lstStyle/>
          <a:p>
            <a:r>
              <a:rPr lang="en-US" dirty="0"/>
              <a:t>x</a:t>
            </a:r>
            <a:r>
              <a:rPr lang="en-US" dirty="0" smtClean="0"/>
              <a:t>1 Forest</a:t>
            </a:r>
            <a:endParaRPr lang="en-US" dirty="0"/>
          </a:p>
        </p:txBody>
      </p:sp>
      <p:sp>
        <p:nvSpPr>
          <p:cNvPr id="375" name="TextBox 374"/>
          <p:cNvSpPr txBox="1"/>
          <p:nvPr/>
        </p:nvSpPr>
        <p:spPr>
          <a:xfrm>
            <a:off x="135467" y="304800"/>
            <a:ext cx="1146768" cy="369332"/>
          </a:xfrm>
          <a:prstGeom prst="rect">
            <a:avLst/>
          </a:prstGeom>
          <a:noFill/>
        </p:spPr>
        <p:txBody>
          <a:bodyPr wrap="none" rtlCol="0">
            <a:spAutoFit/>
          </a:bodyPr>
          <a:lstStyle/>
          <a:p>
            <a:r>
              <a:rPr lang="en-US" dirty="0" smtClean="0"/>
              <a:t>X2 - Park</a:t>
            </a:r>
            <a:endParaRPr lang="en-US" dirty="0"/>
          </a:p>
        </p:txBody>
      </p:sp>
      <p:cxnSp>
        <p:nvCxnSpPr>
          <p:cNvPr id="377" name="Straight Connector 376"/>
          <p:cNvCxnSpPr/>
          <p:nvPr/>
        </p:nvCxnSpPr>
        <p:spPr bwMode="auto">
          <a:xfrm flipV="1">
            <a:off x="5130739" y="1134532"/>
            <a:ext cx="0" cy="5130697"/>
          </a:xfrm>
          <a:prstGeom prst="line">
            <a:avLst/>
          </a:prstGeom>
          <a:noFill/>
          <a:ln w="9525" cap="flat" cmpd="sng" algn="ctr">
            <a:solidFill>
              <a:srgbClr val="000000"/>
            </a:solidFill>
            <a:prstDash val="solid"/>
            <a:round/>
            <a:headEnd type="none" w="med" len="med"/>
            <a:tailEnd type="none" w="med" len="med"/>
          </a:ln>
          <a:effectLst/>
        </p:spPr>
      </p:cxnSp>
      <p:sp>
        <p:nvSpPr>
          <p:cNvPr id="378" name="Rectangle 377"/>
          <p:cNvSpPr/>
          <p:nvPr/>
        </p:nvSpPr>
        <p:spPr bwMode="auto">
          <a:xfrm>
            <a:off x="541866" y="1134514"/>
            <a:ext cx="4588873" cy="5130715"/>
          </a:xfrm>
          <a:prstGeom prst="rect">
            <a:avLst/>
          </a:prstGeom>
          <a:pattFill prst="ltVert">
            <a:fgClr>
              <a:srgbClr val="FF0000"/>
            </a:fgClr>
            <a:bgClr>
              <a:schemeClr val="bg1"/>
            </a:bgClr>
          </a:patt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smtClean="0">
              <a:ln>
                <a:noFill/>
              </a:ln>
              <a:solidFill>
                <a:schemeClr val="tx1"/>
              </a:solidFill>
              <a:effectLst/>
              <a:latin typeface="Arial" charset="0"/>
              <a:cs typeface="Arial" charset="0"/>
            </a:endParaRPr>
          </a:p>
        </p:txBody>
      </p:sp>
      <p:sp>
        <p:nvSpPr>
          <p:cNvPr id="379" name="TextBox 378"/>
          <p:cNvSpPr txBox="1"/>
          <p:nvPr/>
        </p:nvSpPr>
        <p:spPr>
          <a:xfrm>
            <a:off x="3878006" y="1305963"/>
            <a:ext cx="1083086" cy="369332"/>
          </a:xfrm>
          <a:prstGeom prst="rect">
            <a:avLst/>
          </a:prstGeom>
          <a:noFill/>
        </p:spPr>
        <p:txBody>
          <a:bodyPr wrap="none" rtlCol="0">
            <a:spAutoFit/>
          </a:bodyPr>
          <a:lstStyle/>
          <a:p>
            <a:r>
              <a:rPr lang="en-US" dirty="0"/>
              <a:t>x</a:t>
            </a:r>
            <a:r>
              <a:rPr lang="en-US" dirty="0" smtClean="0"/>
              <a:t>1 &lt;= 80</a:t>
            </a:r>
            <a:endParaRPr lang="en-US" dirty="0"/>
          </a:p>
        </p:txBody>
      </p:sp>
      <p:sp>
        <p:nvSpPr>
          <p:cNvPr id="380" name="Rectangle 379"/>
          <p:cNvSpPr/>
          <p:nvPr/>
        </p:nvSpPr>
        <p:spPr bwMode="auto">
          <a:xfrm>
            <a:off x="541854" y="5130715"/>
            <a:ext cx="4605825" cy="1134504"/>
          </a:xfrm>
          <a:prstGeom prst="rect">
            <a:avLst/>
          </a:prstGeom>
          <a:pattFill prst="dkHorz">
            <a:fgClr>
              <a:srgbClr val="FFC000"/>
            </a:fgClr>
            <a:bgClr>
              <a:schemeClr val="bg1"/>
            </a:bgClr>
          </a:patt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381" name="TextBox 380"/>
          <p:cNvSpPr txBox="1"/>
          <p:nvPr/>
        </p:nvSpPr>
        <p:spPr>
          <a:xfrm>
            <a:off x="3403549" y="4782112"/>
            <a:ext cx="1083086" cy="369332"/>
          </a:xfrm>
          <a:prstGeom prst="rect">
            <a:avLst/>
          </a:prstGeom>
          <a:noFill/>
        </p:spPr>
        <p:txBody>
          <a:bodyPr wrap="none" rtlCol="0">
            <a:spAutoFit/>
          </a:bodyPr>
          <a:lstStyle/>
          <a:p>
            <a:r>
              <a:rPr lang="en-US" dirty="0"/>
              <a:t>x</a:t>
            </a:r>
            <a:r>
              <a:rPr lang="en-US" dirty="0" smtClean="0"/>
              <a:t>2 &lt;= 20</a:t>
            </a:r>
            <a:endParaRPr lang="en-US" dirty="0"/>
          </a:p>
        </p:txBody>
      </p:sp>
      <p:cxnSp>
        <p:nvCxnSpPr>
          <p:cNvPr id="383" name="Straight Connector 382"/>
          <p:cNvCxnSpPr/>
          <p:nvPr/>
        </p:nvCxnSpPr>
        <p:spPr bwMode="auto">
          <a:xfrm flipH="1" flipV="1">
            <a:off x="541854" y="4555066"/>
            <a:ext cx="6891787" cy="1727104"/>
          </a:xfrm>
          <a:prstGeom prst="line">
            <a:avLst/>
          </a:prstGeom>
          <a:noFill/>
          <a:ln w="9525" cap="flat" cmpd="sng" algn="ctr">
            <a:solidFill>
              <a:srgbClr val="000000"/>
            </a:solidFill>
            <a:prstDash val="solid"/>
            <a:round/>
            <a:headEnd type="none" w="med" len="med"/>
            <a:tailEnd type="none" w="med" len="med"/>
          </a:ln>
          <a:effectLst/>
        </p:spPr>
      </p:cxnSp>
      <p:sp>
        <p:nvSpPr>
          <p:cNvPr id="384" name="Right Triangle 383"/>
          <p:cNvSpPr/>
          <p:nvPr/>
        </p:nvSpPr>
        <p:spPr bwMode="auto">
          <a:xfrm>
            <a:off x="541854" y="4555057"/>
            <a:ext cx="6908727" cy="1727113"/>
          </a:xfrm>
          <a:prstGeom prst="rtTriangle">
            <a:avLst/>
          </a:prstGeom>
          <a:pattFill prst="lgCheck">
            <a:fgClr>
              <a:schemeClr val="accent1">
                <a:lumMod val="90000"/>
              </a:schemeClr>
            </a:fgClr>
            <a:bgClr>
              <a:schemeClr val="bg1"/>
            </a:bgClr>
          </a:patt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cxnSp>
        <p:nvCxnSpPr>
          <p:cNvPr id="386" name="Straight Connector 385"/>
          <p:cNvCxnSpPr/>
          <p:nvPr/>
        </p:nvCxnSpPr>
        <p:spPr bwMode="auto">
          <a:xfrm>
            <a:off x="541854" y="5130715"/>
            <a:ext cx="7484441" cy="16941"/>
          </a:xfrm>
          <a:prstGeom prst="line">
            <a:avLst/>
          </a:prstGeom>
          <a:noFill/>
          <a:ln w="9525" cap="flat" cmpd="sng" algn="ctr">
            <a:solidFill>
              <a:srgbClr val="000000"/>
            </a:solidFill>
            <a:prstDash val="solid"/>
            <a:round/>
            <a:headEnd type="none" w="med" len="med"/>
            <a:tailEnd type="none" w="med" len="med"/>
          </a:ln>
          <a:effectLst/>
        </p:spPr>
      </p:cxnSp>
      <p:sp>
        <p:nvSpPr>
          <p:cNvPr id="387" name="TextBox 386"/>
          <p:cNvSpPr txBox="1"/>
          <p:nvPr/>
        </p:nvSpPr>
        <p:spPr>
          <a:xfrm rot="892920">
            <a:off x="796349" y="4525449"/>
            <a:ext cx="1910837" cy="369332"/>
          </a:xfrm>
          <a:prstGeom prst="rect">
            <a:avLst/>
          </a:prstGeom>
          <a:noFill/>
        </p:spPr>
        <p:txBody>
          <a:bodyPr wrap="none" rtlCol="0">
            <a:spAutoFit/>
          </a:bodyPr>
          <a:lstStyle/>
          <a:p>
            <a:r>
              <a:rPr lang="en-US" dirty="0" smtClean="0"/>
              <a:t>x1 + 4 x2 &lt;= 120</a:t>
            </a:r>
            <a:endParaRPr lang="en-US" dirty="0"/>
          </a:p>
        </p:txBody>
      </p:sp>
      <p:sp>
        <p:nvSpPr>
          <p:cNvPr id="388" name="TextBox 387"/>
          <p:cNvSpPr txBox="1"/>
          <p:nvPr/>
        </p:nvSpPr>
        <p:spPr>
          <a:xfrm>
            <a:off x="100432" y="4807902"/>
            <a:ext cx="441422" cy="369332"/>
          </a:xfrm>
          <a:prstGeom prst="rect">
            <a:avLst/>
          </a:prstGeom>
          <a:noFill/>
        </p:spPr>
        <p:txBody>
          <a:bodyPr wrap="none" rtlCol="0">
            <a:spAutoFit/>
          </a:bodyPr>
          <a:lstStyle/>
          <a:p>
            <a:r>
              <a:rPr lang="en-US" dirty="0" smtClean="0"/>
              <a:t>20</a:t>
            </a:r>
            <a:endParaRPr lang="en-US" dirty="0"/>
          </a:p>
        </p:txBody>
      </p:sp>
      <p:sp>
        <p:nvSpPr>
          <p:cNvPr id="389" name="TextBox 388"/>
          <p:cNvSpPr txBox="1"/>
          <p:nvPr/>
        </p:nvSpPr>
        <p:spPr>
          <a:xfrm>
            <a:off x="67860" y="4179387"/>
            <a:ext cx="441422" cy="369332"/>
          </a:xfrm>
          <a:prstGeom prst="rect">
            <a:avLst/>
          </a:prstGeom>
          <a:noFill/>
        </p:spPr>
        <p:txBody>
          <a:bodyPr wrap="none" rtlCol="0">
            <a:spAutoFit/>
          </a:bodyPr>
          <a:lstStyle/>
          <a:p>
            <a:r>
              <a:rPr lang="en-US" dirty="0" smtClean="0"/>
              <a:t>30</a:t>
            </a:r>
            <a:endParaRPr lang="en-US" dirty="0"/>
          </a:p>
        </p:txBody>
      </p:sp>
      <p:sp>
        <p:nvSpPr>
          <p:cNvPr id="390" name="Rectangle 389"/>
          <p:cNvSpPr/>
          <p:nvPr/>
        </p:nvSpPr>
        <p:spPr bwMode="auto">
          <a:xfrm>
            <a:off x="7111903" y="6180564"/>
            <a:ext cx="897457"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r>
              <a:rPr lang="en-US" sz="2400" dirty="0" smtClean="0">
                <a:latin typeface="Arial" charset="0"/>
                <a:cs typeface="Arial" charset="0"/>
              </a:rPr>
              <a:t>12</a:t>
            </a:r>
            <a:r>
              <a:rPr kumimoji="0" lang="en-US" sz="2400" b="0" i="0" u="none" strike="noStrike" cap="none" normalizeH="0" baseline="0" dirty="0" smtClean="0">
                <a:ln>
                  <a:noFill/>
                </a:ln>
                <a:solidFill>
                  <a:schemeClr val="tx1"/>
                </a:solidFill>
                <a:effectLst/>
                <a:latin typeface="Arial" charset="0"/>
                <a:cs typeface="Arial" charset="0"/>
              </a:rPr>
              <a:t>0</a:t>
            </a:r>
          </a:p>
        </p:txBody>
      </p:sp>
      <p:cxnSp>
        <p:nvCxnSpPr>
          <p:cNvPr id="392" name="Straight Connector 391"/>
          <p:cNvCxnSpPr/>
          <p:nvPr/>
        </p:nvCxnSpPr>
        <p:spPr bwMode="auto">
          <a:xfrm flipH="1" flipV="1">
            <a:off x="5130739" y="558792"/>
            <a:ext cx="16940" cy="5723378"/>
          </a:xfrm>
          <a:prstGeom prst="line">
            <a:avLst/>
          </a:prstGeom>
          <a:noFill/>
          <a:ln w="9525" cap="flat" cmpd="sng" algn="ctr">
            <a:solidFill>
              <a:srgbClr val="000000"/>
            </a:solidFill>
            <a:prstDash val="solid"/>
            <a:round/>
            <a:headEnd type="none" w="med" len="med"/>
            <a:tailEnd type="none" w="med" len="med"/>
          </a:ln>
          <a:effectLst/>
        </p:spPr>
      </p:cxnSp>
      <p:cxnSp>
        <p:nvCxnSpPr>
          <p:cNvPr id="394" name="Straight Connector 393"/>
          <p:cNvCxnSpPr/>
          <p:nvPr/>
        </p:nvCxnSpPr>
        <p:spPr bwMode="auto">
          <a:xfrm flipV="1">
            <a:off x="5130739" y="5706448"/>
            <a:ext cx="0" cy="575722"/>
          </a:xfrm>
          <a:prstGeom prst="line">
            <a:avLst/>
          </a:prstGeom>
          <a:noFill/>
          <a:ln w="50800" cap="flat" cmpd="sng" algn="ctr">
            <a:solidFill>
              <a:srgbClr val="FF0000"/>
            </a:solidFill>
            <a:prstDash val="solid"/>
            <a:round/>
            <a:headEnd type="none" w="med" len="med"/>
            <a:tailEnd type="none" w="med" len="med"/>
          </a:ln>
          <a:effectLst/>
        </p:spPr>
      </p:cxnSp>
      <p:cxnSp>
        <p:nvCxnSpPr>
          <p:cNvPr id="396" name="Straight Connector 395"/>
          <p:cNvCxnSpPr/>
          <p:nvPr/>
        </p:nvCxnSpPr>
        <p:spPr bwMode="auto">
          <a:xfrm flipV="1">
            <a:off x="509282" y="5130716"/>
            <a:ext cx="2352427" cy="16940"/>
          </a:xfrm>
          <a:prstGeom prst="line">
            <a:avLst/>
          </a:prstGeom>
          <a:noFill/>
          <a:ln w="50800" cap="flat" cmpd="sng" algn="ctr">
            <a:solidFill>
              <a:srgbClr val="FF0000"/>
            </a:solidFill>
            <a:prstDash val="solid"/>
            <a:round/>
            <a:headEnd type="none" w="med" len="med"/>
            <a:tailEnd type="none" w="med" len="med"/>
          </a:ln>
          <a:effectLst/>
        </p:spPr>
      </p:cxnSp>
      <p:cxnSp>
        <p:nvCxnSpPr>
          <p:cNvPr id="399" name="Straight Connector 398"/>
          <p:cNvCxnSpPr/>
          <p:nvPr/>
        </p:nvCxnSpPr>
        <p:spPr bwMode="auto">
          <a:xfrm>
            <a:off x="2861709" y="5130705"/>
            <a:ext cx="2285970" cy="575743"/>
          </a:xfrm>
          <a:prstGeom prst="line">
            <a:avLst/>
          </a:prstGeom>
          <a:noFill/>
          <a:ln w="50800" cap="flat" cmpd="sng" algn="ctr">
            <a:solidFill>
              <a:srgbClr val="FF0000"/>
            </a:solidFill>
            <a:prstDash val="solid"/>
            <a:round/>
            <a:headEnd type="none" w="med" len="med"/>
            <a:tailEnd type="none" w="med" len="med"/>
          </a:ln>
          <a:effectLst/>
        </p:spPr>
      </p:cxnSp>
      <p:sp>
        <p:nvSpPr>
          <p:cNvPr id="400" name="Rectangle 399"/>
          <p:cNvSpPr/>
          <p:nvPr/>
        </p:nvSpPr>
        <p:spPr>
          <a:xfrm>
            <a:off x="6028169" y="1377946"/>
            <a:ext cx="2141444" cy="369332"/>
          </a:xfrm>
          <a:prstGeom prst="rect">
            <a:avLst/>
          </a:prstGeom>
        </p:spPr>
        <p:txBody>
          <a:bodyPr wrap="none">
            <a:spAutoFit/>
          </a:bodyPr>
          <a:lstStyle/>
          <a:p>
            <a:pPr marL="57150" indent="0">
              <a:buNone/>
            </a:pPr>
            <a:r>
              <a:rPr lang="en-US" dirty="0"/>
              <a:t> Max 10 x1 + 20 x2 </a:t>
            </a:r>
          </a:p>
        </p:txBody>
      </p:sp>
      <p:sp>
        <p:nvSpPr>
          <p:cNvPr id="401" name="Rectangle 400"/>
          <p:cNvSpPr/>
          <p:nvPr/>
        </p:nvSpPr>
        <p:spPr>
          <a:xfrm>
            <a:off x="6011333" y="2014140"/>
            <a:ext cx="4572000" cy="2031325"/>
          </a:xfrm>
          <a:prstGeom prst="rect">
            <a:avLst/>
          </a:prstGeom>
        </p:spPr>
        <p:txBody>
          <a:bodyPr>
            <a:spAutoFit/>
          </a:bodyPr>
          <a:lstStyle/>
          <a:p>
            <a:pPr marL="57150" indent="0">
              <a:buNone/>
            </a:pPr>
            <a:r>
              <a:rPr lang="en-US" dirty="0"/>
              <a:t>x1 	</a:t>
            </a:r>
            <a:r>
              <a:rPr lang="en-US" dirty="0" smtClean="0"/>
              <a:t>         </a:t>
            </a:r>
            <a:r>
              <a:rPr lang="en-US" dirty="0"/>
              <a:t>&lt;= </a:t>
            </a:r>
            <a:r>
              <a:rPr lang="en-US" dirty="0" smtClean="0"/>
              <a:t>80</a:t>
            </a:r>
          </a:p>
          <a:p>
            <a:pPr marL="57150" indent="0">
              <a:buNone/>
            </a:pPr>
            <a:r>
              <a:rPr lang="en-US" dirty="0" smtClean="0"/>
              <a:t>x2          </a:t>
            </a:r>
            <a:r>
              <a:rPr lang="en-US" dirty="0"/>
              <a:t>&lt;= 20</a:t>
            </a:r>
          </a:p>
          <a:p>
            <a:pPr marL="57150" indent="0">
              <a:buNone/>
            </a:pPr>
            <a:r>
              <a:rPr lang="en-US" dirty="0" smtClean="0"/>
              <a:t>x1 </a:t>
            </a:r>
            <a:r>
              <a:rPr lang="en-US" dirty="0"/>
              <a:t>+ 4 x2 &lt;= </a:t>
            </a:r>
            <a:r>
              <a:rPr lang="en-US" dirty="0" smtClean="0"/>
              <a:t>120</a:t>
            </a:r>
          </a:p>
          <a:p>
            <a:pPr marL="57150"/>
            <a:r>
              <a:rPr lang="en-US" b="1" dirty="0">
                <a:solidFill>
                  <a:srgbClr val="FF0000"/>
                </a:solidFill>
                <a:ea typeface="ＭＳ Ｐゴシック"/>
              </a:rPr>
              <a:t>x1 +  x2 &gt;= 100</a:t>
            </a:r>
          </a:p>
          <a:p>
            <a:pPr marL="57150" indent="0">
              <a:buNone/>
            </a:pPr>
            <a:endParaRPr lang="en-US" dirty="0" smtClean="0"/>
          </a:p>
          <a:p>
            <a:pPr marL="57150" indent="0">
              <a:buNone/>
            </a:pPr>
            <a:endParaRPr lang="en-US" dirty="0" smtClean="0"/>
          </a:p>
          <a:p>
            <a:pPr marL="57150" indent="0">
              <a:buNone/>
            </a:pPr>
            <a:r>
              <a:rPr lang="en-US" dirty="0" smtClean="0"/>
              <a:t>x1 &gt;=0; x2 &gt;= 0</a:t>
            </a:r>
            <a:endParaRPr lang="en-US" dirty="0"/>
          </a:p>
        </p:txBody>
      </p:sp>
      <p:sp>
        <p:nvSpPr>
          <p:cNvPr id="410" name="TextBox 409"/>
          <p:cNvSpPr txBox="1"/>
          <p:nvPr/>
        </p:nvSpPr>
        <p:spPr>
          <a:xfrm>
            <a:off x="1539744" y="6366938"/>
            <a:ext cx="441422" cy="369332"/>
          </a:xfrm>
          <a:prstGeom prst="rect">
            <a:avLst/>
          </a:prstGeom>
          <a:noFill/>
        </p:spPr>
        <p:txBody>
          <a:bodyPr wrap="none" rtlCol="0">
            <a:spAutoFit/>
          </a:bodyPr>
          <a:lstStyle/>
          <a:p>
            <a:r>
              <a:rPr lang="en-US" dirty="0" smtClean="0"/>
              <a:t>20</a:t>
            </a:r>
            <a:endParaRPr lang="en-US" dirty="0"/>
          </a:p>
        </p:txBody>
      </p:sp>
      <p:sp>
        <p:nvSpPr>
          <p:cNvPr id="411" name="TextBox 410"/>
          <p:cNvSpPr txBox="1"/>
          <p:nvPr/>
        </p:nvSpPr>
        <p:spPr>
          <a:xfrm>
            <a:off x="50933" y="5441797"/>
            <a:ext cx="441422" cy="369332"/>
          </a:xfrm>
          <a:prstGeom prst="rect">
            <a:avLst/>
          </a:prstGeom>
          <a:noFill/>
        </p:spPr>
        <p:txBody>
          <a:bodyPr wrap="none" rtlCol="0">
            <a:spAutoFit/>
          </a:bodyPr>
          <a:lstStyle/>
          <a:p>
            <a:r>
              <a:rPr lang="en-US" dirty="0"/>
              <a:t>1</a:t>
            </a:r>
            <a:r>
              <a:rPr lang="en-US" dirty="0" smtClean="0"/>
              <a:t>0</a:t>
            </a:r>
            <a:endParaRPr lang="en-US" dirty="0"/>
          </a:p>
        </p:txBody>
      </p:sp>
      <p:sp>
        <p:nvSpPr>
          <p:cNvPr id="418" name="TextBox 417"/>
          <p:cNvSpPr txBox="1"/>
          <p:nvPr/>
        </p:nvSpPr>
        <p:spPr>
          <a:xfrm>
            <a:off x="2653985" y="6334672"/>
            <a:ext cx="441422" cy="369332"/>
          </a:xfrm>
          <a:prstGeom prst="rect">
            <a:avLst/>
          </a:prstGeom>
          <a:noFill/>
        </p:spPr>
        <p:txBody>
          <a:bodyPr wrap="none" rtlCol="0">
            <a:spAutoFit/>
          </a:bodyPr>
          <a:lstStyle/>
          <a:p>
            <a:r>
              <a:rPr lang="en-US" dirty="0"/>
              <a:t>4</a:t>
            </a:r>
            <a:r>
              <a:rPr lang="en-US" dirty="0" smtClean="0"/>
              <a:t>0</a:t>
            </a:r>
            <a:endParaRPr lang="en-US" dirty="0"/>
          </a:p>
        </p:txBody>
      </p:sp>
      <p:sp>
        <p:nvSpPr>
          <p:cNvPr id="419" name="TextBox 418"/>
          <p:cNvSpPr txBox="1"/>
          <p:nvPr/>
        </p:nvSpPr>
        <p:spPr>
          <a:xfrm>
            <a:off x="3806229" y="6366938"/>
            <a:ext cx="441422" cy="369332"/>
          </a:xfrm>
          <a:prstGeom prst="rect">
            <a:avLst/>
          </a:prstGeom>
          <a:noFill/>
        </p:spPr>
        <p:txBody>
          <a:bodyPr wrap="none" rtlCol="0">
            <a:spAutoFit/>
          </a:bodyPr>
          <a:lstStyle/>
          <a:p>
            <a:r>
              <a:rPr lang="en-US" dirty="0" smtClean="0"/>
              <a:t>60</a:t>
            </a:r>
            <a:endParaRPr lang="en-US" dirty="0"/>
          </a:p>
        </p:txBody>
      </p:sp>
      <p:cxnSp>
        <p:nvCxnSpPr>
          <p:cNvPr id="421" name="Straight Arrow Connector 420"/>
          <p:cNvCxnSpPr/>
          <p:nvPr/>
        </p:nvCxnSpPr>
        <p:spPr bwMode="auto">
          <a:xfrm>
            <a:off x="509282" y="5706448"/>
            <a:ext cx="269651" cy="0"/>
          </a:xfrm>
          <a:prstGeom prst="straightConnector1">
            <a:avLst/>
          </a:prstGeom>
          <a:noFill/>
          <a:ln w="9525" cap="flat" cmpd="sng" algn="ctr">
            <a:solidFill>
              <a:srgbClr val="660066"/>
            </a:solidFill>
            <a:prstDash val="solid"/>
            <a:round/>
            <a:headEnd type="none" w="med" len="med"/>
            <a:tailEnd type="arrow"/>
          </a:ln>
          <a:effectLst/>
        </p:spPr>
      </p:cxnSp>
      <p:cxnSp>
        <p:nvCxnSpPr>
          <p:cNvPr id="423" name="Straight Arrow Connector 422"/>
          <p:cNvCxnSpPr/>
          <p:nvPr/>
        </p:nvCxnSpPr>
        <p:spPr bwMode="auto">
          <a:xfrm flipH="1">
            <a:off x="2738851" y="5130716"/>
            <a:ext cx="105917" cy="148161"/>
          </a:xfrm>
          <a:prstGeom prst="straightConnector1">
            <a:avLst/>
          </a:prstGeom>
          <a:noFill/>
          <a:ln w="9525" cap="flat" cmpd="sng" algn="ctr">
            <a:solidFill>
              <a:srgbClr val="660066"/>
            </a:solidFill>
            <a:prstDash val="solid"/>
            <a:round/>
            <a:headEnd type="none" w="med" len="med"/>
            <a:tailEnd type="arrow"/>
          </a:ln>
          <a:effectLst/>
        </p:spPr>
      </p:cxnSp>
      <p:cxnSp>
        <p:nvCxnSpPr>
          <p:cNvPr id="425" name="Straight Arrow Connector 424"/>
          <p:cNvCxnSpPr/>
          <p:nvPr/>
        </p:nvCxnSpPr>
        <p:spPr bwMode="auto">
          <a:xfrm flipH="1">
            <a:off x="4859811" y="5706448"/>
            <a:ext cx="287868" cy="0"/>
          </a:xfrm>
          <a:prstGeom prst="straightConnector1">
            <a:avLst/>
          </a:prstGeom>
          <a:noFill/>
          <a:ln w="9525" cap="flat" cmpd="sng" algn="ctr">
            <a:solidFill>
              <a:srgbClr val="660066"/>
            </a:solidFill>
            <a:prstDash val="solid"/>
            <a:round/>
            <a:headEnd type="none" w="med" len="med"/>
            <a:tailEnd type="arrow"/>
          </a:ln>
          <a:effectLst/>
        </p:spPr>
      </p:cxnSp>
      <p:cxnSp>
        <p:nvCxnSpPr>
          <p:cNvPr id="427" name="Straight Arrow Connector 426"/>
          <p:cNvCxnSpPr/>
          <p:nvPr/>
        </p:nvCxnSpPr>
        <p:spPr bwMode="auto">
          <a:xfrm flipV="1">
            <a:off x="2861709" y="6180461"/>
            <a:ext cx="0" cy="101709"/>
          </a:xfrm>
          <a:prstGeom prst="straightConnector1">
            <a:avLst/>
          </a:prstGeom>
          <a:noFill/>
          <a:ln w="9525" cap="flat" cmpd="sng" algn="ctr">
            <a:noFill/>
            <a:prstDash val="solid"/>
            <a:round/>
            <a:headEnd type="none" w="med" len="med"/>
            <a:tailEnd type="arrow"/>
          </a:ln>
          <a:effectLst/>
        </p:spPr>
      </p:cxnSp>
      <p:cxnSp>
        <p:nvCxnSpPr>
          <p:cNvPr id="430" name="Straight Arrow Connector 429"/>
          <p:cNvCxnSpPr/>
          <p:nvPr/>
        </p:nvCxnSpPr>
        <p:spPr bwMode="auto">
          <a:xfrm flipV="1">
            <a:off x="2844756" y="5995795"/>
            <a:ext cx="12" cy="286375"/>
          </a:xfrm>
          <a:prstGeom prst="straightConnector1">
            <a:avLst/>
          </a:prstGeom>
          <a:noFill/>
          <a:ln w="9525" cap="flat" cmpd="sng" algn="ctr">
            <a:solidFill>
              <a:srgbClr val="660066"/>
            </a:solidFill>
            <a:prstDash val="solid"/>
            <a:round/>
            <a:headEnd type="none" w="med" len="med"/>
            <a:tailEnd type="arrow"/>
          </a:ln>
          <a:effectLst/>
        </p:spPr>
      </p:cxnSp>
      <p:cxnSp>
        <p:nvCxnSpPr>
          <p:cNvPr id="432" name="Straight Arrow Connector 431"/>
          <p:cNvCxnSpPr/>
          <p:nvPr/>
        </p:nvCxnSpPr>
        <p:spPr bwMode="auto">
          <a:xfrm flipH="1" flipV="1">
            <a:off x="4859220" y="6180461"/>
            <a:ext cx="271519" cy="101709"/>
          </a:xfrm>
          <a:prstGeom prst="straightConnector1">
            <a:avLst/>
          </a:prstGeom>
          <a:noFill/>
          <a:ln w="9525" cap="flat" cmpd="sng" algn="ctr">
            <a:solidFill>
              <a:srgbClr val="660066"/>
            </a:solidFill>
            <a:prstDash val="solid"/>
            <a:round/>
            <a:headEnd type="none" w="med" len="med"/>
            <a:tailEnd type="arrow"/>
          </a:ln>
          <a:effectLst/>
        </p:spPr>
      </p:cxnSp>
      <p:cxnSp>
        <p:nvCxnSpPr>
          <p:cNvPr id="434" name="Straight Arrow Connector 433"/>
          <p:cNvCxnSpPr/>
          <p:nvPr/>
        </p:nvCxnSpPr>
        <p:spPr bwMode="auto">
          <a:xfrm>
            <a:off x="558800" y="5147649"/>
            <a:ext cx="359739" cy="148161"/>
          </a:xfrm>
          <a:prstGeom prst="straightConnector1">
            <a:avLst/>
          </a:prstGeom>
          <a:noFill/>
          <a:ln w="9525" cap="flat" cmpd="sng" algn="ctr">
            <a:solidFill>
              <a:srgbClr val="660066"/>
            </a:solidFill>
            <a:prstDash val="solid"/>
            <a:round/>
            <a:headEnd type="none" w="med" len="med"/>
            <a:tailEnd type="arrow"/>
          </a:ln>
          <a:effectLst/>
        </p:spPr>
      </p:cxnSp>
      <p:cxnSp>
        <p:nvCxnSpPr>
          <p:cNvPr id="436" name="Straight Arrow Connector 435"/>
          <p:cNvCxnSpPr/>
          <p:nvPr/>
        </p:nvCxnSpPr>
        <p:spPr bwMode="auto">
          <a:xfrm>
            <a:off x="1496387" y="5130716"/>
            <a:ext cx="0" cy="148161"/>
          </a:xfrm>
          <a:prstGeom prst="straightConnector1">
            <a:avLst/>
          </a:prstGeom>
          <a:noFill/>
          <a:ln w="9525" cap="flat" cmpd="sng" algn="ctr">
            <a:solidFill>
              <a:srgbClr val="660066"/>
            </a:solidFill>
            <a:prstDash val="solid"/>
            <a:round/>
            <a:headEnd type="none" w="med" len="med"/>
            <a:tailEnd type="arrow"/>
          </a:ln>
          <a:effectLst/>
        </p:spPr>
      </p:cxnSp>
      <p:cxnSp>
        <p:nvCxnSpPr>
          <p:cNvPr id="438" name="Straight Arrow Connector 437"/>
          <p:cNvCxnSpPr/>
          <p:nvPr/>
        </p:nvCxnSpPr>
        <p:spPr bwMode="auto">
          <a:xfrm flipV="1">
            <a:off x="558806" y="6180461"/>
            <a:ext cx="220127" cy="101709"/>
          </a:xfrm>
          <a:prstGeom prst="straightConnector1">
            <a:avLst/>
          </a:prstGeom>
          <a:noFill/>
          <a:ln w="9525" cap="flat" cmpd="sng" algn="ctr">
            <a:solidFill>
              <a:srgbClr val="660066"/>
            </a:solidFill>
            <a:prstDash val="solid"/>
            <a:round/>
            <a:headEnd type="none" w="med" len="med"/>
            <a:tailEnd type="arrow"/>
          </a:ln>
          <a:effectLst/>
        </p:spPr>
      </p:cxnSp>
      <p:sp>
        <p:nvSpPr>
          <p:cNvPr id="441" name="TextBox 440"/>
          <p:cNvSpPr txBox="1"/>
          <p:nvPr/>
        </p:nvSpPr>
        <p:spPr>
          <a:xfrm>
            <a:off x="1786814" y="5337116"/>
            <a:ext cx="1904074" cy="369332"/>
          </a:xfrm>
          <a:prstGeom prst="rect">
            <a:avLst/>
          </a:prstGeom>
          <a:noFill/>
        </p:spPr>
        <p:txBody>
          <a:bodyPr wrap="none" rtlCol="0">
            <a:spAutoFit/>
          </a:bodyPr>
          <a:lstStyle/>
          <a:p>
            <a:r>
              <a:rPr lang="en-US" dirty="0" smtClean="0">
                <a:solidFill>
                  <a:srgbClr val="FF0000"/>
                </a:solidFill>
              </a:rPr>
              <a:t>Feasible Region</a:t>
            </a:r>
            <a:endParaRPr lang="en-US" dirty="0">
              <a:solidFill>
                <a:srgbClr val="FF0000"/>
              </a:solidFill>
            </a:endParaRPr>
          </a:p>
        </p:txBody>
      </p:sp>
      <p:cxnSp>
        <p:nvCxnSpPr>
          <p:cNvPr id="443" name="Straight Connector 442"/>
          <p:cNvCxnSpPr/>
          <p:nvPr/>
        </p:nvCxnSpPr>
        <p:spPr bwMode="auto">
          <a:xfrm>
            <a:off x="526215" y="5130716"/>
            <a:ext cx="0" cy="1134513"/>
          </a:xfrm>
          <a:prstGeom prst="line">
            <a:avLst/>
          </a:prstGeom>
          <a:noFill/>
          <a:ln w="50800" cap="flat" cmpd="sng" algn="ctr">
            <a:solidFill>
              <a:srgbClr val="FF0000"/>
            </a:solidFill>
            <a:prstDash val="solid"/>
            <a:round/>
            <a:headEnd type="none" w="med" len="med"/>
            <a:tailEnd type="none" w="med" len="med"/>
          </a:ln>
          <a:effectLst/>
        </p:spPr>
      </p:cxnSp>
      <p:cxnSp>
        <p:nvCxnSpPr>
          <p:cNvPr id="445" name="Straight Connector 444"/>
          <p:cNvCxnSpPr/>
          <p:nvPr/>
        </p:nvCxnSpPr>
        <p:spPr bwMode="auto">
          <a:xfrm>
            <a:off x="424670" y="6282170"/>
            <a:ext cx="4638397" cy="0"/>
          </a:xfrm>
          <a:prstGeom prst="line">
            <a:avLst/>
          </a:prstGeom>
          <a:noFill/>
          <a:ln w="50800" cap="flat" cmpd="sng" algn="ctr">
            <a:solidFill>
              <a:srgbClr val="FF0000"/>
            </a:solidFill>
            <a:prstDash val="solid"/>
            <a:round/>
            <a:headEnd type="none" w="med" len="med"/>
            <a:tailEnd type="none" w="med" len="med"/>
          </a:ln>
          <a:effectLst/>
        </p:spPr>
      </p:cxnSp>
      <p:sp>
        <p:nvSpPr>
          <p:cNvPr id="454" name="Rectangle 453"/>
          <p:cNvSpPr/>
          <p:nvPr/>
        </p:nvSpPr>
        <p:spPr bwMode="auto">
          <a:xfrm>
            <a:off x="5790470" y="6265229"/>
            <a:ext cx="880589"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r>
              <a:rPr lang="en-US" sz="2400" dirty="0" smtClean="0">
                <a:latin typeface="Arial" charset="0"/>
                <a:cs typeface="Arial" charset="0"/>
              </a:rPr>
              <a:t>10</a:t>
            </a:r>
            <a:r>
              <a:rPr kumimoji="0" lang="en-US" sz="2400" b="0" i="0" u="none" strike="noStrike" cap="none" normalizeH="0" baseline="0" dirty="0" smtClean="0">
                <a:ln>
                  <a:noFill/>
                </a:ln>
                <a:solidFill>
                  <a:schemeClr val="tx1"/>
                </a:solidFill>
                <a:effectLst/>
                <a:latin typeface="Arial" charset="0"/>
                <a:cs typeface="Arial" charset="0"/>
              </a:rPr>
              <a:t>0</a:t>
            </a:r>
          </a:p>
        </p:txBody>
      </p:sp>
      <p:sp>
        <p:nvSpPr>
          <p:cNvPr id="455" name="TextBox 454"/>
          <p:cNvSpPr txBox="1"/>
          <p:nvPr/>
        </p:nvSpPr>
        <p:spPr>
          <a:xfrm>
            <a:off x="84796" y="3197276"/>
            <a:ext cx="441422" cy="369332"/>
          </a:xfrm>
          <a:prstGeom prst="rect">
            <a:avLst/>
          </a:prstGeom>
          <a:noFill/>
        </p:spPr>
        <p:txBody>
          <a:bodyPr wrap="none" rtlCol="0">
            <a:spAutoFit/>
          </a:bodyPr>
          <a:lstStyle/>
          <a:p>
            <a:r>
              <a:rPr lang="en-US" dirty="0"/>
              <a:t>5</a:t>
            </a:r>
            <a:r>
              <a:rPr lang="en-US" dirty="0" smtClean="0"/>
              <a:t>0</a:t>
            </a:r>
            <a:endParaRPr lang="en-US" dirty="0"/>
          </a:p>
        </p:txBody>
      </p:sp>
      <p:cxnSp>
        <p:nvCxnSpPr>
          <p:cNvPr id="398" name="Straight Connector 397"/>
          <p:cNvCxnSpPr/>
          <p:nvPr/>
        </p:nvCxnSpPr>
        <p:spPr bwMode="auto">
          <a:xfrm>
            <a:off x="526215" y="1134535"/>
            <a:ext cx="5755959" cy="5147635"/>
          </a:xfrm>
          <a:prstGeom prst="line">
            <a:avLst/>
          </a:prstGeom>
          <a:noFill/>
          <a:ln w="9525" cap="flat" cmpd="sng" algn="ctr">
            <a:solidFill>
              <a:srgbClr val="FF0000"/>
            </a:solidFill>
            <a:prstDash val="solid"/>
            <a:round/>
            <a:headEnd type="none" w="med" len="med"/>
            <a:tailEnd type="none" w="med" len="med"/>
          </a:ln>
          <a:effectLst/>
        </p:spPr>
      </p:cxnSp>
      <p:cxnSp>
        <p:nvCxnSpPr>
          <p:cNvPr id="402" name="Straight Arrow Connector 401"/>
          <p:cNvCxnSpPr/>
          <p:nvPr/>
        </p:nvCxnSpPr>
        <p:spPr bwMode="auto">
          <a:xfrm flipV="1">
            <a:off x="3776134" y="3759200"/>
            <a:ext cx="305926" cy="237077"/>
          </a:xfrm>
          <a:prstGeom prst="straightConnector1">
            <a:avLst/>
          </a:prstGeom>
          <a:noFill/>
          <a:ln w="9525" cap="flat" cmpd="sng" algn="ctr">
            <a:solidFill>
              <a:srgbClr val="800000"/>
            </a:solidFill>
            <a:prstDash val="solid"/>
            <a:round/>
            <a:headEnd type="none" w="med" len="med"/>
            <a:tailEnd type="arrow"/>
          </a:ln>
          <a:effectLst/>
        </p:spPr>
      </p:cxnSp>
      <p:cxnSp>
        <p:nvCxnSpPr>
          <p:cNvPr id="403" name="Straight Arrow Connector 402"/>
          <p:cNvCxnSpPr/>
          <p:nvPr/>
        </p:nvCxnSpPr>
        <p:spPr bwMode="auto">
          <a:xfrm flipV="1">
            <a:off x="3928534" y="3911600"/>
            <a:ext cx="305926" cy="237077"/>
          </a:xfrm>
          <a:prstGeom prst="straightConnector1">
            <a:avLst/>
          </a:prstGeom>
          <a:noFill/>
          <a:ln w="9525" cap="flat" cmpd="sng" algn="ctr">
            <a:solidFill>
              <a:srgbClr val="800000"/>
            </a:solidFill>
            <a:prstDash val="solid"/>
            <a:round/>
            <a:headEnd type="none" w="med" len="med"/>
            <a:tailEnd type="arrow"/>
          </a:ln>
          <a:effectLst/>
        </p:spPr>
      </p:cxnSp>
      <p:cxnSp>
        <p:nvCxnSpPr>
          <p:cNvPr id="404" name="Straight Arrow Connector 403"/>
          <p:cNvCxnSpPr/>
          <p:nvPr/>
        </p:nvCxnSpPr>
        <p:spPr bwMode="auto">
          <a:xfrm flipV="1">
            <a:off x="4080934" y="4064000"/>
            <a:ext cx="305926" cy="237077"/>
          </a:xfrm>
          <a:prstGeom prst="straightConnector1">
            <a:avLst/>
          </a:prstGeom>
          <a:noFill/>
          <a:ln w="9525" cap="flat" cmpd="sng" algn="ctr">
            <a:solidFill>
              <a:srgbClr val="800000"/>
            </a:solidFill>
            <a:prstDash val="solid"/>
            <a:round/>
            <a:headEnd type="none" w="med" len="med"/>
            <a:tailEnd type="arrow"/>
          </a:ln>
          <a:effectLst/>
        </p:spPr>
      </p:cxnSp>
      <p:cxnSp>
        <p:nvCxnSpPr>
          <p:cNvPr id="405" name="Straight Arrow Connector 404"/>
          <p:cNvCxnSpPr/>
          <p:nvPr/>
        </p:nvCxnSpPr>
        <p:spPr bwMode="auto">
          <a:xfrm flipV="1">
            <a:off x="2878688" y="2980285"/>
            <a:ext cx="305926" cy="237077"/>
          </a:xfrm>
          <a:prstGeom prst="straightConnector1">
            <a:avLst/>
          </a:prstGeom>
          <a:noFill/>
          <a:ln w="9525" cap="flat" cmpd="sng" algn="ctr">
            <a:solidFill>
              <a:srgbClr val="800000"/>
            </a:solidFill>
            <a:prstDash val="solid"/>
            <a:round/>
            <a:headEnd type="none" w="med" len="med"/>
            <a:tailEnd type="arrow"/>
          </a:ln>
          <a:effectLst/>
        </p:spPr>
      </p:cxnSp>
      <p:cxnSp>
        <p:nvCxnSpPr>
          <p:cNvPr id="406" name="Straight Arrow Connector 405"/>
          <p:cNvCxnSpPr/>
          <p:nvPr/>
        </p:nvCxnSpPr>
        <p:spPr bwMode="auto">
          <a:xfrm flipV="1">
            <a:off x="3031088" y="3132685"/>
            <a:ext cx="305926" cy="237077"/>
          </a:xfrm>
          <a:prstGeom prst="straightConnector1">
            <a:avLst/>
          </a:prstGeom>
          <a:noFill/>
          <a:ln w="9525" cap="flat" cmpd="sng" algn="ctr">
            <a:solidFill>
              <a:srgbClr val="800000"/>
            </a:solidFill>
            <a:prstDash val="solid"/>
            <a:round/>
            <a:headEnd type="none" w="med" len="med"/>
            <a:tailEnd type="arrow"/>
          </a:ln>
          <a:effectLst/>
        </p:spPr>
      </p:cxnSp>
      <p:cxnSp>
        <p:nvCxnSpPr>
          <p:cNvPr id="407" name="Straight Arrow Connector 406"/>
          <p:cNvCxnSpPr/>
          <p:nvPr/>
        </p:nvCxnSpPr>
        <p:spPr bwMode="auto">
          <a:xfrm flipV="1">
            <a:off x="3183488" y="3285085"/>
            <a:ext cx="305926" cy="237077"/>
          </a:xfrm>
          <a:prstGeom prst="straightConnector1">
            <a:avLst/>
          </a:prstGeom>
          <a:noFill/>
          <a:ln w="9525" cap="flat" cmpd="sng" algn="ctr">
            <a:solidFill>
              <a:srgbClr val="800000"/>
            </a:solidFill>
            <a:prstDash val="solid"/>
            <a:round/>
            <a:headEnd type="none" w="med" len="med"/>
            <a:tailEnd type="arrow"/>
          </a:ln>
          <a:effectLst/>
        </p:spPr>
      </p:cxnSp>
      <p:sp>
        <p:nvSpPr>
          <p:cNvPr id="408" name="Rectangle 407"/>
          <p:cNvSpPr/>
          <p:nvPr/>
        </p:nvSpPr>
        <p:spPr>
          <a:xfrm>
            <a:off x="2222185" y="70851"/>
            <a:ext cx="5681764" cy="584776"/>
          </a:xfrm>
          <a:prstGeom prst="rect">
            <a:avLst/>
          </a:prstGeom>
        </p:spPr>
        <p:txBody>
          <a:bodyPr wrap="none">
            <a:spAutoFit/>
          </a:bodyPr>
          <a:lstStyle/>
          <a:p>
            <a:r>
              <a:rPr lang="en-US" sz="3200" dirty="0">
                <a:solidFill>
                  <a:srgbClr val="000000"/>
                </a:solidFill>
                <a:latin typeface="Arial"/>
                <a:ea typeface="ＭＳ Ｐゴシック"/>
                <a:cs typeface="Arial"/>
              </a:rPr>
              <a:t>No Feasible Solutions – Why?</a:t>
            </a:r>
            <a:endParaRPr lang="en-US" sz="6600" dirty="0">
              <a:solidFill>
                <a:srgbClr val="000000"/>
              </a:solidFill>
              <a:latin typeface="Arial"/>
              <a:ea typeface="ＭＳ Ｐゴシック"/>
              <a:cs typeface="Arial"/>
            </a:endParaRPr>
          </a:p>
        </p:txBody>
      </p:sp>
    </p:spTree>
    <p:extLst>
      <p:ext uri="{BB962C8B-B14F-4D97-AF65-F5344CB8AC3E}">
        <p14:creationId xmlns:p14="http://schemas.microsoft.com/office/powerpoint/2010/main" val="414171630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bwMode="auto">
          <a:xfrm>
            <a:off x="4148667" y="3759200"/>
            <a:ext cx="914400" cy="914400"/>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nvGrpSpPr>
          <p:cNvPr id="369" name="Group 368"/>
          <p:cNvGrpSpPr/>
          <p:nvPr/>
        </p:nvGrpSpPr>
        <p:grpSpPr>
          <a:xfrm>
            <a:off x="-16939" y="0"/>
            <a:ext cx="9177758" cy="6840962"/>
            <a:chOff x="-16939" y="304794"/>
            <a:chExt cx="9177758" cy="6840962"/>
          </a:xfrm>
        </p:grpSpPr>
        <p:grpSp>
          <p:nvGrpSpPr>
            <p:cNvPr id="70" name="Group 69"/>
            <p:cNvGrpSpPr/>
            <p:nvPr/>
          </p:nvGrpSpPr>
          <p:grpSpPr>
            <a:xfrm>
              <a:off x="-16936" y="304794"/>
              <a:ext cx="9177749" cy="1134535"/>
              <a:chOff x="-16936" y="304794"/>
              <a:chExt cx="9177749" cy="1134535"/>
            </a:xfrm>
          </p:grpSpPr>
          <p:grpSp>
            <p:nvGrpSpPr>
              <p:cNvPr id="40" name="Group 39"/>
              <p:cNvGrpSpPr/>
              <p:nvPr/>
            </p:nvGrpSpPr>
            <p:grpSpPr>
              <a:xfrm>
                <a:off x="-16936" y="304794"/>
                <a:ext cx="9177746" cy="575743"/>
                <a:chOff x="304791" y="304794"/>
                <a:chExt cx="9177746" cy="575743"/>
              </a:xfrm>
            </p:grpSpPr>
            <p:grpSp>
              <p:nvGrpSpPr>
                <p:cNvPr id="25" name="Group 24"/>
                <p:cNvGrpSpPr/>
                <p:nvPr/>
              </p:nvGrpSpPr>
              <p:grpSpPr>
                <a:xfrm>
                  <a:off x="304791" y="304794"/>
                  <a:ext cx="4588873" cy="575738"/>
                  <a:chOff x="2455324" y="304801"/>
                  <a:chExt cx="4588873" cy="575738"/>
                </a:xfrm>
              </p:grpSpPr>
              <p:grpSp>
                <p:nvGrpSpPr>
                  <p:cNvPr id="14" name="Group 13"/>
                  <p:cNvGrpSpPr/>
                  <p:nvPr/>
                </p:nvGrpSpPr>
                <p:grpSpPr>
                  <a:xfrm>
                    <a:off x="2455324" y="304801"/>
                    <a:ext cx="1134524" cy="575735"/>
                    <a:chOff x="2455324" y="304801"/>
                    <a:chExt cx="1134524" cy="575735"/>
                  </a:xfrm>
                </p:grpSpPr>
                <p:sp>
                  <p:nvSpPr>
                    <p:cNvPr id="12" name="Rectangle 11"/>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3" name="Rectangle 12"/>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15" name="Group 14"/>
                  <p:cNvGrpSpPr/>
                  <p:nvPr/>
                </p:nvGrpSpPr>
                <p:grpSpPr>
                  <a:xfrm>
                    <a:off x="3606771" y="304804"/>
                    <a:ext cx="1134524" cy="575735"/>
                    <a:chOff x="2455324" y="304801"/>
                    <a:chExt cx="1134524" cy="575735"/>
                  </a:xfrm>
                </p:grpSpPr>
                <p:sp>
                  <p:nvSpPr>
                    <p:cNvPr id="16" name="Rectangle 15"/>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7" name="Rectangle 16"/>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24" name="Group 23"/>
                  <p:cNvGrpSpPr/>
                  <p:nvPr/>
                </p:nvGrpSpPr>
                <p:grpSpPr>
                  <a:xfrm>
                    <a:off x="4758226" y="304801"/>
                    <a:ext cx="2285971" cy="575738"/>
                    <a:chOff x="4148667" y="457201"/>
                    <a:chExt cx="2285971" cy="575738"/>
                  </a:xfrm>
                </p:grpSpPr>
                <p:grpSp>
                  <p:nvGrpSpPr>
                    <p:cNvPr id="18" name="Group 17"/>
                    <p:cNvGrpSpPr/>
                    <p:nvPr/>
                  </p:nvGrpSpPr>
                  <p:grpSpPr>
                    <a:xfrm>
                      <a:off x="4148667" y="457201"/>
                      <a:ext cx="1134524" cy="575735"/>
                      <a:chOff x="2455324" y="304801"/>
                      <a:chExt cx="1134524" cy="575735"/>
                    </a:xfrm>
                  </p:grpSpPr>
                  <p:sp>
                    <p:nvSpPr>
                      <p:cNvPr id="19" name="Rectangle 18"/>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0" name="Rectangle 19"/>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21" name="Group 20"/>
                    <p:cNvGrpSpPr/>
                    <p:nvPr/>
                  </p:nvGrpSpPr>
                  <p:grpSpPr>
                    <a:xfrm>
                      <a:off x="5300114" y="457204"/>
                      <a:ext cx="1134524" cy="575735"/>
                      <a:chOff x="2455324" y="304801"/>
                      <a:chExt cx="1134524" cy="575735"/>
                    </a:xfrm>
                  </p:grpSpPr>
                  <p:sp>
                    <p:nvSpPr>
                      <p:cNvPr id="22" name="Rectangle 21"/>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smtClean="0">
                          <a:ln>
                            <a:noFill/>
                          </a:ln>
                          <a:solidFill>
                            <a:schemeClr val="tx1"/>
                          </a:solidFill>
                          <a:effectLst/>
                          <a:latin typeface="Arial" charset="0"/>
                          <a:cs typeface="Arial" charset="0"/>
                        </a:endParaRPr>
                      </a:p>
                    </p:txBody>
                  </p:sp>
                  <p:sp>
                    <p:nvSpPr>
                      <p:cNvPr id="23" name="Rectangle 22"/>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grpSp>
            <p:grpSp>
              <p:nvGrpSpPr>
                <p:cNvPr id="26" name="Group 25"/>
                <p:cNvGrpSpPr/>
                <p:nvPr/>
              </p:nvGrpSpPr>
              <p:grpSpPr>
                <a:xfrm>
                  <a:off x="4893664" y="304799"/>
                  <a:ext cx="4588873" cy="575738"/>
                  <a:chOff x="2455324" y="304801"/>
                  <a:chExt cx="4588873" cy="575738"/>
                </a:xfrm>
              </p:grpSpPr>
              <p:grpSp>
                <p:nvGrpSpPr>
                  <p:cNvPr id="27" name="Group 26"/>
                  <p:cNvGrpSpPr/>
                  <p:nvPr/>
                </p:nvGrpSpPr>
                <p:grpSpPr>
                  <a:xfrm>
                    <a:off x="2455324" y="304801"/>
                    <a:ext cx="1134524" cy="575735"/>
                    <a:chOff x="2455324" y="304801"/>
                    <a:chExt cx="1134524" cy="575735"/>
                  </a:xfrm>
                </p:grpSpPr>
                <p:sp>
                  <p:nvSpPr>
                    <p:cNvPr id="38" name="Rectangle 37"/>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39" name="Rectangle 38"/>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28" name="Group 27"/>
                  <p:cNvGrpSpPr/>
                  <p:nvPr/>
                </p:nvGrpSpPr>
                <p:grpSpPr>
                  <a:xfrm>
                    <a:off x="3606771" y="304804"/>
                    <a:ext cx="1134524" cy="575735"/>
                    <a:chOff x="2455324" y="304801"/>
                    <a:chExt cx="1134524" cy="575735"/>
                  </a:xfrm>
                </p:grpSpPr>
                <p:sp>
                  <p:nvSpPr>
                    <p:cNvPr id="36" name="Rectangle 35"/>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37" name="Rectangle 36"/>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29" name="Group 28"/>
                  <p:cNvGrpSpPr/>
                  <p:nvPr/>
                </p:nvGrpSpPr>
                <p:grpSpPr>
                  <a:xfrm>
                    <a:off x="4758226" y="304801"/>
                    <a:ext cx="2285971" cy="575738"/>
                    <a:chOff x="4148667" y="457201"/>
                    <a:chExt cx="2285971" cy="575738"/>
                  </a:xfrm>
                </p:grpSpPr>
                <p:grpSp>
                  <p:nvGrpSpPr>
                    <p:cNvPr id="30" name="Group 29"/>
                    <p:cNvGrpSpPr/>
                    <p:nvPr/>
                  </p:nvGrpSpPr>
                  <p:grpSpPr>
                    <a:xfrm>
                      <a:off x="4148667" y="457201"/>
                      <a:ext cx="1134524" cy="575735"/>
                      <a:chOff x="2455324" y="304801"/>
                      <a:chExt cx="1134524" cy="575735"/>
                    </a:xfrm>
                  </p:grpSpPr>
                  <p:sp>
                    <p:nvSpPr>
                      <p:cNvPr id="34" name="Rectangle 33"/>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35" name="Rectangle 34"/>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31" name="Group 30"/>
                    <p:cNvGrpSpPr/>
                    <p:nvPr/>
                  </p:nvGrpSpPr>
                  <p:grpSpPr>
                    <a:xfrm>
                      <a:off x="5300114" y="457204"/>
                      <a:ext cx="1134524" cy="575735"/>
                      <a:chOff x="2455324" y="304801"/>
                      <a:chExt cx="1134524" cy="575735"/>
                    </a:xfrm>
                  </p:grpSpPr>
                  <p:sp>
                    <p:nvSpPr>
                      <p:cNvPr id="32" name="Rectangle 31"/>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33" name="Rectangle 32"/>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grpSp>
          </p:grpSp>
          <p:grpSp>
            <p:nvGrpSpPr>
              <p:cNvPr id="41" name="Group 40"/>
              <p:cNvGrpSpPr/>
              <p:nvPr/>
            </p:nvGrpSpPr>
            <p:grpSpPr>
              <a:xfrm>
                <a:off x="-16933" y="863586"/>
                <a:ext cx="9177746" cy="575743"/>
                <a:chOff x="304791" y="304794"/>
                <a:chExt cx="9177746" cy="575743"/>
              </a:xfrm>
            </p:grpSpPr>
            <p:grpSp>
              <p:nvGrpSpPr>
                <p:cNvPr id="42" name="Group 41"/>
                <p:cNvGrpSpPr/>
                <p:nvPr/>
              </p:nvGrpSpPr>
              <p:grpSpPr>
                <a:xfrm>
                  <a:off x="304791" y="304794"/>
                  <a:ext cx="4588873" cy="575738"/>
                  <a:chOff x="2455324" y="304801"/>
                  <a:chExt cx="4588873" cy="575738"/>
                </a:xfrm>
              </p:grpSpPr>
              <p:grpSp>
                <p:nvGrpSpPr>
                  <p:cNvPr id="57" name="Group 56"/>
                  <p:cNvGrpSpPr/>
                  <p:nvPr/>
                </p:nvGrpSpPr>
                <p:grpSpPr>
                  <a:xfrm>
                    <a:off x="2455324" y="304801"/>
                    <a:ext cx="1134524" cy="575735"/>
                    <a:chOff x="2455324" y="304801"/>
                    <a:chExt cx="1134524" cy="575735"/>
                  </a:xfrm>
                </p:grpSpPr>
                <p:sp>
                  <p:nvSpPr>
                    <p:cNvPr id="68" name="Rectangle 67"/>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69" name="Rectangle 68"/>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58" name="Group 57"/>
                  <p:cNvGrpSpPr/>
                  <p:nvPr/>
                </p:nvGrpSpPr>
                <p:grpSpPr>
                  <a:xfrm>
                    <a:off x="3606771" y="304804"/>
                    <a:ext cx="1134524" cy="575735"/>
                    <a:chOff x="2455324" y="304801"/>
                    <a:chExt cx="1134524" cy="575735"/>
                  </a:xfrm>
                </p:grpSpPr>
                <p:sp>
                  <p:nvSpPr>
                    <p:cNvPr id="66" name="Rectangle 65"/>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67" name="Rectangle 66"/>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59" name="Group 58"/>
                  <p:cNvGrpSpPr/>
                  <p:nvPr/>
                </p:nvGrpSpPr>
                <p:grpSpPr>
                  <a:xfrm>
                    <a:off x="4758226" y="304801"/>
                    <a:ext cx="2285971" cy="575738"/>
                    <a:chOff x="4148667" y="457201"/>
                    <a:chExt cx="2285971" cy="575738"/>
                  </a:xfrm>
                </p:grpSpPr>
                <p:grpSp>
                  <p:nvGrpSpPr>
                    <p:cNvPr id="60" name="Group 59"/>
                    <p:cNvGrpSpPr/>
                    <p:nvPr/>
                  </p:nvGrpSpPr>
                  <p:grpSpPr>
                    <a:xfrm>
                      <a:off x="4148667" y="457201"/>
                      <a:ext cx="1134524" cy="575735"/>
                      <a:chOff x="2455324" y="304801"/>
                      <a:chExt cx="1134524" cy="575735"/>
                    </a:xfrm>
                  </p:grpSpPr>
                  <p:sp>
                    <p:nvSpPr>
                      <p:cNvPr id="64" name="Rectangle 63"/>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65" name="Rectangle 64"/>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61" name="Group 60"/>
                    <p:cNvGrpSpPr/>
                    <p:nvPr/>
                  </p:nvGrpSpPr>
                  <p:grpSpPr>
                    <a:xfrm>
                      <a:off x="5300114" y="457204"/>
                      <a:ext cx="1134524" cy="575735"/>
                      <a:chOff x="2455324" y="304801"/>
                      <a:chExt cx="1134524" cy="575735"/>
                    </a:xfrm>
                  </p:grpSpPr>
                  <p:sp>
                    <p:nvSpPr>
                      <p:cNvPr id="62" name="Rectangle 61"/>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63" name="Rectangle 62"/>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grpSp>
            <p:grpSp>
              <p:nvGrpSpPr>
                <p:cNvPr id="43" name="Group 42"/>
                <p:cNvGrpSpPr/>
                <p:nvPr/>
              </p:nvGrpSpPr>
              <p:grpSpPr>
                <a:xfrm>
                  <a:off x="4893664" y="304799"/>
                  <a:ext cx="4588873" cy="575738"/>
                  <a:chOff x="2455324" y="304801"/>
                  <a:chExt cx="4588873" cy="575738"/>
                </a:xfrm>
              </p:grpSpPr>
              <p:grpSp>
                <p:nvGrpSpPr>
                  <p:cNvPr id="44" name="Group 43"/>
                  <p:cNvGrpSpPr/>
                  <p:nvPr/>
                </p:nvGrpSpPr>
                <p:grpSpPr>
                  <a:xfrm>
                    <a:off x="2455324" y="304801"/>
                    <a:ext cx="1134524" cy="575735"/>
                    <a:chOff x="2455324" y="304801"/>
                    <a:chExt cx="1134524" cy="575735"/>
                  </a:xfrm>
                </p:grpSpPr>
                <p:sp>
                  <p:nvSpPr>
                    <p:cNvPr id="55" name="Rectangle 54"/>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56" name="Rectangle 55"/>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45" name="Group 44"/>
                  <p:cNvGrpSpPr/>
                  <p:nvPr/>
                </p:nvGrpSpPr>
                <p:grpSpPr>
                  <a:xfrm>
                    <a:off x="3606771" y="304804"/>
                    <a:ext cx="1134524" cy="575735"/>
                    <a:chOff x="2455324" y="304801"/>
                    <a:chExt cx="1134524" cy="575735"/>
                  </a:xfrm>
                </p:grpSpPr>
                <p:sp>
                  <p:nvSpPr>
                    <p:cNvPr id="53" name="Rectangle 52"/>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54" name="Rectangle 53"/>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46" name="Group 45"/>
                  <p:cNvGrpSpPr/>
                  <p:nvPr/>
                </p:nvGrpSpPr>
                <p:grpSpPr>
                  <a:xfrm>
                    <a:off x="4758226" y="304801"/>
                    <a:ext cx="2285971" cy="575738"/>
                    <a:chOff x="4148667" y="457201"/>
                    <a:chExt cx="2285971" cy="575738"/>
                  </a:xfrm>
                </p:grpSpPr>
                <p:grpSp>
                  <p:nvGrpSpPr>
                    <p:cNvPr id="47" name="Group 46"/>
                    <p:cNvGrpSpPr/>
                    <p:nvPr/>
                  </p:nvGrpSpPr>
                  <p:grpSpPr>
                    <a:xfrm>
                      <a:off x="4148667" y="457201"/>
                      <a:ext cx="1134524" cy="575735"/>
                      <a:chOff x="2455324" y="304801"/>
                      <a:chExt cx="1134524" cy="575735"/>
                    </a:xfrm>
                  </p:grpSpPr>
                  <p:sp>
                    <p:nvSpPr>
                      <p:cNvPr id="51" name="Rectangle 50"/>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52" name="Rectangle 51"/>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48" name="Group 47"/>
                    <p:cNvGrpSpPr/>
                    <p:nvPr/>
                  </p:nvGrpSpPr>
                  <p:grpSpPr>
                    <a:xfrm>
                      <a:off x="5300114" y="457204"/>
                      <a:ext cx="1134524" cy="575735"/>
                      <a:chOff x="2455324" y="304801"/>
                      <a:chExt cx="1134524" cy="575735"/>
                    </a:xfrm>
                  </p:grpSpPr>
                  <p:sp>
                    <p:nvSpPr>
                      <p:cNvPr id="49" name="Rectangle 48"/>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50" name="Rectangle 49"/>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grpSp>
          </p:grpSp>
        </p:grpSp>
        <p:grpSp>
          <p:nvGrpSpPr>
            <p:cNvPr id="71" name="Group 70"/>
            <p:cNvGrpSpPr/>
            <p:nvPr/>
          </p:nvGrpSpPr>
          <p:grpSpPr>
            <a:xfrm>
              <a:off x="-16933" y="1439308"/>
              <a:ext cx="9177749" cy="1134535"/>
              <a:chOff x="-16936" y="304794"/>
              <a:chExt cx="9177749" cy="1134535"/>
            </a:xfrm>
          </p:grpSpPr>
          <p:grpSp>
            <p:nvGrpSpPr>
              <p:cNvPr id="72" name="Group 71"/>
              <p:cNvGrpSpPr/>
              <p:nvPr/>
            </p:nvGrpSpPr>
            <p:grpSpPr>
              <a:xfrm>
                <a:off x="-16936" y="304794"/>
                <a:ext cx="9177746" cy="575743"/>
                <a:chOff x="304791" y="304794"/>
                <a:chExt cx="9177746" cy="575743"/>
              </a:xfrm>
            </p:grpSpPr>
            <p:grpSp>
              <p:nvGrpSpPr>
                <p:cNvPr id="102" name="Group 101"/>
                <p:cNvGrpSpPr/>
                <p:nvPr/>
              </p:nvGrpSpPr>
              <p:grpSpPr>
                <a:xfrm>
                  <a:off x="304791" y="304794"/>
                  <a:ext cx="4588873" cy="575738"/>
                  <a:chOff x="2455324" y="304801"/>
                  <a:chExt cx="4588873" cy="575738"/>
                </a:xfrm>
              </p:grpSpPr>
              <p:grpSp>
                <p:nvGrpSpPr>
                  <p:cNvPr id="117" name="Group 116"/>
                  <p:cNvGrpSpPr/>
                  <p:nvPr/>
                </p:nvGrpSpPr>
                <p:grpSpPr>
                  <a:xfrm>
                    <a:off x="2455324" y="304801"/>
                    <a:ext cx="1134524" cy="575735"/>
                    <a:chOff x="2455324" y="304801"/>
                    <a:chExt cx="1134524" cy="575735"/>
                  </a:xfrm>
                </p:grpSpPr>
                <p:sp>
                  <p:nvSpPr>
                    <p:cNvPr id="128" name="Rectangle 127"/>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29" name="Rectangle 128"/>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118" name="Group 117"/>
                  <p:cNvGrpSpPr/>
                  <p:nvPr/>
                </p:nvGrpSpPr>
                <p:grpSpPr>
                  <a:xfrm>
                    <a:off x="3606771" y="304804"/>
                    <a:ext cx="1134524" cy="575735"/>
                    <a:chOff x="2455324" y="304801"/>
                    <a:chExt cx="1134524" cy="575735"/>
                  </a:xfrm>
                </p:grpSpPr>
                <p:sp>
                  <p:nvSpPr>
                    <p:cNvPr id="126" name="Rectangle 125"/>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27" name="Rectangle 126"/>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119" name="Group 118"/>
                  <p:cNvGrpSpPr/>
                  <p:nvPr/>
                </p:nvGrpSpPr>
                <p:grpSpPr>
                  <a:xfrm>
                    <a:off x="4758226" y="304801"/>
                    <a:ext cx="2285971" cy="575738"/>
                    <a:chOff x="4148667" y="457201"/>
                    <a:chExt cx="2285971" cy="575738"/>
                  </a:xfrm>
                </p:grpSpPr>
                <p:grpSp>
                  <p:nvGrpSpPr>
                    <p:cNvPr id="120" name="Group 119"/>
                    <p:cNvGrpSpPr/>
                    <p:nvPr/>
                  </p:nvGrpSpPr>
                  <p:grpSpPr>
                    <a:xfrm>
                      <a:off x="4148667" y="457201"/>
                      <a:ext cx="1134524" cy="575735"/>
                      <a:chOff x="2455324" y="304801"/>
                      <a:chExt cx="1134524" cy="575735"/>
                    </a:xfrm>
                  </p:grpSpPr>
                  <p:sp>
                    <p:nvSpPr>
                      <p:cNvPr id="124" name="Rectangle 123"/>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25" name="Rectangle 124"/>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121" name="Group 120"/>
                    <p:cNvGrpSpPr/>
                    <p:nvPr/>
                  </p:nvGrpSpPr>
                  <p:grpSpPr>
                    <a:xfrm>
                      <a:off x="5300114" y="457204"/>
                      <a:ext cx="1134524" cy="575735"/>
                      <a:chOff x="2455324" y="304801"/>
                      <a:chExt cx="1134524" cy="575735"/>
                    </a:xfrm>
                  </p:grpSpPr>
                  <p:sp>
                    <p:nvSpPr>
                      <p:cNvPr id="122" name="Rectangle 121"/>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23" name="Rectangle 122"/>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grpSp>
            <p:grpSp>
              <p:nvGrpSpPr>
                <p:cNvPr id="103" name="Group 102"/>
                <p:cNvGrpSpPr/>
                <p:nvPr/>
              </p:nvGrpSpPr>
              <p:grpSpPr>
                <a:xfrm>
                  <a:off x="4893664" y="304799"/>
                  <a:ext cx="4588873" cy="575738"/>
                  <a:chOff x="2455324" y="304801"/>
                  <a:chExt cx="4588873" cy="575738"/>
                </a:xfrm>
              </p:grpSpPr>
              <p:grpSp>
                <p:nvGrpSpPr>
                  <p:cNvPr id="104" name="Group 103"/>
                  <p:cNvGrpSpPr/>
                  <p:nvPr/>
                </p:nvGrpSpPr>
                <p:grpSpPr>
                  <a:xfrm>
                    <a:off x="2455324" y="304801"/>
                    <a:ext cx="1134524" cy="575735"/>
                    <a:chOff x="2455324" y="304801"/>
                    <a:chExt cx="1134524" cy="575735"/>
                  </a:xfrm>
                </p:grpSpPr>
                <p:sp>
                  <p:nvSpPr>
                    <p:cNvPr id="115" name="Rectangle 114"/>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16" name="Rectangle 115"/>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105" name="Group 104"/>
                  <p:cNvGrpSpPr/>
                  <p:nvPr/>
                </p:nvGrpSpPr>
                <p:grpSpPr>
                  <a:xfrm>
                    <a:off x="3606771" y="304804"/>
                    <a:ext cx="1134524" cy="575735"/>
                    <a:chOff x="2455324" y="304801"/>
                    <a:chExt cx="1134524" cy="575735"/>
                  </a:xfrm>
                </p:grpSpPr>
                <p:sp>
                  <p:nvSpPr>
                    <p:cNvPr id="113" name="Rectangle 112"/>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14" name="Rectangle 113"/>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106" name="Group 105"/>
                  <p:cNvGrpSpPr/>
                  <p:nvPr/>
                </p:nvGrpSpPr>
                <p:grpSpPr>
                  <a:xfrm>
                    <a:off x="4758226" y="304801"/>
                    <a:ext cx="2285971" cy="575738"/>
                    <a:chOff x="4148667" y="457201"/>
                    <a:chExt cx="2285971" cy="575738"/>
                  </a:xfrm>
                </p:grpSpPr>
                <p:grpSp>
                  <p:nvGrpSpPr>
                    <p:cNvPr id="107" name="Group 106"/>
                    <p:cNvGrpSpPr/>
                    <p:nvPr/>
                  </p:nvGrpSpPr>
                  <p:grpSpPr>
                    <a:xfrm>
                      <a:off x="4148667" y="457201"/>
                      <a:ext cx="1134524" cy="575735"/>
                      <a:chOff x="2455324" y="304801"/>
                      <a:chExt cx="1134524" cy="575735"/>
                    </a:xfrm>
                  </p:grpSpPr>
                  <p:sp>
                    <p:nvSpPr>
                      <p:cNvPr id="111" name="Rectangle 110"/>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12" name="Rectangle 111"/>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108" name="Group 107"/>
                    <p:cNvGrpSpPr/>
                    <p:nvPr/>
                  </p:nvGrpSpPr>
                  <p:grpSpPr>
                    <a:xfrm>
                      <a:off x="5300114" y="457204"/>
                      <a:ext cx="1134524" cy="575735"/>
                      <a:chOff x="2455324" y="304801"/>
                      <a:chExt cx="1134524" cy="575735"/>
                    </a:xfrm>
                  </p:grpSpPr>
                  <p:sp>
                    <p:nvSpPr>
                      <p:cNvPr id="109" name="Rectangle 108"/>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10" name="Rectangle 109"/>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grpSp>
          </p:grpSp>
          <p:grpSp>
            <p:nvGrpSpPr>
              <p:cNvPr id="73" name="Group 72"/>
              <p:cNvGrpSpPr/>
              <p:nvPr/>
            </p:nvGrpSpPr>
            <p:grpSpPr>
              <a:xfrm>
                <a:off x="-16933" y="863586"/>
                <a:ext cx="9177746" cy="575743"/>
                <a:chOff x="304791" y="304794"/>
                <a:chExt cx="9177746" cy="575743"/>
              </a:xfrm>
            </p:grpSpPr>
            <p:grpSp>
              <p:nvGrpSpPr>
                <p:cNvPr id="74" name="Group 73"/>
                <p:cNvGrpSpPr/>
                <p:nvPr/>
              </p:nvGrpSpPr>
              <p:grpSpPr>
                <a:xfrm>
                  <a:off x="304791" y="304794"/>
                  <a:ext cx="4588873" cy="575738"/>
                  <a:chOff x="2455324" y="304801"/>
                  <a:chExt cx="4588873" cy="575738"/>
                </a:xfrm>
              </p:grpSpPr>
              <p:grpSp>
                <p:nvGrpSpPr>
                  <p:cNvPr id="89" name="Group 88"/>
                  <p:cNvGrpSpPr/>
                  <p:nvPr/>
                </p:nvGrpSpPr>
                <p:grpSpPr>
                  <a:xfrm>
                    <a:off x="2455324" y="304801"/>
                    <a:ext cx="1134524" cy="575735"/>
                    <a:chOff x="2455324" y="304801"/>
                    <a:chExt cx="1134524" cy="575735"/>
                  </a:xfrm>
                </p:grpSpPr>
                <p:sp>
                  <p:nvSpPr>
                    <p:cNvPr id="100" name="Rectangle 99"/>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01" name="Rectangle 100"/>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90" name="Group 89"/>
                  <p:cNvGrpSpPr/>
                  <p:nvPr/>
                </p:nvGrpSpPr>
                <p:grpSpPr>
                  <a:xfrm>
                    <a:off x="3606771" y="304804"/>
                    <a:ext cx="1134524" cy="575735"/>
                    <a:chOff x="2455324" y="304801"/>
                    <a:chExt cx="1134524" cy="575735"/>
                  </a:xfrm>
                </p:grpSpPr>
                <p:sp>
                  <p:nvSpPr>
                    <p:cNvPr id="98" name="Rectangle 97"/>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99" name="Rectangle 98"/>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91" name="Group 90"/>
                  <p:cNvGrpSpPr/>
                  <p:nvPr/>
                </p:nvGrpSpPr>
                <p:grpSpPr>
                  <a:xfrm>
                    <a:off x="4758226" y="304801"/>
                    <a:ext cx="2285971" cy="575738"/>
                    <a:chOff x="4148667" y="457201"/>
                    <a:chExt cx="2285971" cy="575738"/>
                  </a:xfrm>
                </p:grpSpPr>
                <p:grpSp>
                  <p:nvGrpSpPr>
                    <p:cNvPr id="92" name="Group 91"/>
                    <p:cNvGrpSpPr/>
                    <p:nvPr/>
                  </p:nvGrpSpPr>
                  <p:grpSpPr>
                    <a:xfrm>
                      <a:off x="4148667" y="457201"/>
                      <a:ext cx="1134524" cy="575735"/>
                      <a:chOff x="2455324" y="304801"/>
                      <a:chExt cx="1134524" cy="575735"/>
                    </a:xfrm>
                  </p:grpSpPr>
                  <p:sp>
                    <p:nvSpPr>
                      <p:cNvPr id="96" name="Rectangle 95"/>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97" name="Rectangle 96"/>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93" name="Group 92"/>
                    <p:cNvGrpSpPr/>
                    <p:nvPr/>
                  </p:nvGrpSpPr>
                  <p:grpSpPr>
                    <a:xfrm>
                      <a:off x="5300114" y="457204"/>
                      <a:ext cx="1134524" cy="575735"/>
                      <a:chOff x="2455324" y="304801"/>
                      <a:chExt cx="1134524" cy="575735"/>
                    </a:xfrm>
                  </p:grpSpPr>
                  <p:sp>
                    <p:nvSpPr>
                      <p:cNvPr id="94" name="Rectangle 93"/>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95" name="Rectangle 94"/>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grpSp>
            <p:grpSp>
              <p:nvGrpSpPr>
                <p:cNvPr id="75" name="Group 74"/>
                <p:cNvGrpSpPr/>
                <p:nvPr/>
              </p:nvGrpSpPr>
              <p:grpSpPr>
                <a:xfrm>
                  <a:off x="4893664" y="304799"/>
                  <a:ext cx="4588873" cy="575738"/>
                  <a:chOff x="2455324" y="304801"/>
                  <a:chExt cx="4588873" cy="575738"/>
                </a:xfrm>
              </p:grpSpPr>
              <p:grpSp>
                <p:nvGrpSpPr>
                  <p:cNvPr id="76" name="Group 75"/>
                  <p:cNvGrpSpPr/>
                  <p:nvPr/>
                </p:nvGrpSpPr>
                <p:grpSpPr>
                  <a:xfrm>
                    <a:off x="2455324" y="304801"/>
                    <a:ext cx="1134524" cy="575735"/>
                    <a:chOff x="2455324" y="304801"/>
                    <a:chExt cx="1134524" cy="575735"/>
                  </a:xfrm>
                </p:grpSpPr>
                <p:sp>
                  <p:nvSpPr>
                    <p:cNvPr id="87" name="Rectangle 86"/>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88" name="Rectangle 87"/>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77" name="Group 76"/>
                  <p:cNvGrpSpPr/>
                  <p:nvPr/>
                </p:nvGrpSpPr>
                <p:grpSpPr>
                  <a:xfrm>
                    <a:off x="3606771" y="304804"/>
                    <a:ext cx="1134524" cy="575735"/>
                    <a:chOff x="2455324" y="304801"/>
                    <a:chExt cx="1134524" cy="575735"/>
                  </a:xfrm>
                </p:grpSpPr>
                <p:sp>
                  <p:nvSpPr>
                    <p:cNvPr id="85" name="Rectangle 84"/>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86" name="Rectangle 85"/>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78" name="Group 77"/>
                  <p:cNvGrpSpPr/>
                  <p:nvPr/>
                </p:nvGrpSpPr>
                <p:grpSpPr>
                  <a:xfrm>
                    <a:off x="4758226" y="304801"/>
                    <a:ext cx="2285971" cy="575738"/>
                    <a:chOff x="4148667" y="457201"/>
                    <a:chExt cx="2285971" cy="575738"/>
                  </a:xfrm>
                </p:grpSpPr>
                <p:grpSp>
                  <p:nvGrpSpPr>
                    <p:cNvPr id="79" name="Group 78"/>
                    <p:cNvGrpSpPr/>
                    <p:nvPr/>
                  </p:nvGrpSpPr>
                  <p:grpSpPr>
                    <a:xfrm>
                      <a:off x="4148667" y="457201"/>
                      <a:ext cx="1134524" cy="575735"/>
                      <a:chOff x="2455324" y="304801"/>
                      <a:chExt cx="1134524" cy="575735"/>
                    </a:xfrm>
                  </p:grpSpPr>
                  <p:sp>
                    <p:nvSpPr>
                      <p:cNvPr id="83" name="Rectangle 82"/>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84" name="Rectangle 83"/>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80" name="Group 79"/>
                    <p:cNvGrpSpPr/>
                    <p:nvPr/>
                  </p:nvGrpSpPr>
                  <p:grpSpPr>
                    <a:xfrm>
                      <a:off x="5300114" y="457204"/>
                      <a:ext cx="1134524" cy="575735"/>
                      <a:chOff x="2455324" y="304801"/>
                      <a:chExt cx="1134524" cy="575735"/>
                    </a:xfrm>
                  </p:grpSpPr>
                  <p:sp>
                    <p:nvSpPr>
                      <p:cNvPr id="81" name="Rectangle 80"/>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82" name="Rectangle 81"/>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grpSp>
          </p:grpSp>
        </p:grpSp>
        <p:grpSp>
          <p:nvGrpSpPr>
            <p:cNvPr id="132" name="Group 131"/>
            <p:cNvGrpSpPr/>
            <p:nvPr/>
          </p:nvGrpSpPr>
          <p:grpSpPr>
            <a:xfrm>
              <a:off x="-16939" y="2590814"/>
              <a:ext cx="9177749" cy="1134535"/>
              <a:chOff x="-16936" y="304794"/>
              <a:chExt cx="9177749" cy="1134535"/>
            </a:xfrm>
          </p:grpSpPr>
          <p:grpSp>
            <p:nvGrpSpPr>
              <p:cNvPr id="192" name="Group 191"/>
              <p:cNvGrpSpPr/>
              <p:nvPr/>
            </p:nvGrpSpPr>
            <p:grpSpPr>
              <a:xfrm>
                <a:off x="-16936" y="304794"/>
                <a:ext cx="9177746" cy="575743"/>
                <a:chOff x="304791" y="304794"/>
                <a:chExt cx="9177746" cy="575743"/>
              </a:xfrm>
            </p:grpSpPr>
            <p:grpSp>
              <p:nvGrpSpPr>
                <p:cNvPr id="222" name="Group 221"/>
                <p:cNvGrpSpPr/>
                <p:nvPr/>
              </p:nvGrpSpPr>
              <p:grpSpPr>
                <a:xfrm>
                  <a:off x="304791" y="304794"/>
                  <a:ext cx="4588873" cy="575738"/>
                  <a:chOff x="2455324" y="304801"/>
                  <a:chExt cx="4588873" cy="575738"/>
                </a:xfrm>
              </p:grpSpPr>
              <p:grpSp>
                <p:nvGrpSpPr>
                  <p:cNvPr id="237" name="Group 236"/>
                  <p:cNvGrpSpPr/>
                  <p:nvPr/>
                </p:nvGrpSpPr>
                <p:grpSpPr>
                  <a:xfrm>
                    <a:off x="2455324" y="304801"/>
                    <a:ext cx="1134524" cy="575735"/>
                    <a:chOff x="2455324" y="304801"/>
                    <a:chExt cx="1134524" cy="575735"/>
                  </a:xfrm>
                </p:grpSpPr>
                <p:sp>
                  <p:nvSpPr>
                    <p:cNvPr id="248" name="Rectangle 247"/>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49" name="Rectangle 248"/>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238" name="Group 237"/>
                  <p:cNvGrpSpPr/>
                  <p:nvPr/>
                </p:nvGrpSpPr>
                <p:grpSpPr>
                  <a:xfrm>
                    <a:off x="3606771" y="304804"/>
                    <a:ext cx="1134524" cy="575735"/>
                    <a:chOff x="2455324" y="304801"/>
                    <a:chExt cx="1134524" cy="575735"/>
                  </a:xfrm>
                </p:grpSpPr>
                <p:sp>
                  <p:nvSpPr>
                    <p:cNvPr id="246" name="Rectangle 245"/>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47" name="Rectangle 246"/>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239" name="Group 238"/>
                  <p:cNvGrpSpPr/>
                  <p:nvPr/>
                </p:nvGrpSpPr>
                <p:grpSpPr>
                  <a:xfrm>
                    <a:off x="4758226" y="304801"/>
                    <a:ext cx="2285971" cy="575738"/>
                    <a:chOff x="4148667" y="457201"/>
                    <a:chExt cx="2285971" cy="575738"/>
                  </a:xfrm>
                </p:grpSpPr>
                <p:grpSp>
                  <p:nvGrpSpPr>
                    <p:cNvPr id="240" name="Group 239"/>
                    <p:cNvGrpSpPr/>
                    <p:nvPr/>
                  </p:nvGrpSpPr>
                  <p:grpSpPr>
                    <a:xfrm>
                      <a:off x="4148667" y="457201"/>
                      <a:ext cx="1134524" cy="575735"/>
                      <a:chOff x="2455324" y="304801"/>
                      <a:chExt cx="1134524" cy="575735"/>
                    </a:xfrm>
                  </p:grpSpPr>
                  <p:sp>
                    <p:nvSpPr>
                      <p:cNvPr id="244" name="Rectangle 243"/>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45" name="Rectangle 244"/>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241" name="Group 240"/>
                    <p:cNvGrpSpPr/>
                    <p:nvPr/>
                  </p:nvGrpSpPr>
                  <p:grpSpPr>
                    <a:xfrm>
                      <a:off x="5300114" y="457204"/>
                      <a:ext cx="1134524" cy="575735"/>
                      <a:chOff x="2455324" y="304801"/>
                      <a:chExt cx="1134524" cy="575735"/>
                    </a:xfrm>
                  </p:grpSpPr>
                  <p:sp>
                    <p:nvSpPr>
                      <p:cNvPr id="242" name="Rectangle 241"/>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43" name="Rectangle 242"/>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grpSp>
            <p:grpSp>
              <p:nvGrpSpPr>
                <p:cNvPr id="223" name="Group 222"/>
                <p:cNvGrpSpPr/>
                <p:nvPr/>
              </p:nvGrpSpPr>
              <p:grpSpPr>
                <a:xfrm>
                  <a:off x="4893664" y="304799"/>
                  <a:ext cx="4588873" cy="575738"/>
                  <a:chOff x="2455324" y="304801"/>
                  <a:chExt cx="4588873" cy="575738"/>
                </a:xfrm>
              </p:grpSpPr>
              <p:grpSp>
                <p:nvGrpSpPr>
                  <p:cNvPr id="224" name="Group 223"/>
                  <p:cNvGrpSpPr/>
                  <p:nvPr/>
                </p:nvGrpSpPr>
                <p:grpSpPr>
                  <a:xfrm>
                    <a:off x="2455324" y="304801"/>
                    <a:ext cx="1134524" cy="575735"/>
                    <a:chOff x="2455324" y="304801"/>
                    <a:chExt cx="1134524" cy="575735"/>
                  </a:xfrm>
                </p:grpSpPr>
                <p:sp>
                  <p:nvSpPr>
                    <p:cNvPr id="235" name="Rectangle 234"/>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36" name="Rectangle 235"/>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225" name="Group 224"/>
                  <p:cNvGrpSpPr/>
                  <p:nvPr/>
                </p:nvGrpSpPr>
                <p:grpSpPr>
                  <a:xfrm>
                    <a:off x="3606771" y="304804"/>
                    <a:ext cx="1134524" cy="575735"/>
                    <a:chOff x="2455324" y="304801"/>
                    <a:chExt cx="1134524" cy="575735"/>
                  </a:xfrm>
                </p:grpSpPr>
                <p:sp>
                  <p:nvSpPr>
                    <p:cNvPr id="233" name="Rectangle 232"/>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34" name="Rectangle 233"/>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226" name="Group 225"/>
                  <p:cNvGrpSpPr/>
                  <p:nvPr/>
                </p:nvGrpSpPr>
                <p:grpSpPr>
                  <a:xfrm>
                    <a:off x="4758226" y="304801"/>
                    <a:ext cx="2285971" cy="575738"/>
                    <a:chOff x="4148667" y="457201"/>
                    <a:chExt cx="2285971" cy="575738"/>
                  </a:xfrm>
                </p:grpSpPr>
                <p:grpSp>
                  <p:nvGrpSpPr>
                    <p:cNvPr id="227" name="Group 226"/>
                    <p:cNvGrpSpPr/>
                    <p:nvPr/>
                  </p:nvGrpSpPr>
                  <p:grpSpPr>
                    <a:xfrm>
                      <a:off x="4148667" y="457201"/>
                      <a:ext cx="1134524" cy="575735"/>
                      <a:chOff x="2455324" y="304801"/>
                      <a:chExt cx="1134524" cy="575735"/>
                    </a:xfrm>
                  </p:grpSpPr>
                  <p:sp>
                    <p:nvSpPr>
                      <p:cNvPr id="231" name="Rectangle 230"/>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32" name="Rectangle 231"/>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228" name="Group 227"/>
                    <p:cNvGrpSpPr/>
                    <p:nvPr/>
                  </p:nvGrpSpPr>
                  <p:grpSpPr>
                    <a:xfrm>
                      <a:off x="5300114" y="457204"/>
                      <a:ext cx="1134524" cy="575735"/>
                      <a:chOff x="2455324" y="304801"/>
                      <a:chExt cx="1134524" cy="575735"/>
                    </a:xfrm>
                  </p:grpSpPr>
                  <p:sp>
                    <p:nvSpPr>
                      <p:cNvPr id="229" name="Rectangle 228"/>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30" name="Rectangle 229"/>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grpSp>
          </p:grpSp>
          <p:grpSp>
            <p:nvGrpSpPr>
              <p:cNvPr id="193" name="Group 192"/>
              <p:cNvGrpSpPr/>
              <p:nvPr/>
            </p:nvGrpSpPr>
            <p:grpSpPr>
              <a:xfrm>
                <a:off x="-16933" y="863586"/>
                <a:ext cx="9177746" cy="575743"/>
                <a:chOff x="304791" y="304794"/>
                <a:chExt cx="9177746" cy="575743"/>
              </a:xfrm>
            </p:grpSpPr>
            <p:grpSp>
              <p:nvGrpSpPr>
                <p:cNvPr id="194" name="Group 193"/>
                <p:cNvGrpSpPr/>
                <p:nvPr/>
              </p:nvGrpSpPr>
              <p:grpSpPr>
                <a:xfrm>
                  <a:off x="304791" y="304794"/>
                  <a:ext cx="4588873" cy="575738"/>
                  <a:chOff x="2455324" y="304801"/>
                  <a:chExt cx="4588873" cy="575738"/>
                </a:xfrm>
              </p:grpSpPr>
              <p:grpSp>
                <p:nvGrpSpPr>
                  <p:cNvPr id="209" name="Group 208"/>
                  <p:cNvGrpSpPr/>
                  <p:nvPr/>
                </p:nvGrpSpPr>
                <p:grpSpPr>
                  <a:xfrm>
                    <a:off x="2455324" y="304801"/>
                    <a:ext cx="1134524" cy="575735"/>
                    <a:chOff x="2455324" y="304801"/>
                    <a:chExt cx="1134524" cy="575735"/>
                  </a:xfrm>
                </p:grpSpPr>
                <p:sp>
                  <p:nvSpPr>
                    <p:cNvPr id="220" name="Rectangle 219"/>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21" name="Rectangle 220"/>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210" name="Group 209"/>
                  <p:cNvGrpSpPr/>
                  <p:nvPr/>
                </p:nvGrpSpPr>
                <p:grpSpPr>
                  <a:xfrm>
                    <a:off x="3606771" y="304804"/>
                    <a:ext cx="1134524" cy="575735"/>
                    <a:chOff x="2455324" y="304801"/>
                    <a:chExt cx="1134524" cy="575735"/>
                  </a:xfrm>
                </p:grpSpPr>
                <p:sp>
                  <p:nvSpPr>
                    <p:cNvPr id="218" name="Rectangle 217"/>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19" name="Rectangle 218"/>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211" name="Group 210"/>
                  <p:cNvGrpSpPr/>
                  <p:nvPr/>
                </p:nvGrpSpPr>
                <p:grpSpPr>
                  <a:xfrm>
                    <a:off x="4758226" y="304801"/>
                    <a:ext cx="2285971" cy="575738"/>
                    <a:chOff x="4148667" y="457201"/>
                    <a:chExt cx="2285971" cy="575738"/>
                  </a:xfrm>
                </p:grpSpPr>
                <p:grpSp>
                  <p:nvGrpSpPr>
                    <p:cNvPr id="212" name="Group 211"/>
                    <p:cNvGrpSpPr/>
                    <p:nvPr/>
                  </p:nvGrpSpPr>
                  <p:grpSpPr>
                    <a:xfrm>
                      <a:off x="4148667" y="457201"/>
                      <a:ext cx="1134524" cy="575735"/>
                      <a:chOff x="2455324" y="304801"/>
                      <a:chExt cx="1134524" cy="575735"/>
                    </a:xfrm>
                  </p:grpSpPr>
                  <p:sp>
                    <p:nvSpPr>
                      <p:cNvPr id="216" name="Rectangle 215"/>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17" name="Rectangle 216"/>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213" name="Group 212"/>
                    <p:cNvGrpSpPr/>
                    <p:nvPr/>
                  </p:nvGrpSpPr>
                  <p:grpSpPr>
                    <a:xfrm>
                      <a:off x="5300114" y="457204"/>
                      <a:ext cx="1134524" cy="575735"/>
                      <a:chOff x="2455324" y="304801"/>
                      <a:chExt cx="1134524" cy="575735"/>
                    </a:xfrm>
                  </p:grpSpPr>
                  <p:sp>
                    <p:nvSpPr>
                      <p:cNvPr id="214" name="Rectangle 213"/>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15" name="Rectangle 214"/>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grpSp>
            <p:grpSp>
              <p:nvGrpSpPr>
                <p:cNvPr id="195" name="Group 194"/>
                <p:cNvGrpSpPr/>
                <p:nvPr/>
              </p:nvGrpSpPr>
              <p:grpSpPr>
                <a:xfrm>
                  <a:off x="4893664" y="304799"/>
                  <a:ext cx="4588873" cy="575738"/>
                  <a:chOff x="2455324" y="304801"/>
                  <a:chExt cx="4588873" cy="575738"/>
                </a:xfrm>
              </p:grpSpPr>
              <p:grpSp>
                <p:nvGrpSpPr>
                  <p:cNvPr id="196" name="Group 195"/>
                  <p:cNvGrpSpPr/>
                  <p:nvPr/>
                </p:nvGrpSpPr>
                <p:grpSpPr>
                  <a:xfrm>
                    <a:off x="2455324" y="304801"/>
                    <a:ext cx="1134524" cy="575735"/>
                    <a:chOff x="2455324" y="304801"/>
                    <a:chExt cx="1134524" cy="575735"/>
                  </a:xfrm>
                </p:grpSpPr>
                <p:sp>
                  <p:nvSpPr>
                    <p:cNvPr id="207" name="Rectangle 206"/>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08" name="Rectangle 207"/>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197" name="Group 196"/>
                  <p:cNvGrpSpPr/>
                  <p:nvPr/>
                </p:nvGrpSpPr>
                <p:grpSpPr>
                  <a:xfrm>
                    <a:off x="3606771" y="304804"/>
                    <a:ext cx="1134524" cy="575735"/>
                    <a:chOff x="2455324" y="304801"/>
                    <a:chExt cx="1134524" cy="575735"/>
                  </a:xfrm>
                </p:grpSpPr>
                <p:sp>
                  <p:nvSpPr>
                    <p:cNvPr id="205" name="Rectangle 204"/>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06" name="Rectangle 205"/>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198" name="Group 197"/>
                  <p:cNvGrpSpPr/>
                  <p:nvPr/>
                </p:nvGrpSpPr>
                <p:grpSpPr>
                  <a:xfrm>
                    <a:off x="4758226" y="304801"/>
                    <a:ext cx="2285971" cy="575738"/>
                    <a:chOff x="4148667" y="457201"/>
                    <a:chExt cx="2285971" cy="575738"/>
                  </a:xfrm>
                </p:grpSpPr>
                <p:grpSp>
                  <p:nvGrpSpPr>
                    <p:cNvPr id="199" name="Group 198"/>
                    <p:cNvGrpSpPr/>
                    <p:nvPr/>
                  </p:nvGrpSpPr>
                  <p:grpSpPr>
                    <a:xfrm>
                      <a:off x="4148667" y="457201"/>
                      <a:ext cx="1134524" cy="575735"/>
                      <a:chOff x="2455324" y="304801"/>
                      <a:chExt cx="1134524" cy="575735"/>
                    </a:xfrm>
                  </p:grpSpPr>
                  <p:sp>
                    <p:nvSpPr>
                      <p:cNvPr id="203" name="Rectangle 202"/>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04" name="Rectangle 203"/>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200" name="Group 199"/>
                    <p:cNvGrpSpPr/>
                    <p:nvPr/>
                  </p:nvGrpSpPr>
                  <p:grpSpPr>
                    <a:xfrm>
                      <a:off x="5300114" y="457204"/>
                      <a:ext cx="1134524" cy="575735"/>
                      <a:chOff x="2455324" y="304801"/>
                      <a:chExt cx="1134524" cy="575735"/>
                    </a:xfrm>
                  </p:grpSpPr>
                  <p:sp>
                    <p:nvSpPr>
                      <p:cNvPr id="201" name="Rectangle 200"/>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02" name="Rectangle 201"/>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grpSp>
          </p:grpSp>
        </p:grpSp>
        <p:grpSp>
          <p:nvGrpSpPr>
            <p:cNvPr id="133" name="Group 132"/>
            <p:cNvGrpSpPr/>
            <p:nvPr/>
          </p:nvGrpSpPr>
          <p:grpSpPr>
            <a:xfrm>
              <a:off x="-16936" y="3725328"/>
              <a:ext cx="9177749" cy="1134535"/>
              <a:chOff x="-16936" y="304794"/>
              <a:chExt cx="9177749" cy="1134535"/>
            </a:xfrm>
          </p:grpSpPr>
          <p:grpSp>
            <p:nvGrpSpPr>
              <p:cNvPr id="134" name="Group 133"/>
              <p:cNvGrpSpPr/>
              <p:nvPr/>
            </p:nvGrpSpPr>
            <p:grpSpPr>
              <a:xfrm>
                <a:off x="-16936" y="304794"/>
                <a:ext cx="9177746" cy="575743"/>
                <a:chOff x="304791" y="304794"/>
                <a:chExt cx="9177746" cy="575743"/>
              </a:xfrm>
            </p:grpSpPr>
            <p:grpSp>
              <p:nvGrpSpPr>
                <p:cNvPr id="164" name="Group 163"/>
                <p:cNvGrpSpPr/>
                <p:nvPr/>
              </p:nvGrpSpPr>
              <p:grpSpPr>
                <a:xfrm>
                  <a:off x="304791" y="304794"/>
                  <a:ext cx="4588873" cy="575738"/>
                  <a:chOff x="2455324" y="304801"/>
                  <a:chExt cx="4588873" cy="575738"/>
                </a:xfrm>
              </p:grpSpPr>
              <p:grpSp>
                <p:nvGrpSpPr>
                  <p:cNvPr id="179" name="Group 178"/>
                  <p:cNvGrpSpPr/>
                  <p:nvPr/>
                </p:nvGrpSpPr>
                <p:grpSpPr>
                  <a:xfrm>
                    <a:off x="2455324" y="304801"/>
                    <a:ext cx="1134524" cy="575735"/>
                    <a:chOff x="2455324" y="304801"/>
                    <a:chExt cx="1134524" cy="575735"/>
                  </a:xfrm>
                </p:grpSpPr>
                <p:sp>
                  <p:nvSpPr>
                    <p:cNvPr id="190" name="Rectangle 189"/>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91" name="Rectangle 190"/>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180" name="Group 179"/>
                  <p:cNvGrpSpPr/>
                  <p:nvPr/>
                </p:nvGrpSpPr>
                <p:grpSpPr>
                  <a:xfrm>
                    <a:off x="3606771" y="304804"/>
                    <a:ext cx="1134524" cy="575735"/>
                    <a:chOff x="2455324" y="304801"/>
                    <a:chExt cx="1134524" cy="575735"/>
                  </a:xfrm>
                </p:grpSpPr>
                <p:sp>
                  <p:nvSpPr>
                    <p:cNvPr id="188" name="Rectangle 187"/>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89" name="Rectangle 188"/>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181" name="Group 180"/>
                  <p:cNvGrpSpPr/>
                  <p:nvPr/>
                </p:nvGrpSpPr>
                <p:grpSpPr>
                  <a:xfrm>
                    <a:off x="4758226" y="304801"/>
                    <a:ext cx="2285971" cy="575738"/>
                    <a:chOff x="4148667" y="457201"/>
                    <a:chExt cx="2285971" cy="575738"/>
                  </a:xfrm>
                </p:grpSpPr>
                <p:grpSp>
                  <p:nvGrpSpPr>
                    <p:cNvPr id="182" name="Group 181"/>
                    <p:cNvGrpSpPr/>
                    <p:nvPr/>
                  </p:nvGrpSpPr>
                  <p:grpSpPr>
                    <a:xfrm>
                      <a:off x="4148667" y="457201"/>
                      <a:ext cx="1134524" cy="575735"/>
                      <a:chOff x="2455324" y="304801"/>
                      <a:chExt cx="1134524" cy="575735"/>
                    </a:xfrm>
                  </p:grpSpPr>
                  <p:sp>
                    <p:nvSpPr>
                      <p:cNvPr id="186" name="Rectangle 185"/>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87" name="Rectangle 186"/>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183" name="Group 182"/>
                    <p:cNvGrpSpPr/>
                    <p:nvPr/>
                  </p:nvGrpSpPr>
                  <p:grpSpPr>
                    <a:xfrm>
                      <a:off x="5300114" y="457204"/>
                      <a:ext cx="1134524" cy="575735"/>
                      <a:chOff x="2455324" y="304801"/>
                      <a:chExt cx="1134524" cy="575735"/>
                    </a:xfrm>
                  </p:grpSpPr>
                  <p:sp>
                    <p:nvSpPr>
                      <p:cNvPr id="184" name="Rectangle 183"/>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85" name="Rectangle 184"/>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grpSp>
            <p:grpSp>
              <p:nvGrpSpPr>
                <p:cNvPr id="165" name="Group 164"/>
                <p:cNvGrpSpPr/>
                <p:nvPr/>
              </p:nvGrpSpPr>
              <p:grpSpPr>
                <a:xfrm>
                  <a:off x="4893664" y="304799"/>
                  <a:ext cx="4588873" cy="575738"/>
                  <a:chOff x="2455324" y="304801"/>
                  <a:chExt cx="4588873" cy="575738"/>
                </a:xfrm>
              </p:grpSpPr>
              <p:grpSp>
                <p:nvGrpSpPr>
                  <p:cNvPr id="166" name="Group 165"/>
                  <p:cNvGrpSpPr/>
                  <p:nvPr/>
                </p:nvGrpSpPr>
                <p:grpSpPr>
                  <a:xfrm>
                    <a:off x="2455324" y="304801"/>
                    <a:ext cx="1134524" cy="575735"/>
                    <a:chOff x="2455324" y="304801"/>
                    <a:chExt cx="1134524" cy="575735"/>
                  </a:xfrm>
                </p:grpSpPr>
                <p:sp>
                  <p:nvSpPr>
                    <p:cNvPr id="177" name="Rectangle 176"/>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78" name="Rectangle 177"/>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167" name="Group 166"/>
                  <p:cNvGrpSpPr/>
                  <p:nvPr/>
                </p:nvGrpSpPr>
                <p:grpSpPr>
                  <a:xfrm>
                    <a:off x="3606771" y="304804"/>
                    <a:ext cx="1134524" cy="575735"/>
                    <a:chOff x="2455324" y="304801"/>
                    <a:chExt cx="1134524" cy="575735"/>
                  </a:xfrm>
                </p:grpSpPr>
                <p:sp>
                  <p:nvSpPr>
                    <p:cNvPr id="175" name="Rectangle 174"/>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76" name="Rectangle 175"/>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168" name="Group 167"/>
                  <p:cNvGrpSpPr/>
                  <p:nvPr/>
                </p:nvGrpSpPr>
                <p:grpSpPr>
                  <a:xfrm>
                    <a:off x="4758226" y="304801"/>
                    <a:ext cx="2285971" cy="575738"/>
                    <a:chOff x="4148667" y="457201"/>
                    <a:chExt cx="2285971" cy="575738"/>
                  </a:xfrm>
                </p:grpSpPr>
                <p:grpSp>
                  <p:nvGrpSpPr>
                    <p:cNvPr id="169" name="Group 168"/>
                    <p:cNvGrpSpPr/>
                    <p:nvPr/>
                  </p:nvGrpSpPr>
                  <p:grpSpPr>
                    <a:xfrm>
                      <a:off x="4148667" y="457201"/>
                      <a:ext cx="1134524" cy="575735"/>
                      <a:chOff x="2455324" y="304801"/>
                      <a:chExt cx="1134524" cy="575735"/>
                    </a:xfrm>
                  </p:grpSpPr>
                  <p:sp>
                    <p:nvSpPr>
                      <p:cNvPr id="173" name="Rectangle 172"/>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74" name="Rectangle 173"/>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170" name="Group 169"/>
                    <p:cNvGrpSpPr/>
                    <p:nvPr/>
                  </p:nvGrpSpPr>
                  <p:grpSpPr>
                    <a:xfrm>
                      <a:off x="5300114" y="457204"/>
                      <a:ext cx="1134524" cy="575735"/>
                      <a:chOff x="2455324" y="304801"/>
                      <a:chExt cx="1134524" cy="575735"/>
                    </a:xfrm>
                  </p:grpSpPr>
                  <p:sp>
                    <p:nvSpPr>
                      <p:cNvPr id="171" name="Rectangle 170"/>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72" name="Rectangle 171"/>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grpSp>
          </p:grpSp>
          <p:grpSp>
            <p:nvGrpSpPr>
              <p:cNvPr id="135" name="Group 134"/>
              <p:cNvGrpSpPr/>
              <p:nvPr/>
            </p:nvGrpSpPr>
            <p:grpSpPr>
              <a:xfrm>
                <a:off x="-16933" y="863586"/>
                <a:ext cx="9177746" cy="575743"/>
                <a:chOff x="304791" y="304794"/>
                <a:chExt cx="9177746" cy="575743"/>
              </a:xfrm>
            </p:grpSpPr>
            <p:grpSp>
              <p:nvGrpSpPr>
                <p:cNvPr id="136" name="Group 135"/>
                <p:cNvGrpSpPr/>
                <p:nvPr/>
              </p:nvGrpSpPr>
              <p:grpSpPr>
                <a:xfrm>
                  <a:off x="304791" y="304794"/>
                  <a:ext cx="4588873" cy="575738"/>
                  <a:chOff x="2455324" y="304801"/>
                  <a:chExt cx="4588873" cy="575738"/>
                </a:xfrm>
              </p:grpSpPr>
              <p:grpSp>
                <p:nvGrpSpPr>
                  <p:cNvPr id="151" name="Group 150"/>
                  <p:cNvGrpSpPr/>
                  <p:nvPr/>
                </p:nvGrpSpPr>
                <p:grpSpPr>
                  <a:xfrm>
                    <a:off x="2455324" y="304801"/>
                    <a:ext cx="1134524" cy="575735"/>
                    <a:chOff x="2455324" y="304801"/>
                    <a:chExt cx="1134524" cy="575735"/>
                  </a:xfrm>
                </p:grpSpPr>
                <p:sp>
                  <p:nvSpPr>
                    <p:cNvPr id="162" name="Rectangle 161"/>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smtClean="0">
                        <a:ln>
                          <a:noFill/>
                        </a:ln>
                        <a:solidFill>
                          <a:schemeClr val="tx1"/>
                        </a:solidFill>
                        <a:effectLst/>
                        <a:latin typeface="Arial" charset="0"/>
                        <a:cs typeface="Arial" charset="0"/>
                      </a:endParaRPr>
                    </a:p>
                  </p:txBody>
                </p:sp>
                <p:sp>
                  <p:nvSpPr>
                    <p:cNvPr id="163" name="Rectangle 162"/>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152" name="Group 151"/>
                  <p:cNvGrpSpPr/>
                  <p:nvPr/>
                </p:nvGrpSpPr>
                <p:grpSpPr>
                  <a:xfrm>
                    <a:off x="3606771" y="304804"/>
                    <a:ext cx="1134524" cy="575735"/>
                    <a:chOff x="2455324" y="304801"/>
                    <a:chExt cx="1134524" cy="575735"/>
                  </a:xfrm>
                </p:grpSpPr>
                <p:sp>
                  <p:nvSpPr>
                    <p:cNvPr id="160" name="Rectangle 159"/>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61" name="Rectangle 160"/>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153" name="Group 152"/>
                  <p:cNvGrpSpPr/>
                  <p:nvPr/>
                </p:nvGrpSpPr>
                <p:grpSpPr>
                  <a:xfrm>
                    <a:off x="4758226" y="304801"/>
                    <a:ext cx="2285971" cy="575738"/>
                    <a:chOff x="4148667" y="457201"/>
                    <a:chExt cx="2285971" cy="575738"/>
                  </a:xfrm>
                </p:grpSpPr>
                <p:grpSp>
                  <p:nvGrpSpPr>
                    <p:cNvPr id="154" name="Group 153"/>
                    <p:cNvGrpSpPr/>
                    <p:nvPr/>
                  </p:nvGrpSpPr>
                  <p:grpSpPr>
                    <a:xfrm>
                      <a:off x="4148667" y="457201"/>
                      <a:ext cx="1134524" cy="575735"/>
                      <a:chOff x="2455324" y="304801"/>
                      <a:chExt cx="1134524" cy="575735"/>
                    </a:xfrm>
                  </p:grpSpPr>
                  <p:sp>
                    <p:nvSpPr>
                      <p:cNvPr id="158" name="Rectangle 157"/>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59" name="Rectangle 158"/>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155" name="Group 154"/>
                    <p:cNvGrpSpPr/>
                    <p:nvPr/>
                  </p:nvGrpSpPr>
                  <p:grpSpPr>
                    <a:xfrm>
                      <a:off x="5300114" y="457204"/>
                      <a:ext cx="1134524" cy="575735"/>
                      <a:chOff x="2455324" y="304801"/>
                      <a:chExt cx="1134524" cy="575735"/>
                    </a:xfrm>
                  </p:grpSpPr>
                  <p:sp>
                    <p:nvSpPr>
                      <p:cNvPr id="156" name="Rectangle 155"/>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57" name="Rectangle 156"/>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grpSp>
            <p:grpSp>
              <p:nvGrpSpPr>
                <p:cNvPr id="137" name="Group 136"/>
                <p:cNvGrpSpPr/>
                <p:nvPr/>
              </p:nvGrpSpPr>
              <p:grpSpPr>
                <a:xfrm>
                  <a:off x="4893664" y="304799"/>
                  <a:ext cx="4588873" cy="575738"/>
                  <a:chOff x="2455324" y="304801"/>
                  <a:chExt cx="4588873" cy="575738"/>
                </a:xfrm>
              </p:grpSpPr>
              <p:grpSp>
                <p:nvGrpSpPr>
                  <p:cNvPr id="138" name="Group 137"/>
                  <p:cNvGrpSpPr/>
                  <p:nvPr/>
                </p:nvGrpSpPr>
                <p:grpSpPr>
                  <a:xfrm>
                    <a:off x="2455324" y="304801"/>
                    <a:ext cx="1134524" cy="575735"/>
                    <a:chOff x="2455324" y="304801"/>
                    <a:chExt cx="1134524" cy="575735"/>
                  </a:xfrm>
                </p:grpSpPr>
                <p:sp>
                  <p:nvSpPr>
                    <p:cNvPr id="149" name="Rectangle 148"/>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50" name="Rectangle 149"/>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139" name="Group 138"/>
                  <p:cNvGrpSpPr/>
                  <p:nvPr/>
                </p:nvGrpSpPr>
                <p:grpSpPr>
                  <a:xfrm>
                    <a:off x="3606771" y="304804"/>
                    <a:ext cx="1134524" cy="575735"/>
                    <a:chOff x="2455324" y="304801"/>
                    <a:chExt cx="1134524" cy="575735"/>
                  </a:xfrm>
                </p:grpSpPr>
                <p:sp>
                  <p:nvSpPr>
                    <p:cNvPr id="147" name="Rectangle 146"/>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48" name="Rectangle 147"/>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140" name="Group 139"/>
                  <p:cNvGrpSpPr/>
                  <p:nvPr/>
                </p:nvGrpSpPr>
                <p:grpSpPr>
                  <a:xfrm>
                    <a:off x="4758226" y="304801"/>
                    <a:ext cx="2285971" cy="575738"/>
                    <a:chOff x="4148667" y="457201"/>
                    <a:chExt cx="2285971" cy="575738"/>
                  </a:xfrm>
                </p:grpSpPr>
                <p:grpSp>
                  <p:nvGrpSpPr>
                    <p:cNvPr id="141" name="Group 140"/>
                    <p:cNvGrpSpPr/>
                    <p:nvPr/>
                  </p:nvGrpSpPr>
                  <p:grpSpPr>
                    <a:xfrm>
                      <a:off x="4148667" y="457201"/>
                      <a:ext cx="1134524" cy="575735"/>
                      <a:chOff x="2455324" y="304801"/>
                      <a:chExt cx="1134524" cy="575735"/>
                    </a:xfrm>
                  </p:grpSpPr>
                  <p:sp>
                    <p:nvSpPr>
                      <p:cNvPr id="145" name="Rectangle 144"/>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46" name="Rectangle 145"/>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142" name="Group 141"/>
                    <p:cNvGrpSpPr/>
                    <p:nvPr/>
                  </p:nvGrpSpPr>
                  <p:grpSpPr>
                    <a:xfrm>
                      <a:off x="5300114" y="457204"/>
                      <a:ext cx="1134524" cy="575735"/>
                      <a:chOff x="2455324" y="304801"/>
                      <a:chExt cx="1134524" cy="575735"/>
                    </a:xfrm>
                  </p:grpSpPr>
                  <p:sp>
                    <p:nvSpPr>
                      <p:cNvPr id="143" name="Rectangle 142"/>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144" name="Rectangle 143"/>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grpSp>
          </p:grpSp>
        </p:grpSp>
        <p:grpSp>
          <p:nvGrpSpPr>
            <p:cNvPr id="251" name="Group 250"/>
            <p:cNvGrpSpPr/>
            <p:nvPr/>
          </p:nvGrpSpPr>
          <p:grpSpPr>
            <a:xfrm>
              <a:off x="-16933" y="4876707"/>
              <a:ext cx="9177749" cy="1134535"/>
              <a:chOff x="-16936" y="304794"/>
              <a:chExt cx="9177749" cy="1134535"/>
            </a:xfrm>
          </p:grpSpPr>
          <p:grpSp>
            <p:nvGrpSpPr>
              <p:cNvPr id="311" name="Group 310"/>
              <p:cNvGrpSpPr/>
              <p:nvPr/>
            </p:nvGrpSpPr>
            <p:grpSpPr>
              <a:xfrm>
                <a:off x="-16936" y="304794"/>
                <a:ext cx="9177746" cy="575743"/>
                <a:chOff x="304791" y="304794"/>
                <a:chExt cx="9177746" cy="575743"/>
              </a:xfrm>
            </p:grpSpPr>
            <p:grpSp>
              <p:nvGrpSpPr>
                <p:cNvPr id="341" name="Group 340"/>
                <p:cNvGrpSpPr/>
                <p:nvPr/>
              </p:nvGrpSpPr>
              <p:grpSpPr>
                <a:xfrm>
                  <a:off x="304791" y="304794"/>
                  <a:ext cx="4588873" cy="575738"/>
                  <a:chOff x="2455324" y="304801"/>
                  <a:chExt cx="4588873" cy="575738"/>
                </a:xfrm>
              </p:grpSpPr>
              <p:grpSp>
                <p:nvGrpSpPr>
                  <p:cNvPr id="356" name="Group 355"/>
                  <p:cNvGrpSpPr/>
                  <p:nvPr/>
                </p:nvGrpSpPr>
                <p:grpSpPr>
                  <a:xfrm>
                    <a:off x="2455324" y="304801"/>
                    <a:ext cx="1134524" cy="575735"/>
                    <a:chOff x="2455324" y="304801"/>
                    <a:chExt cx="1134524" cy="575735"/>
                  </a:xfrm>
                </p:grpSpPr>
                <p:sp>
                  <p:nvSpPr>
                    <p:cNvPr id="367" name="Rectangle 366"/>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368" name="Rectangle 367"/>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357" name="Group 356"/>
                  <p:cNvGrpSpPr/>
                  <p:nvPr/>
                </p:nvGrpSpPr>
                <p:grpSpPr>
                  <a:xfrm>
                    <a:off x="3606771" y="304804"/>
                    <a:ext cx="1134524" cy="575735"/>
                    <a:chOff x="2455324" y="304801"/>
                    <a:chExt cx="1134524" cy="575735"/>
                  </a:xfrm>
                </p:grpSpPr>
                <p:sp>
                  <p:nvSpPr>
                    <p:cNvPr id="365" name="Rectangle 364"/>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366" name="Rectangle 365"/>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358" name="Group 357"/>
                  <p:cNvGrpSpPr/>
                  <p:nvPr/>
                </p:nvGrpSpPr>
                <p:grpSpPr>
                  <a:xfrm>
                    <a:off x="4758226" y="304801"/>
                    <a:ext cx="2285971" cy="575738"/>
                    <a:chOff x="4148667" y="457201"/>
                    <a:chExt cx="2285971" cy="575738"/>
                  </a:xfrm>
                </p:grpSpPr>
                <p:grpSp>
                  <p:nvGrpSpPr>
                    <p:cNvPr id="359" name="Group 358"/>
                    <p:cNvGrpSpPr/>
                    <p:nvPr/>
                  </p:nvGrpSpPr>
                  <p:grpSpPr>
                    <a:xfrm>
                      <a:off x="4148667" y="457201"/>
                      <a:ext cx="1134524" cy="575735"/>
                      <a:chOff x="2455324" y="304801"/>
                      <a:chExt cx="1134524" cy="575735"/>
                    </a:xfrm>
                  </p:grpSpPr>
                  <p:sp>
                    <p:nvSpPr>
                      <p:cNvPr id="363" name="Rectangle 362"/>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364" name="Rectangle 363"/>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360" name="Group 359"/>
                    <p:cNvGrpSpPr/>
                    <p:nvPr/>
                  </p:nvGrpSpPr>
                  <p:grpSpPr>
                    <a:xfrm>
                      <a:off x="5300114" y="457204"/>
                      <a:ext cx="1134524" cy="575735"/>
                      <a:chOff x="2455324" y="304801"/>
                      <a:chExt cx="1134524" cy="575735"/>
                    </a:xfrm>
                  </p:grpSpPr>
                  <p:sp>
                    <p:nvSpPr>
                      <p:cNvPr id="361" name="Rectangle 360"/>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362" name="Rectangle 361"/>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grpSp>
            <p:grpSp>
              <p:nvGrpSpPr>
                <p:cNvPr id="342" name="Group 341"/>
                <p:cNvGrpSpPr/>
                <p:nvPr/>
              </p:nvGrpSpPr>
              <p:grpSpPr>
                <a:xfrm>
                  <a:off x="4893664" y="304799"/>
                  <a:ext cx="4588873" cy="575738"/>
                  <a:chOff x="2455324" y="304801"/>
                  <a:chExt cx="4588873" cy="575738"/>
                </a:xfrm>
              </p:grpSpPr>
              <p:grpSp>
                <p:nvGrpSpPr>
                  <p:cNvPr id="343" name="Group 342"/>
                  <p:cNvGrpSpPr/>
                  <p:nvPr/>
                </p:nvGrpSpPr>
                <p:grpSpPr>
                  <a:xfrm>
                    <a:off x="2455324" y="304801"/>
                    <a:ext cx="1134524" cy="575735"/>
                    <a:chOff x="2455324" y="304801"/>
                    <a:chExt cx="1134524" cy="575735"/>
                  </a:xfrm>
                </p:grpSpPr>
                <p:sp>
                  <p:nvSpPr>
                    <p:cNvPr id="354" name="Rectangle 353"/>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355" name="Rectangle 354"/>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344" name="Group 343"/>
                  <p:cNvGrpSpPr/>
                  <p:nvPr/>
                </p:nvGrpSpPr>
                <p:grpSpPr>
                  <a:xfrm>
                    <a:off x="3606771" y="304804"/>
                    <a:ext cx="1134524" cy="575735"/>
                    <a:chOff x="2455324" y="304801"/>
                    <a:chExt cx="1134524" cy="575735"/>
                  </a:xfrm>
                </p:grpSpPr>
                <p:sp>
                  <p:nvSpPr>
                    <p:cNvPr id="352" name="Rectangle 351"/>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353" name="Rectangle 352"/>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345" name="Group 344"/>
                  <p:cNvGrpSpPr/>
                  <p:nvPr/>
                </p:nvGrpSpPr>
                <p:grpSpPr>
                  <a:xfrm>
                    <a:off x="4758226" y="304801"/>
                    <a:ext cx="2285971" cy="575738"/>
                    <a:chOff x="4148667" y="457201"/>
                    <a:chExt cx="2285971" cy="575738"/>
                  </a:xfrm>
                </p:grpSpPr>
                <p:grpSp>
                  <p:nvGrpSpPr>
                    <p:cNvPr id="346" name="Group 345"/>
                    <p:cNvGrpSpPr/>
                    <p:nvPr/>
                  </p:nvGrpSpPr>
                  <p:grpSpPr>
                    <a:xfrm>
                      <a:off x="4148667" y="457201"/>
                      <a:ext cx="1134524" cy="575735"/>
                      <a:chOff x="2455324" y="304801"/>
                      <a:chExt cx="1134524" cy="575735"/>
                    </a:xfrm>
                  </p:grpSpPr>
                  <p:sp>
                    <p:nvSpPr>
                      <p:cNvPr id="350" name="Rectangle 349"/>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351" name="Rectangle 350"/>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347" name="Group 346"/>
                    <p:cNvGrpSpPr/>
                    <p:nvPr/>
                  </p:nvGrpSpPr>
                  <p:grpSpPr>
                    <a:xfrm>
                      <a:off x="5300114" y="457204"/>
                      <a:ext cx="1134524" cy="575735"/>
                      <a:chOff x="2455324" y="304801"/>
                      <a:chExt cx="1134524" cy="575735"/>
                    </a:xfrm>
                  </p:grpSpPr>
                  <p:sp>
                    <p:nvSpPr>
                      <p:cNvPr id="348" name="Rectangle 347"/>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349" name="Rectangle 348"/>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grpSp>
          </p:grpSp>
          <p:grpSp>
            <p:nvGrpSpPr>
              <p:cNvPr id="312" name="Group 311"/>
              <p:cNvGrpSpPr/>
              <p:nvPr/>
            </p:nvGrpSpPr>
            <p:grpSpPr>
              <a:xfrm>
                <a:off x="-16933" y="863586"/>
                <a:ext cx="9177746" cy="575743"/>
                <a:chOff x="304791" y="304794"/>
                <a:chExt cx="9177746" cy="575743"/>
              </a:xfrm>
            </p:grpSpPr>
            <p:grpSp>
              <p:nvGrpSpPr>
                <p:cNvPr id="313" name="Group 312"/>
                <p:cNvGrpSpPr/>
                <p:nvPr/>
              </p:nvGrpSpPr>
              <p:grpSpPr>
                <a:xfrm>
                  <a:off x="304791" y="304794"/>
                  <a:ext cx="4588873" cy="575738"/>
                  <a:chOff x="2455324" y="304801"/>
                  <a:chExt cx="4588873" cy="575738"/>
                </a:xfrm>
              </p:grpSpPr>
              <p:grpSp>
                <p:nvGrpSpPr>
                  <p:cNvPr id="328" name="Group 327"/>
                  <p:cNvGrpSpPr/>
                  <p:nvPr/>
                </p:nvGrpSpPr>
                <p:grpSpPr>
                  <a:xfrm>
                    <a:off x="2455324" y="304801"/>
                    <a:ext cx="1134524" cy="575735"/>
                    <a:chOff x="2455324" y="304801"/>
                    <a:chExt cx="1134524" cy="575735"/>
                  </a:xfrm>
                </p:grpSpPr>
                <p:sp>
                  <p:nvSpPr>
                    <p:cNvPr id="339" name="Rectangle 338"/>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smtClean="0">
                        <a:ln>
                          <a:noFill/>
                        </a:ln>
                        <a:solidFill>
                          <a:schemeClr val="tx1"/>
                        </a:solidFill>
                        <a:effectLst/>
                        <a:latin typeface="Arial" charset="0"/>
                        <a:cs typeface="Arial" charset="0"/>
                      </a:endParaRPr>
                    </a:p>
                  </p:txBody>
                </p:sp>
                <p:sp>
                  <p:nvSpPr>
                    <p:cNvPr id="340" name="Rectangle 339"/>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329" name="Group 328"/>
                  <p:cNvGrpSpPr/>
                  <p:nvPr/>
                </p:nvGrpSpPr>
                <p:grpSpPr>
                  <a:xfrm>
                    <a:off x="3606771" y="304804"/>
                    <a:ext cx="1134524" cy="575735"/>
                    <a:chOff x="2455324" y="304801"/>
                    <a:chExt cx="1134524" cy="575735"/>
                  </a:xfrm>
                </p:grpSpPr>
                <p:sp>
                  <p:nvSpPr>
                    <p:cNvPr id="337" name="Rectangle 336"/>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338" name="Rectangle 337"/>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330" name="Group 329"/>
                  <p:cNvGrpSpPr/>
                  <p:nvPr/>
                </p:nvGrpSpPr>
                <p:grpSpPr>
                  <a:xfrm>
                    <a:off x="4758226" y="304801"/>
                    <a:ext cx="2285971" cy="575738"/>
                    <a:chOff x="4148667" y="457201"/>
                    <a:chExt cx="2285971" cy="575738"/>
                  </a:xfrm>
                </p:grpSpPr>
                <p:grpSp>
                  <p:nvGrpSpPr>
                    <p:cNvPr id="331" name="Group 330"/>
                    <p:cNvGrpSpPr/>
                    <p:nvPr/>
                  </p:nvGrpSpPr>
                  <p:grpSpPr>
                    <a:xfrm>
                      <a:off x="4148667" y="457201"/>
                      <a:ext cx="1134524" cy="575735"/>
                      <a:chOff x="2455324" y="304801"/>
                      <a:chExt cx="1134524" cy="575735"/>
                    </a:xfrm>
                  </p:grpSpPr>
                  <p:sp>
                    <p:nvSpPr>
                      <p:cNvPr id="335" name="Rectangle 334"/>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336" name="Rectangle 335"/>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332" name="Group 331"/>
                    <p:cNvGrpSpPr/>
                    <p:nvPr/>
                  </p:nvGrpSpPr>
                  <p:grpSpPr>
                    <a:xfrm>
                      <a:off x="5300114" y="457204"/>
                      <a:ext cx="1134524" cy="575735"/>
                      <a:chOff x="2455324" y="304801"/>
                      <a:chExt cx="1134524" cy="575735"/>
                    </a:xfrm>
                  </p:grpSpPr>
                  <p:sp>
                    <p:nvSpPr>
                      <p:cNvPr id="333" name="Rectangle 332"/>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334" name="Rectangle 333"/>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grpSp>
            <p:grpSp>
              <p:nvGrpSpPr>
                <p:cNvPr id="314" name="Group 313"/>
                <p:cNvGrpSpPr/>
                <p:nvPr/>
              </p:nvGrpSpPr>
              <p:grpSpPr>
                <a:xfrm>
                  <a:off x="4893664" y="304799"/>
                  <a:ext cx="4588873" cy="575738"/>
                  <a:chOff x="2455324" y="304801"/>
                  <a:chExt cx="4588873" cy="575738"/>
                </a:xfrm>
              </p:grpSpPr>
              <p:grpSp>
                <p:nvGrpSpPr>
                  <p:cNvPr id="315" name="Group 314"/>
                  <p:cNvGrpSpPr/>
                  <p:nvPr/>
                </p:nvGrpSpPr>
                <p:grpSpPr>
                  <a:xfrm>
                    <a:off x="2455324" y="304801"/>
                    <a:ext cx="1134524" cy="575735"/>
                    <a:chOff x="2455324" y="304801"/>
                    <a:chExt cx="1134524" cy="575735"/>
                  </a:xfrm>
                </p:grpSpPr>
                <p:sp>
                  <p:nvSpPr>
                    <p:cNvPr id="326" name="Rectangle 325"/>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327" name="Rectangle 326"/>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316" name="Group 315"/>
                  <p:cNvGrpSpPr/>
                  <p:nvPr/>
                </p:nvGrpSpPr>
                <p:grpSpPr>
                  <a:xfrm>
                    <a:off x="3606771" y="304804"/>
                    <a:ext cx="1134524" cy="575735"/>
                    <a:chOff x="2455324" y="304801"/>
                    <a:chExt cx="1134524" cy="575735"/>
                  </a:xfrm>
                </p:grpSpPr>
                <p:sp>
                  <p:nvSpPr>
                    <p:cNvPr id="324" name="Rectangle 323"/>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325" name="Rectangle 324"/>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317" name="Group 316"/>
                  <p:cNvGrpSpPr/>
                  <p:nvPr/>
                </p:nvGrpSpPr>
                <p:grpSpPr>
                  <a:xfrm>
                    <a:off x="4758226" y="304801"/>
                    <a:ext cx="2285971" cy="575738"/>
                    <a:chOff x="4148667" y="457201"/>
                    <a:chExt cx="2285971" cy="575738"/>
                  </a:xfrm>
                </p:grpSpPr>
                <p:grpSp>
                  <p:nvGrpSpPr>
                    <p:cNvPr id="318" name="Group 317"/>
                    <p:cNvGrpSpPr/>
                    <p:nvPr/>
                  </p:nvGrpSpPr>
                  <p:grpSpPr>
                    <a:xfrm>
                      <a:off x="4148667" y="457201"/>
                      <a:ext cx="1134524" cy="575735"/>
                      <a:chOff x="2455324" y="304801"/>
                      <a:chExt cx="1134524" cy="575735"/>
                    </a:xfrm>
                  </p:grpSpPr>
                  <p:sp>
                    <p:nvSpPr>
                      <p:cNvPr id="322" name="Rectangle 321"/>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323" name="Rectangle 322"/>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319" name="Group 318"/>
                    <p:cNvGrpSpPr/>
                    <p:nvPr/>
                  </p:nvGrpSpPr>
                  <p:grpSpPr>
                    <a:xfrm>
                      <a:off x="5300114" y="457204"/>
                      <a:ext cx="1134524" cy="575735"/>
                      <a:chOff x="2455324" y="304801"/>
                      <a:chExt cx="1134524" cy="575735"/>
                    </a:xfrm>
                  </p:grpSpPr>
                  <p:sp>
                    <p:nvSpPr>
                      <p:cNvPr id="320" name="Rectangle 319"/>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321" name="Rectangle 320"/>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grpSp>
          </p:grpSp>
        </p:grpSp>
        <p:grpSp>
          <p:nvGrpSpPr>
            <p:cNvPr id="252" name="Group 251"/>
            <p:cNvGrpSpPr/>
            <p:nvPr/>
          </p:nvGrpSpPr>
          <p:grpSpPr>
            <a:xfrm>
              <a:off x="-16930" y="6011221"/>
              <a:ext cx="9177749" cy="1134535"/>
              <a:chOff x="-16936" y="304794"/>
              <a:chExt cx="9177749" cy="1134535"/>
            </a:xfrm>
          </p:grpSpPr>
          <p:grpSp>
            <p:nvGrpSpPr>
              <p:cNvPr id="253" name="Group 252"/>
              <p:cNvGrpSpPr/>
              <p:nvPr/>
            </p:nvGrpSpPr>
            <p:grpSpPr>
              <a:xfrm>
                <a:off x="-16936" y="304794"/>
                <a:ext cx="9177746" cy="575743"/>
                <a:chOff x="304791" y="304794"/>
                <a:chExt cx="9177746" cy="575743"/>
              </a:xfrm>
            </p:grpSpPr>
            <p:grpSp>
              <p:nvGrpSpPr>
                <p:cNvPr id="283" name="Group 282"/>
                <p:cNvGrpSpPr/>
                <p:nvPr/>
              </p:nvGrpSpPr>
              <p:grpSpPr>
                <a:xfrm>
                  <a:off x="304791" y="304794"/>
                  <a:ext cx="4588873" cy="575738"/>
                  <a:chOff x="2455324" y="304801"/>
                  <a:chExt cx="4588873" cy="575738"/>
                </a:xfrm>
              </p:grpSpPr>
              <p:grpSp>
                <p:nvGrpSpPr>
                  <p:cNvPr id="298" name="Group 297"/>
                  <p:cNvGrpSpPr/>
                  <p:nvPr/>
                </p:nvGrpSpPr>
                <p:grpSpPr>
                  <a:xfrm>
                    <a:off x="2455324" y="304801"/>
                    <a:ext cx="1134524" cy="575735"/>
                    <a:chOff x="2455324" y="304801"/>
                    <a:chExt cx="1134524" cy="575735"/>
                  </a:xfrm>
                </p:grpSpPr>
                <p:sp>
                  <p:nvSpPr>
                    <p:cNvPr id="309" name="Rectangle 308"/>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310" name="Rectangle 309"/>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299" name="Group 298"/>
                  <p:cNvGrpSpPr/>
                  <p:nvPr/>
                </p:nvGrpSpPr>
                <p:grpSpPr>
                  <a:xfrm>
                    <a:off x="3606771" y="304804"/>
                    <a:ext cx="1134524" cy="575735"/>
                    <a:chOff x="2455324" y="304801"/>
                    <a:chExt cx="1134524" cy="575735"/>
                  </a:xfrm>
                </p:grpSpPr>
                <p:sp>
                  <p:nvSpPr>
                    <p:cNvPr id="307" name="Rectangle 306"/>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308" name="Rectangle 307"/>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300" name="Group 299"/>
                  <p:cNvGrpSpPr/>
                  <p:nvPr/>
                </p:nvGrpSpPr>
                <p:grpSpPr>
                  <a:xfrm>
                    <a:off x="4758226" y="304801"/>
                    <a:ext cx="2285971" cy="575738"/>
                    <a:chOff x="4148667" y="457201"/>
                    <a:chExt cx="2285971" cy="575738"/>
                  </a:xfrm>
                </p:grpSpPr>
                <p:grpSp>
                  <p:nvGrpSpPr>
                    <p:cNvPr id="301" name="Group 300"/>
                    <p:cNvGrpSpPr/>
                    <p:nvPr/>
                  </p:nvGrpSpPr>
                  <p:grpSpPr>
                    <a:xfrm>
                      <a:off x="4148667" y="457201"/>
                      <a:ext cx="1134524" cy="575735"/>
                      <a:chOff x="2455324" y="304801"/>
                      <a:chExt cx="1134524" cy="575735"/>
                    </a:xfrm>
                  </p:grpSpPr>
                  <p:sp>
                    <p:nvSpPr>
                      <p:cNvPr id="305" name="Rectangle 304"/>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306" name="Rectangle 305"/>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302" name="Group 301"/>
                    <p:cNvGrpSpPr/>
                    <p:nvPr/>
                  </p:nvGrpSpPr>
                  <p:grpSpPr>
                    <a:xfrm>
                      <a:off x="5300114" y="457204"/>
                      <a:ext cx="1134524" cy="575735"/>
                      <a:chOff x="2455324" y="304801"/>
                      <a:chExt cx="1134524" cy="575735"/>
                    </a:xfrm>
                  </p:grpSpPr>
                  <p:sp>
                    <p:nvSpPr>
                      <p:cNvPr id="303" name="Rectangle 302"/>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304" name="Rectangle 303"/>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grpSp>
            <p:grpSp>
              <p:nvGrpSpPr>
                <p:cNvPr id="284" name="Group 283"/>
                <p:cNvGrpSpPr/>
                <p:nvPr/>
              </p:nvGrpSpPr>
              <p:grpSpPr>
                <a:xfrm>
                  <a:off x="4893664" y="304799"/>
                  <a:ext cx="4588873" cy="575738"/>
                  <a:chOff x="2455324" y="304801"/>
                  <a:chExt cx="4588873" cy="575738"/>
                </a:xfrm>
              </p:grpSpPr>
              <p:grpSp>
                <p:nvGrpSpPr>
                  <p:cNvPr id="285" name="Group 284"/>
                  <p:cNvGrpSpPr/>
                  <p:nvPr/>
                </p:nvGrpSpPr>
                <p:grpSpPr>
                  <a:xfrm>
                    <a:off x="2455324" y="304801"/>
                    <a:ext cx="1134524" cy="575735"/>
                    <a:chOff x="2455324" y="304801"/>
                    <a:chExt cx="1134524" cy="575735"/>
                  </a:xfrm>
                </p:grpSpPr>
                <p:sp>
                  <p:nvSpPr>
                    <p:cNvPr id="296" name="Rectangle 295"/>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97" name="Rectangle 296"/>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286" name="Group 285"/>
                  <p:cNvGrpSpPr/>
                  <p:nvPr/>
                </p:nvGrpSpPr>
                <p:grpSpPr>
                  <a:xfrm>
                    <a:off x="3606771" y="304804"/>
                    <a:ext cx="1134524" cy="575735"/>
                    <a:chOff x="2455324" y="304801"/>
                    <a:chExt cx="1134524" cy="575735"/>
                  </a:xfrm>
                </p:grpSpPr>
                <p:sp>
                  <p:nvSpPr>
                    <p:cNvPr id="294" name="Rectangle 293"/>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95" name="Rectangle 294"/>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287" name="Group 286"/>
                  <p:cNvGrpSpPr/>
                  <p:nvPr/>
                </p:nvGrpSpPr>
                <p:grpSpPr>
                  <a:xfrm>
                    <a:off x="4758226" y="304801"/>
                    <a:ext cx="2285971" cy="575738"/>
                    <a:chOff x="4148667" y="457201"/>
                    <a:chExt cx="2285971" cy="575738"/>
                  </a:xfrm>
                </p:grpSpPr>
                <p:grpSp>
                  <p:nvGrpSpPr>
                    <p:cNvPr id="288" name="Group 287"/>
                    <p:cNvGrpSpPr/>
                    <p:nvPr/>
                  </p:nvGrpSpPr>
                  <p:grpSpPr>
                    <a:xfrm>
                      <a:off x="4148667" y="457201"/>
                      <a:ext cx="1134524" cy="575735"/>
                      <a:chOff x="2455324" y="304801"/>
                      <a:chExt cx="1134524" cy="575735"/>
                    </a:xfrm>
                  </p:grpSpPr>
                  <p:sp>
                    <p:nvSpPr>
                      <p:cNvPr id="292" name="Rectangle 291"/>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93" name="Rectangle 292"/>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289" name="Group 288"/>
                    <p:cNvGrpSpPr/>
                    <p:nvPr/>
                  </p:nvGrpSpPr>
                  <p:grpSpPr>
                    <a:xfrm>
                      <a:off x="5300114" y="457204"/>
                      <a:ext cx="1134524" cy="575735"/>
                      <a:chOff x="2455324" y="304801"/>
                      <a:chExt cx="1134524" cy="575735"/>
                    </a:xfrm>
                  </p:grpSpPr>
                  <p:sp>
                    <p:nvSpPr>
                      <p:cNvPr id="290" name="Rectangle 289"/>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91" name="Rectangle 290"/>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grpSp>
          </p:grpSp>
          <p:grpSp>
            <p:nvGrpSpPr>
              <p:cNvPr id="254" name="Group 253"/>
              <p:cNvGrpSpPr/>
              <p:nvPr/>
            </p:nvGrpSpPr>
            <p:grpSpPr>
              <a:xfrm>
                <a:off x="-16933" y="863586"/>
                <a:ext cx="9177746" cy="575743"/>
                <a:chOff x="304791" y="304794"/>
                <a:chExt cx="9177746" cy="575743"/>
              </a:xfrm>
            </p:grpSpPr>
            <p:grpSp>
              <p:nvGrpSpPr>
                <p:cNvPr id="255" name="Group 254"/>
                <p:cNvGrpSpPr/>
                <p:nvPr/>
              </p:nvGrpSpPr>
              <p:grpSpPr>
                <a:xfrm>
                  <a:off x="304791" y="304794"/>
                  <a:ext cx="4588873" cy="575738"/>
                  <a:chOff x="2455324" y="304801"/>
                  <a:chExt cx="4588873" cy="575738"/>
                </a:xfrm>
              </p:grpSpPr>
              <p:grpSp>
                <p:nvGrpSpPr>
                  <p:cNvPr id="270" name="Group 269"/>
                  <p:cNvGrpSpPr/>
                  <p:nvPr/>
                </p:nvGrpSpPr>
                <p:grpSpPr>
                  <a:xfrm>
                    <a:off x="2455324" y="304801"/>
                    <a:ext cx="1134524" cy="575735"/>
                    <a:chOff x="2455324" y="304801"/>
                    <a:chExt cx="1134524" cy="575735"/>
                  </a:xfrm>
                </p:grpSpPr>
                <p:sp>
                  <p:nvSpPr>
                    <p:cNvPr id="281" name="Rectangle 280"/>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82" name="Rectangle 281"/>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271" name="Group 270"/>
                  <p:cNvGrpSpPr/>
                  <p:nvPr/>
                </p:nvGrpSpPr>
                <p:grpSpPr>
                  <a:xfrm>
                    <a:off x="3606771" y="304804"/>
                    <a:ext cx="1134524" cy="575735"/>
                    <a:chOff x="2455324" y="304801"/>
                    <a:chExt cx="1134524" cy="575735"/>
                  </a:xfrm>
                </p:grpSpPr>
                <p:sp>
                  <p:nvSpPr>
                    <p:cNvPr id="279" name="Rectangle 278"/>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smtClean="0">
                        <a:ln>
                          <a:noFill/>
                        </a:ln>
                        <a:solidFill>
                          <a:schemeClr val="tx1"/>
                        </a:solidFill>
                        <a:effectLst/>
                        <a:latin typeface="Arial" charset="0"/>
                        <a:cs typeface="Arial" charset="0"/>
                      </a:endParaRPr>
                    </a:p>
                  </p:txBody>
                </p:sp>
                <p:sp>
                  <p:nvSpPr>
                    <p:cNvPr id="280" name="Rectangle 279"/>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272" name="Group 271"/>
                  <p:cNvGrpSpPr/>
                  <p:nvPr/>
                </p:nvGrpSpPr>
                <p:grpSpPr>
                  <a:xfrm>
                    <a:off x="4758226" y="304801"/>
                    <a:ext cx="2285971" cy="575738"/>
                    <a:chOff x="4148667" y="457201"/>
                    <a:chExt cx="2285971" cy="575738"/>
                  </a:xfrm>
                </p:grpSpPr>
                <p:grpSp>
                  <p:nvGrpSpPr>
                    <p:cNvPr id="273" name="Group 272"/>
                    <p:cNvGrpSpPr/>
                    <p:nvPr/>
                  </p:nvGrpSpPr>
                  <p:grpSpPr>
                    <a:xfrm>
                      <a:off x="4148667" y="457201"/>
                      <a:ext cx="1134524" cy="575735"/>
                      <a:chOff x="2455324" y="304801"/>
                      <a:chExt cx="1134524" cy="575735"/>
                    </a:xfrm>
                  </p:grpSpPr>
                  <p:sp>
                    <p:nvSpPr>
                      <p:cNvPr id="277" name="Rectangle 276"/>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78" name="Rectangle 277"/>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274" name="Group 273"/>
                    <p:cNvGrpSpPr/>
                    <p:nvPr/>
                  </p:nvGrpSpPr>
                  <p:grpSpPr>
                    <a:xfrm>
                      <a:off x="5300114" y="457204"/>
                      <a:ext cx="1134524" cy="575735"/>
                      <a:chOff x="2455324" y="304801"/>
                      <a:chExt cx="1134524" cy="575735"/>
                    </a:xfrm>
                  </p:grpSpPr>
                  <p:sp>
                    <p:nvSpPr>
                      <p:cNvPr id="275" name="Rectangle 274"/>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76" name="Rectangle 275"/>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grpSp>
            <p:grpSp>
              <p:nvGrpSpPr>
                <p:cNvPr id="256" name="Group 255"/>
                <p:cNvGrpSpPr/>
                <p:nvPr/>
              </p:nvGrpSpPr>
              <p:grpSpPr>
                <a:xfrm>
                  <a:off x="4893664" y="304799"/>
                  <a:ext cx="4588873" cy="575738"/>
                  <a:chOff x="2455324" y="304801"/>
                  <a:chExt cx="4588873" cy="575738"/>
                </a:xfrm>
              </p:grpSpPr>
              <p:grpSp>
                <p:nvGrpSpPr>
                  <p:cNvPr id="257" name="Group 256"/>
                  <p:cNvGrpSpPr/>
                  <p:nvPr/>
                </p:nvGrpSpPr>
                <p:grpSpPr>
                  <a:xfrm>
                    <a:off x="2455324" y="304801"/>
                    <a:ext cx="863596" cy="575735"/>
                    <a:chOff x="2455324" y="304801"/>
                    <a:chExt cx="863596" cy="575735"/>
                  </a:xfrm>
                </p:grpSpPr>
                <p:sp>
                  <p:nvSpPr>
                    <p:cNvPr id="268" name="Rectangle 267"/>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69" name="Rectangle 268"/>
                    <p:cNvSpPr/>
                    <p:nvPr/>
                  </p:nvSpPr>
                  <p:spPr bwMode="auto">
                    <a:xfrm>
                      <a:off x="2743189"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Arial" charset="0"/>
                          <a:cs typeface="Arial" charset="0"/>
                        </a:rPr>
                        <a:t>80</a:t>
                      </a:r>
                    </a:p>
                  </p:txBody>
                </p:sp>
              </p:grpSp>
              <p:grpSp>
                <p:nvGrpSpPr>
                  <p:cNvPr id="258" name="Group 257"/>
                  <p:cNvGrpSpPr/>
                  <p:nvPr/>
                </p:nvGrpSpPr>
                <p:grpSpPr>
                  <a:xfrm>
                    <a:off x="3606771" y="304804"/>
                    <a:ext cx="1134524" cy="575735"/>
                    <a:chOff x="2455324" y="304801"/>
                    <a:chExt cx="1134524" cy="575735"/>
                  </a:xfrm>
                </p:grpSpPr>
                <p:sp>
                  <p:nvSpPr>
                    <p:cNvPr id="266" name="Rectangle 265"/>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67" name="Rectangle 266"/>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259" name="Group 258"/>
                  <p:cNvGrpSpPr/>
                  <p:nvPr/>
                </p:nvGrpSpPr>
                <p:grpSpPr>
                  <a:xfrm>
                    <a:off x="4758226" y="304801"/>
                    <a:ext cx="2285971" cy="575738"/>
                    <a:chOff x="4148667" y="457201"/>
                    <a:chExt cx="2285971" cy="575738"/>
                  </a:xfrm>
                </p:grpSpPr>
                <p:grpSp>
                  <p:nvGrpSpPr>
                    <p:cNvPr id="260" name="Group 259"/>
                    <p:cNvGrpSpPr/>
                    <p:nvPr/>
                  </p:nvGrpSpPr>
                  <p:grpSpPr>
                    <a:xfrm>
                      <a:off x="4148667" y="457201"/>
                      <a:ext cx="1134524" cy="575735"/>
                      <a:chOff x="2455324" y="304801"/>
                      <a:chExt cx="1134524" cy="575735"/>
                    </a:xfrm>
                  </p:grpSpPr>
                  <p:sp>
                    <p:nvSpPr>
                      <p:cNvPr id="264" name="Rectangle 263"/>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65" name="Rectangle 264"/>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nvGrpSpPr>
                    <p:cNvPr id="261" name="Group 260"/>
                    <p:cNvGrpSpPr/>
                    <p:nvPr/>
                  </p:nvGrpSpPr>
                  <p:grpSpPr>
                    <a:xfrm>
                      <a:off x="5300114" y="457204"/>
                      <a:ext cx="1134524" cy="575735"/>
                      <a:chOff x="2455324" y="304801"/>
                      <a:chExt cx="1134524" cy="575735"/>
                    </a:xfrm>
                  </p:grpSpPr>
                  <p:sp>
                    <p:nvSpPr>
                      <p:cNvPr id="262" name="Rectangle 261"/>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263" name="Rectangle 262"/>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grpSp>
              </p:grpSp>
            </p:grpSp>
          </p:grpSp>
        </p:grpSp>
      </p:grpSp>
      <p:cxnSp>
        <p:nvCxnSpPr>
          <p:cNvPr id="371" name="Straight Connector 370"/>
          <p:cNvCxnSpPr/>
          <p:nvPr/>
        </p:nvCxnSpPr>
        <p:spPr bwMode="auto">
          <a:xfrm flipV="1">
            <a:off x="541854" y="6265229"/>
            <a:ext cx="8043234" cy="16941"/>
          </a:xfrm>
          <a:prstGeom prst="line">
            <a:avLst/>
          </a:prstGeom>
          <a:noFill/>
          <a:ln w="9525" cap="flat" cmpd="sng" algn="ctr">
            <a:solidFill>
              <a:srgbClr val="000000"/>
            </a:solidFill>
            <a:prstDash val="solid"/>
            <a:round/>
            <a:headEnd type="none" w="med" len="med"/>
            <a:tailEnd type="none" w="med" len="med"/>
          </a:ln>
          <a:effectLst/>
        </p:spPr>
      </p:cxnSp>
      <p:cxnSp>
        <p:nvCxnSpPr>
          <p:cNvPr id="373" name="Straight Connector 372"/>
          <p:cNvCxnSpPr/>
          <p:nvPr/>
        </p:nvCxnSpPr>
        <p:spPr bwMode="auto">
          <a:xfrm flipH="1" flipV="1">
            <a:off x="541854" y="10"/>
            <a:ext cx="16946" cy="6265219"/>
          </a:xfrm>
          <a:prstGeom prst="line">
            <a:avLst/>
          </a:prstGeom>
          <a:noFill/>
          <a:ln w="9525" cap="flat" cmpd="sng" algn="ctr">
            <a:solidFill>
              <a:srgbClr val="000000"/>
            </a:solidFill>
            <a:prstDash val="solid"/>
            <a:round/>
            <a:headEnd type="none" w="med" len="med"/>
            <a:tailEnd type="none" w="med" len="med"/>
          </a:ln>
          <a:effectLst/>
        </p:spPr>
      </p:cxnSp>
      <p:sp>
        <p:nvSpPr>
          <p:cNvPr id="374" name="TextBox 373"/>
          <p:cNvSpPr txBox="1"/>
          <p:nvPr/>
        </p:nvSpPr>
        <p:spPr>
          <a:xfrm>
            <a:off x="8028644" y="6366938"/>
            <a:ext cx="1146768" cy="369332"/>
          </a:xfrm>
          <a:prstGeom prst="rect">
            <a:avLst/>
          </a:prstGeom>
          <a:noFill/>
        </p:spPr>
        <p:txBody>
          <a:bodyPr wrap="none" rtlCol="0">
            <a:spAutoFit/>
          </a:bodyPr>
          <a:lstStyle/>
          <a:p>
            <a:r>
              <a:rPr lang="en-US" dirty="0"/>
              <a:t>x</a:t>
            </a:r>
            <a:r>
              <a:rPr lang="en-US" dirty="0" smtClean="0"/>
              <a:t>1 Forest</a:t>
            </a:r>
            <a:endParaRPr lang="en-US" dirty="0"/>
          </a:p>
        </p:txBody>
      </p:sp>
      <p:sp>
        <p:nvSpPr>
          <p:cNvPr id="375" name="TextBox 374"/>
          <p:cNvSpPr txBox="1"/>
          <p:nvPr/>
        </p:nvSpPr>
        <p:spPr>
          <a:xfrm>
            <a:off x="135467" y="304800"/>
            <a:ext cx="1146768" cy="369332"/>
          </a:xfrm>
          <a:prstGeom prst="rect">
            <a:avLst/>
          </a:prstGeom>
          <a:noFill/>
        </p:spPr>
        <p:txBody>
          <a:bodyPr wrap="none" rtlCol="0">
            <a:spAutoFit/>
          </a:bodyPr>
          <a:lstStyle/>
          <a:p>
            <a:r>
              <a:rPr lang="en-US" dirty="0" smtClean="0"/>
              <a:t>X2 - Park</a:t>
            </a:r>
            <a:endParaRPr lang="en-US" dirty="0"/>
          </a:p>
        </p:txBody>
      </p:sp>
      <p:cxnSp>
        <p:nvCxnSpPr>
          <p:cNvPr id="377" name="Straight Connector 376"/>
          <p:cNvCxnSpPr/>
          <p:nvPr/>
        </p:nvCxnSpPr>
        <p:spPr bwMode="auto">
          <a:xfrm flipV="1">
            <a:off x="5130739" y="1134532"/>
            <a:ext cx="0" cy="5130697"/>
          </a:xfrm>
          <a:prstGeom prst="line">
            <a:avLst/>
          </a:prstGeom>
          <a:noFill/>
          <a:ln w="9525" cap="flat" cmpd="sng" algn="ctr">
            <a:solidFill>
              <a:srgbClr val="000000"/>
            </a:solidFill>
            <a:prstDash val="solid"/>
            <a:round/>
            <a:headEnd type="none" w="med" len="med"/>
            <a:tailEnd type="none" w="med" len="med"/>
          </a:ln>
          <a:effectLst/>
        </p:spPr>
      </p:cxnSp>
      <p:sp>
        <p:nvSpPr>
          <p:cNvPr id="378" name="Rectangle 377"/>
          <p:cNvSpPr/>
          <p:nvPr/>
        </p:nvSpPr>
        <p:spPr bwMode="auto">
          <a:xfrm>
            <a:off x="541866" y="1134514"/>
            <a:ext cx="4588873" cy="5130715"/>
          </a:xfrm>
          <a:prstGeom prst="rect">
            <a:avLst/>
          </a:prstGeom>
          <a:pattFill prst="ltVert">
            <a:fgClr>
              <a:srgbClr val="FF0000"/>
            </a:fgClr>
            <a:bgClr>
              <a:schemeClr val="bg1"/>
            </a:bgClr>
          </a:patt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smtClean="0">
              <a:ln>
                <a:noFill/>
              </a:ln>
              <a:solidFill>
                <a:schemeClr val="tx1"/>
              </a:solidFill>
              <a:effectLst/>
              <a:latin typeface="Arial" charset="0"/>
              <a:cs typeface="Arial" charset="0"/>
            </a:endParaRPr>
          </a:p>
        </p:txBody>
      </p:sp>
      <p:sp>
        <p:nvSpPr>
          <p:cNvPr id="379" name="TextBox 378"/>
          <p:cNvSpPr txBox="1"/>
          <p:nvPr/>
        </p:nvSpPr>
        <p:spPr>
          <a:xfrm>
            <a:off x="3878006" y="1305963"/>
            <a:ext cx="1083086" cy="369332"/>
          </a:xfrm>
          <a:prstGeom prst="rect">
            <a:avLst/>
          </a:prstGeom>
          <a:noFill/>
        </p:spPr>
        <p:txBody>
          <a:bodyPr wrap="none" rtlCol="0">
            <a:spAutoFit/>
          </a:bodyPr>
          <a:lstStyle/>
          <a:p>
            <a:r>
              <a:rPr lang="en-US" dirty="0"/>
              <a:t>x</a:t>
            </a:r>
            <a:r>
              <a:rPr lang="en-US" dirty="0" smtClean="0"/>
              <a:t>1 &lt;= 80</a:t>
            </a:r>
            <a:endParaRPr lang="en-US" dirty="0"/>
          </a:p>
        </p:txBody>
      </p:sp>
      <p:sp>
        <p:nvSpPr>
          <p:cNvPr id="380" name="Rectangle 379"/>
          <p:cNvSpPr/>
          <p:nvPr/>
        </p:nvSpPr>
        <p:spPr bwMode="auto">
          <a:xfrm>
            <a:off x="541854" y="5130715"/>
            <a:ext cx="4605825" cy="1134504"/>
          </a:xfrm>
          <a:prstGeom prst="rect">
            <a:avLst/>
          </a:prstGeom>
          <a:pattFill prst="dkHorz">
            <a:fgClr>
              <a:srgbClr val="FFC000"/>
            </a:fgClr>
            <a:bgClr>
              <a:schemeClr val="bg1"/>
            </a:bgClr>
          </a:patt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
        <p:nvSpPr>
          <p:cNvPr id="381" name="TextBox 380"/>
          <p:cNvSpPr txBox="1"/>
          <p:nvPr/>
        </p:nvSpPr>
        <p:spPr>
          <a:xfrm>
            <a:off x="3403549" y="4782112"/>
            <a:ext cx="1083086" cy="369332"/>
          </a:xfrm>
          <a:prstGeom prst="rect">
            <a:avLst/>
          </a:prstGeom>
          <a:noFill/>
        </p:spPr>
        <p:txBody>
          <a:bodyPr wrap="none" rtlCol="0">
            <a:spAutoFit/>
          </a:bodyPr>
          <a:lstStyle/>
          <a:p>
            <a:r>
              <a:rPr lang="en-US" dirty="0"/>
              <a:t>x</a:t>
            </a:r>
            <a:r>
              <a:rPr lang="en-US" dirty="0" smtClean="0"/>
              <a:t>2 &lt;= 20</a:t>
            </a:r>
            <a:endParaRPr lang="en-US" dirty="0"/>
          </a:p>
        </p:txBody>
      </p:sp>
      <p:cxnSp>
        <p:nvCxnSpPr>
          <p:cNvPr id="383" name="Straight Connector 382"/>
          <p:cNvCxnSpPr/>
          <p:nvPr/>
        </p:nvCxnSpPr>
        <p:spPr bwMode="auto">
          <a:xfrm flipH="1" flipV="1">
            <a:off x="541854" y="4555066"/>
            <a:ext cx="6891787" cy="1727104"/>
          </a:xfrm>
          <a:prstGeom prst="line">
            <a:avLst/>
          </a:prstGeom>
          <a:noFill/>
          <a:ln w="9525" cap="flat" cmpd="sng" algn="ctr">
            <a:solidFill>
              <a:srgbClr val="000000"/>
            </a:solidFill>
            <a:prstDash val="solid"/>
            <a:round/>
            <a:headEnd type="none" w="med" len="med"/>
            <a:tailEnd type="none" w="med" len="med"/>
          </a:ln>
          <a:effectLst/>
        </p:spPr>
      </p:cxnSp>
      <p:sp>
        <p:nvSpPr>
          <p:cNvPr id="384" name="Right Triangle 383"/>
          <p:cNvSpPr/>
          <p:nvPr/>
        </p:nvSpPr>
        <p:spPr bwMode="auto">
          <a:xfrm>
            <a:off x="541854" y="4555057"/>
            <a:ext cx="6908727" cy="1727113"/>
          </a:xfrm>
          <a:prstGeom prst="rtTriangle">
            <a:avLst/>
          </a:prstGeom>
          <a:pattFill prst="lgCheck">
            <a:fgClr>
              <a:schemeClr val="accent1">
                <a:lumMod val="90000"/>
              </a:schemeClr>
            </a:fgClr>
            <a:bgClr>
              <a:schemeClr val="bg1"/>
            </a:bgClr>
          </a:patt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cxnSp>
        <p:nvCxnSpPr>
          <p:cNvPr id="386" name="Straight Connector 385"/>
          <p:cNvCxnSpPr/>
          <p:nvPr/>
        </p:nvCxnSpPr>
        <p:spPr bwMode="auto">
          <a:xfrm>
            <a:off x="541854" y="5130715"/>
            <a:ext cx="7484441" cy="16941"/>
          </a:xfrm>
          <a:prstGeom prst="line">
            <a:avLst/>
          </a:prstGeom>
          <a:noFill/>
          <a:ln w="9525" cap="flat" cmpd="sng" algn="ctr">
            <a:solidFill>
              <a:srgbClr val="000000"/>
            </a:solidFill>
            <a:prstDash val="solid"/>
            <a:round/>
            <a:headEnd type="none" w="med" len="med"/>
            <a:tailEnd type="none" w="med" len="med"/>
          </a:ln>
          <a:effectLst/>
        </p:spPr>
      </p:cxnSp>
      <p:sp>
        <p:nvSpPr>
          <p:cNvPr id="387" name="TextBox 386"/>
          <p:cNvSpPr txBox="1"/>
          <p:nvPr/>
        </p:nvSpPr>
        <p:spPr>
          <a:xfrm rot="892920">
            <a:off x="796349" y="4525449"/>
            <a:ext cx="1910837" cy="369332"/>
          </a:xfrm>
          <a:prstGeom prst="rect">
            <a:avLst/>
          </a:prstGeom>
          <a:noFill/>
        </p:spPr>
        <p:txBody>
          <a:bodyPr wrap="none" rtlCol="0">
            <a:spAutoFit/>
          </a:bodyPr>
          <a:lstStyle/>
          <a:p>
            <a:r>
              <a:rPr lang="en-US" dirty="0" smtClean="0"/>
              <a:t>x1 + 4 x2 &lt;= 120</a:t>
            </a:r>
            <a:endParaRPr lang="en-US" dirty="0"/>
          </a:p>
        </p:txBody>
      </p:sp>
      <p:sp>
        <p:nvSpPr>
          <p:cNvPr id="388" name="TextBox 387"/>
          <p:cNvSpPr txBox="1"/>
          <p:nvPr/>
        </p:nvSpPr>
        <p:spPr>
          <a:xfrm>
            <a:off x="100432" y="4807902"/>
            <a:ext cx="441422" cy="369332"/>
          </a:xfrm>
          <a:prstGeom prst="rect">
            <a:avLst/>
          </a:prstGeom>
          <a:noFill/>
        </p:spPr>
        <p:txBody>
          <a:bodyPr wrap="none" rtlCol="0">
            <a:spAutoFit/>
          </a:bodyPr>
          <a:lstStyle/>
          <a:p>
            <a:r>
              <a:rPr lang="en-US" dirty="0" smtClean="0"/>
              <a:t>20</a:t>
            </a:r>
            <a:endParaRPr lang="en-US" dirty="0"/>
          </a:p>
        </p:txBody>
      </p:sp>
      <p:sp>
        <p:nvSpPr>
          <p:cNvPr id="389" name="TextBox 388"/>
          <p:cNvSpPr txBox="1"/>
          <p:nvPr/>
        </p:nvSpPr>
        <p:spPr>
          <a:xfrm>
            <a:off x="67860" y="4179387"/>
            <a:ext cx="441422" cy="369332"/>
          </a:xfrm>
          <a:prstGeom prst="rect">
            <a:avLst/>
          </a:prstGeom>
          <a:noFill/>
        </p:spPr>
        <p:txBody>
          <a:bodyPr wrap="none" rtlCol="0">
            <a:spAutoFit/>
          </a:bodyPr>
          <a:lstStyle/>
          <a:p>
            <a:r>
              <a:rPr lang="en-US" dirty="0" smtClean="0"/>
              <a:t>30</a:t>
            </a:r>
            <a:endParaRPr lang="en-US" dirty="0"/>
          </a:p>
        </p:txBody>
      </p:sp>
      <p:sp>
        <p:nvSpPr>
          <p:cNvPr id="390" name="Rectangle 389"/>
          <p:cNvSpPr/>
          <p:nvPr/>
        </p:nvSpPr>
        <p:spPr bwMode="auto">
          <a:xfrm>
            <a:off x="7111903" y="6180564"/>
            <a:ext cx="897457"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r>
              <a:rPr lang="en-US" sz="2400" dirty="0" smtClean="0">
                <a:latin typeface="Arial" charset="0"/>
                <a:cs typeface="Arial" charset="0"/>
              </a:rPr>
              <a:t>12</a:t>
            </a:r>
            <a:r>
              <a:rPr kumimoji="0" lang="en-US" sz="2400" b="0" i="0" u="none" strike="noStrike" cap="none" normalizeH="0" baseline="0" dirty="0" smtClean="0">
                <a:ln>
                  <a:noFill/>
                </a:ln>
                <a:solidFill>
                  <a:schemeClr val="tx1"/>
                </a:solidFill>
                <a:effectLst/>
                <a:latin typeface="Arial" charset="0"/>
                <a:cs typeface="Arial" charset="0"/>
              </a:rPr>
              <a:t>0</a:t>
            </a:r>
          </a:p>
        </p:txBody>
      </p:sp>
      <p:cxnSp>
        <p:nvCxnSpPr>
          <p:cNvPr id="392" name="Straight Connector 391"/>
          <p:cNvCxnSpPr/>
          <p:nvPr/>
        </p:nvCxnSpPr>
        <p:spPr bwMode="auto">
          <a:xfrm flipH="1" flipV="1">
            <a:off x="5130739" y="558792"/>
            <a:ext cx="16940" cy="5723378"/>
          </a:xfrm>
          <a:prstGeom prst="line">
            <a:avLst/>
          </a:prstGeom>
          <a:noFill/>
          <a:ln w="9525" cap="flat" cmpd="sng" algn="ctr">
            <a:solidFill>
              <a:srgbClr val="000000"/>
            </a:solidFill>
            <a:prstDash val="solid"/>
            <a:round/>
            <a:headEnd type="none" w="med" len="med"/>
            <a:tailEnd type="none" w="med" len="med"/>
          </a:ln>
          <a:effectLst/>
        </p:spPr>
      </p:cxnSp>
      <p:cxnSp>
        <p:nvCxnSpPr>
          <p:cNvPr id="394" name="Straight Connector 393"/>
          <p:cNvCxnSpPr/>
          <p:nvPr/>
        </p:nvCxnSpPr>
        <p:spPr bwMode="auto">
          <a:xfrm flipV="1">
            <a:off x="5130739" y="5706448"/>
            <a:ext cx="0" cy="575722"/>
          </a:xfrm>
          <a:prstGeom prst="line">
            <a:avLst/>
          </a:prstGeom>
          <a:noFill/>
          <a:ln w="50800" cap="flat" cmpd="sng" algn="ctr">
            <a:solidFill>
              <a:srgbClr val="FF0000"/>
            </a:solidFill>
            <a:prstDash val="solid"/>
            <a:round/>
            <a:headEnd type="none" w="med" len="med"/>
            <a:tailEnd type="none" w="med" len="med"/>
          </a:ln>
          <a:effectLst/>
        </p:spPr>
      </p:cxnSp>
      <p:cxnSp>
        <p:nvCxnSpPr>
          <p:cNvPr id="396" name="Straight Connector 395"/>
          <p:cNvCxnSpPr/>
          <p:nvPr/>
        </p:nvCxnSpPr>
        <p:spPr bwMode="auto">
          <a:xfrm flipV="1">
            <a:off x="509282" y="5130716"/>
            <a:ext cx="2352427" cy="16940"/>
          </a:xfrm>
          <a:prstGeom prst="line">
            <a:avLst/>
          </a:prstGeom>
          <a:noFill/>
          <a:ln w="50800" cap="flat" cmpd="sng" algn="ctr">
            <a:solidFill>
              <a:srgbClr val="FF0000"/>
            </a:solidFill>
            <a:prstDash val="solid"/>
            <a:round/>
            <a:headEnd type="none" w="med" len="med"/>
            <a:tailEnd type="none" w="med" len="med"/>
          </a:ln>
          <a:effectLst/>
        </p:spPr>
      </p:cxnSp>
      <p:cxnSp>
        <p:nvCxnSpPr>
          <p:cNvPr id="399" name="Straight Connector 398"/>
          <p:cNvCxnSpPr/>
          <p:nvPr/>
        </p:nvCxnSpPr>
        <p:spPr bwMode="auto">
          <a:xfrm>
            <a:off x="2861709" y="5130705"/>
            <a:ext cx="2285970" cy="575743"/>
          </a:xfrm>
          <a:prstGeom prst="line">
            <a:avLst/>
          </a:prstGeom>
          <a:noFill/>
          <a:ln w="50800" cap="flat" cmpd="sng" algn="ctr">
            <a:solidFill>
              <a:srgbClr val="FF0000"/>
            </a:solidFill>
            <a:prstDash val="solid"/>
            <a:round/>
            <a:headEnd type="none" w="med" len="med"/>
            <a:tailEnd type="none" w="med" len="med"/>
          </a:ln>
          <a:effectLst/>
        </p:spPr>
      </p:cxnSp>
      <p:sp>
        <p:nvSpPr>
          <p:cNvPr id="400" name="Rectangle 399"/>
          <p:cNvSpPr/>
          <p:nvPr/>
        </p:nvSpPr>
        <p:spPr>
          <a:xfrm>
            <a:off x="6028169" y="1377946"/>
            <a:ext cx="1851789" cy="369332"/>
          </a:xfrm>
          <a:prstGeom prst="rect">
            <a:avLst/>
          </a:prstGeom>
        </p:spPr>
        <p:txBody>
          <a:bodyPr wrap="none">
            <a:spAutoFit/>
          </a:bodyPr>
          <a:lstStyle/>
          <a:p>
            <a:pPr marL="57150" indent="0">
              <a:buNone/>
            </a:pPr>
            <a:r>
              <a:rPr lang="en-US" dirty="0"/>
              <a:t> </a:t>
            </a:r>
            <a:r>
              <a:rPr lang="en-US" b="1" dirty="0">
                <a:solidFill>
                  <a:srgbClr val="FF0000"/>
                </a:solidFill>
              </a:rPr>
              <a:t>Max </a:t>
            </a:r>
            <a:r>
              <a:rPr lang="en-US" b="1" dirty="0" smtClean="0">
                <a:solidFill>
                  <a:srgbClr val="FF0000"/>
                </a:solidFill>
              </a:rPr>
              <a:t>x1 </a:t>
            </a:r>
            <a:r>
              <a:rPr lang="en-US" b="1" dirty="0">
                <a:solidFill>
                  <a:srgbClr val="FF0000"/>
                </a:solidFill>
              </a:rPr>
              <a:t>+ </a:t>
            </a:r>
            <a:r>
              <a:rPr lang="en-US" b="1" dirty="0" smtClean="0">
                <a:solidFill>
                  <a:srgbClr val="FF0000"/>
                </a:solidFill>
              </a:rPr>
              <a:t>4 </a:t>
            </a:r>
            <a:r>
              <a:rPr lang="en-US" b="1" dirty="0">
                <a:solidFill>
                  <a:srgbClr val="FF0000"/>
                </a:solidFill>
              </a:rPr>
              <a:t>x2 </a:t>
            </a:r>
          </a:p>
        </p:txBody>
      </p:sp>
      <p:sp>
        <p:nvSpPr>
          <p:cNvPr id="401" name="Rectangle 400"/>
          <p:cNvSpPr/>
          <p:nvPr/>
        </p:nvSpPr>
        <p:spPr>
          <a:xfrm>
            <a:off x="6011333" y="2014140"/>
            <a:ext cx="4572000" cy="1754326"/>
          </a:xfrm>
          <a:prstGeom prst="rect">
            <a:avLst/>
          </a:prstGeom>
        </p:spPr>
        <p:txBody>
          <a:bodyPr>
            <a:spAutoFit/>
          </a:bodyPr>
          <a:lstStyle/>
          <a:p>
            <a:pPr marL="57150" indent="0">
              <a:buNone/>
            </a:pPr>
            <a:r>
              <a:rPr lang="en-US" dirty="0"/>
              <a:t>x1 	</a:t>
            </a:r>
            <a:r>
              <a:rPr lang="en-US" dirty="0" smtClean="0"/>
              <a:t>         </a:t>
            </a:r>
            <a:r>
              <a:rPr lang="en-US" dirty="0"/>
              <a:t>&lt;= </a:t>
            </a:r>
            <a:r>
              <a:rPr lang="en-US" dirty="0" smtClean="0"/>
              <a:t>80</a:t>
            </a:r>
          </a:p>
          <a:p>
            <a:pPr marL="57150" indent="0">
              <a:buNone/>
            </a:pPr>
            <a:r>
              <a:rPr lang="en-US" dirty="0" smtClean="0"/>
              <a:t>x2          </a:t>
            </a:r>
            <a:r>
              <a:rPr lang="en-US" dirty="0"/>
              <a:t>&lt;= 20</a:t>
            </a:r>
          </a:p>
          <a:p>
            <a:pPr marL="57150" indent="0">
              <a:buNone/>
            </a:pPr>
            <a:r>
              <a:rPr lang="en-US" dirty="0" smtClean="0"/>
              <a:t>x1 </a:t>
            </a:r>
            <a:r>
              <a:rPr lang="en-US" dirty="0"/>
              <a:t>+ 4 x2 &lt;= </a:t>
            </a:r>
            <a:r>
              <a:rPr lang="en-US" dirty="0" smtClean="0"/>
              <a:t>120</a:t>
            </a:r>
          </a:p>
          <a:p>
            <a:pPr marL="57150" indent="0">
              <a:buNone/>
            </a:pPr>
            <a:endParaRPr lang="en-US" dirty="0" smtClean="0"/>
          </a:p>
          <a:p>
            <a:pPr marL="57150" indent="0">
              <a:buNone/>
            </a:pPr>
            <a:endParaRPr lang="en-US" dirty="0" smtClean="0"/>
          </a:p>
          <a:p>
            <a:pPr marL="57150" indent="0">
              <a:buNone/>
            </a:pPr>
            <a:r>
              <a:rPr lang="en-US" dirty="0" smtClean="0"/>
              <a:t>x1 &gt;=0; x2 &gt;= 0</a:t>
            </a:r>
            <a:endParaRPr lang="en-US" dirty="0"/>
          </a:p>
        </p:txBody>
      </p:sp>
      <p:sp>
        <p:nvSpPr>
          <p:cNvPr id="410" name="TextBox 409"/>
          <p:cNvSpPr txBox="1"/>
          <p:nvPr/>
        </p:nvSpPr>
        <p:spPr>
          <a:xfrm>
            <a:off x="1539744" y="6366938"/>
            <a:ext cx="441422" cy="369332"/>
          </a:xfrm>
          <a:prstGeom prst="rect">
            <a:avLst/>
          </a:prstGeom>
          <a:noFill/>
        </p:spPr>
        <p:txBody>
          <a:bodyPr wrap="none" rtlCol="0">
            <a:spAutoFit/>
          </a:bodyPr>
          <a:lstStyle/>
          <a:p>
            <a:r>
              <a:rPr lang="en-US" dirty="0" smtClean="0"/>
              <a:t>20</a:t>
            </a:r>
            <a:endParaRPr lang="en-US" dirty="0"/>
          </a:p>
        </p:txBody>
      </p:sp>
      <p:sp>
        <p:nvSpPr>
          <p:cNvPr id="411" name="TextBox 410"/>
          <p:cNvSpPr txBox="1"/>
          <p:nvPr/>
        </p:nvSpPr>
        <p:spPr>
          <a:xfrm>
            <a:off x="50933" y="5441797"/>
            <a:ext cx="441422" cy="369332"/>
          </a:xfrm>
          <a:prstGeom prst="rect">
            <a:avLst/>
          </a:prstGeom>
          <a:noFill/>
        </p:spPr>
        <p:txBody>
          <a:bodyPr wrap="none" rtlCol="0">
            <a:spAutoFit/>
          </a:bodyPr>
          <a:lstStyle/>
          <a:p>
            <a:r>
              <a:rPr lang="en-US" dirty="0"/>
              <a:t>1</a:t>
            </a:r>
            <a:r>
              <a:rPr lang="en-US" dirty="0" smtClean="0"/>
              <a:t>0</a:t>
            </a:r>
            <a:endParaRPr lang="en-US" dirty="0"/>
          </a:p>
        </p:txBody>
      </p:sp>
      <p:sp>
        <p:nvSpPr>
          <p:cNvPr id="418" name="TextBox 417"/>
          <p:cNvSpPr txBox="1"/>
          <p:nvPr/>
        </p:nvSpPr>
        <p:spPr>
          <a:xfrm>
            <a:off x="2653985" y="6334672"/>
            <a:ext cx="441422" cy="369332"/>
          </a:xfrm>
          <a:prstGeom prst="rect">
            <a:avLst/>
          </a:prstGeom>
          <a:noFill/>
        </p:spPr>
        <p:txBody>
          <a:bodyPr wrap="none" rtlCol="0">
            <a:spAutoFit/>
          </a:bodyPr>
          <a:lstStyle/>
          <a:p>
            <a:r>
              <a:rPr lang="en-US" dirty="0"/>
              <a:t>4</a:t>
            </a:r>
            <a:r>
              <a:rPr lang="en-US" dirty="0" smtClean="0"/>
              <a:t>0</a:t>
            </a:r>
            <a:endParaRPr lang="en-US" dirty="0"/>
          </a:p>
        </p:txBody>
      </p:sp>
      <p:sp>
        <p:nvSpPr>
          <p:cNvPr id="419" name="TextBox 418"/>
          <p:cNvSpPr txBox="1"/>
          <p:nvPr/>
        </p:nvSpPr>
        <p:spPr>
          <a:xfrm>
            <a:off x="3806229" y="6366938"/>
            <a:ext cx="441422" cy="369332"/>
          </a:xfrm>
          <a:prstGeom prst="rect">
            <a:avLst/>
          </a:prstGeom>
          <a:noFill/>
        </p:spPr>
        <p:txBody>
          <a:bodyPr wrap="none" rtlCol="0">
            <a:spAutoFit/>
          </a:bodyPr>
          <a:lstStyle/>
          <a:p>
            <a:r>
              <a:rPr lang="en-US" dirty="0" smtClean="0"/>
              <a:t>60</a:t>
            </a:r>
            <a:endParaRPr lang="en-US" dirty="0"/>
          </a:p>
        </p:txBody>
      </p:sp>
      <p:cxnSp>
        <p:nvCxnSpPr>
          <p:cNvPr id="427" name="Straight Arrow Connector 426"/>
          <p:cNvCxnSpPr/>
          <p:nvPr/>
        </p:nvCxnSpPr>
        <p:spPr bwMode="auto">
          <a:xfrm flipV="1">
            <a:off x="2861709" y="6180461"/>
            <a:ext cx="0" cy="101709"/>
          </a:xfrm>
          <a:prstGeom prst="straightConnector1">
            <a:avLst/>
          </a:prstGeom>
          <a:noFill/>
          <a:ln w="9525" cap="flat" cmpd="sng" algn="ctr">
            <a:noFill/>
            <a:prstDash val="solid"/>
            <a:round/>
            <a:headEnd type="none" w="med" len="med"/>
            <a:tailEnd type="arrow"/>
          </a:ln>
          <a:effectLst/>
        </p:spPr>
      </p:cxnSp>
      <p:cxnSp>
        <p:nvCxnSpPr>
          <p:cNvPr id="443" name="Straight Connector 442"/>
          <p:cNvCxnSpPr/>
          <p:nvPr/>
        </p:nvCxnSpPr>
        <p:spPr bwMode="auto">
          <a:xfrm>
            <a:off x="526215" y="5130716"/>
            <a:ext cx="0" cy="1134513"/>
          </a:xfrm>
          <a:prstGeom prst="line">
            <a:avLst/>
          </a:prstGeom>
          <a:noFill/>
          <a:ln w="50800" cap="flat" cmpd="sng" algn="ctr">
            <a:solidFill>
              <a:srgbClr val="FF0000"/>
            </a:solidFill>
            <a:prstDash val="solid"/>
            <a:round/>
            <a:headEnd type="none" w="med" len="med"/>
            <a:tailEnd type="none" w="med" len="med"/>
          </a:ln>
          <a:effectLst/>
        </p:spPr>
      </p:cxnSp>
      <p:cxnSp>
        <p:nvCxnSpPr>
          <p:cNvPr id="445" name="Straight Connector 444"/>
          <p:cNvCxnSpPr/>
          <p:nvPr/>
        </p:nvCxnSpPr>
        <p:spPr bwMode="auto">
          <a:xfrm>
            <a:off x="424670" y="6282170"/>
            <a:ext cx="4638397" cy="0"/>
          </a:xfrm>
          <a:prstGeom prst="line">
            <a:avLst/>
          </a:prstGeom>
          <a:noFill/>
          <a:ln w="50800" cap="flat" cmpd="sng" algn="ctr">
            <a:solidFill>
              <a:srgbClr val="FF0000"/>
            </a:solidFill>
            <a:prstDash val="solid"/>
            <a:round/>
            <a:headEnd type="none" w="med" len="med"/>
            <a:tailEnd type="none" w="med" len="med"/>
          </a:ln>
          <a:effectLst/>
        </p:spPr>
      </p:cxnSp>
      <p:sp>
        <p:nvSpPr>
          <p:cNvPr id="454" name="Rectangle 453"/>
          <p:cNvSpPr/>
          <p:nvPr/>
        </p:nvSpPr>
        <p:spPr bwMode="auto">
          <a:xfrm>
            <a:off x="5790470" y="6265229"/>
            <a:ext cx="880589"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r>
              <a:rPr lang="en-US" sz="2400" dirty="0" smtClean="0">
                <a:latin typeface="Arial" charset="0"/>
                <a:cs typeface="Arial" charset="0"/>
              </a:rPr>
              <a:t>10</a:t>
            </a:r>
            <a:r>
              <a:rPr kumimoji="0" lang="en-US" sz="2400" b="0" i="0" u="none" strike="noStrike" cap="none" normalizeH="0" baseline="0" dirty="0" smtClean="0">
                <a:ln>
                  <a:noFill/>
                </a:ln>
                <a:solidFill>
                  <a:schemeClr val="tx1"/>
                </a:solidFill>
                <a:effectLst/>
                <a:latin typeface="Arial" charset="0"/>
                <a:cs typeface="Arial" charset="0"/>
              </a:rPr>
              <a:t>0</a:t>
            </a:r>
          </a:p>
        </p:txBody>
      </p:sp>
      <p:sp>
        <p:nvSpPr>
          <p:cNvPr id="455" name="TextBox 454"/>
          <p:cNvSpPr txBox="1"/>
          <p:nvPr/>
        </p:nvSpPr>
        <p:spPr>
          <a:xfrm>
            <a:off x="84796" y="3197276"/>
            <a:ext cx="441422" cy="369332"/>
          </a:xfrm>
          <a:prstGeom prst="rect">
            <a:avLst/>
          </a:prstGeom>
          <a:noFill/>
        </p:spPr>
        <p:txBody>
          <a:bodyPr wrap="none" rtlCol="0">
            <a:spAutoFit/>
          </a:bodyPr>
          <a:lstStyle/>
          <a:p>
            <a:r>
              <a:rPr lang="en-US" dirty="0"/>
              <a:t>5</a:t>
            </a:r>
            <a:r>
              <a:rPr lang="en-US" dirty="0" smtClean="0"/>
              <a:t>0</a:t>
            </a:r>
            <a:endParaRPr lang="en-US" dirty="0"/>
          </a:p>
        </p:txBody>
      </p:sp>
      <p:sp>
        <p:nvSpPr>
          <p:cNvPr id="408" name="Rectangle 407"/>
          <p:cNvSpPr/>
          <p:nvPr/>
        </p:nvSpPr>
        <p:spPr>
          <a:xfrm>
            <a:off x="2222185" y="70851"/>
            <a:ext cx="5899948" cy="584775"/>
          </a:xfrm>
          <a:prstGeom prst="rect">
            <a:avLst/>
          </a:prstGeom>
        </p:spPr>
        <p:txBody>
          <a:bodyPr wrap="none">
            <a:spAutoFit/>
          </a:bodyPr>
          <a:lstStyle/>
          <a:p>
            <a:r>
              <a:rPr lang="en-US" sz="3200" dirty="0">
                <a:solidFill>
                  <a:srgbClr val="000000"/>
                </a:solidFill>
                <a:latin typeface="Times New Roman"/>
                <a:ea typeface="ＭＳ Ｐゴシック"/>
              </a:rPr>
              <a:t>Multiple Optimal Solutions – Why</a:t>
            </a:r>
            <a:endParaRPr lang="en-US" sz="6600" dirty="0">
              <a:solidFill>
                <a:srgbClr val="000000"/>
              </a:solidFill>
              <a:latin typeface="Arial"/>
              <a:ea typeface="ＭＳ Ｐゴシック"/>
              <a:cs typeface="Arial"/>
            </a:endParaRPr>
          </a:p>
        </p:txBody>
      </p:sp>
      <p:cxnSp>
        <p:nvCxnSpPr>
          <p:cNvPr id="409" name="Straight Connector 408"/>
          <p:cNvCxnSpPr/>
          <p:nvPr/>
        </p:nvCxnSpPr>
        <p:spPr bwMode="auto">
          <a:xfrm>
            <a:off x="492355" y="5706426"/>
            <a:ext cx="2352401" cy="628246"/>
          </a:xfrm>
          <a:prstGeom prst="line">
            <a:avLst/>
          </a:prstGeom>
          <a:noFill/>
          <a:ln w="38100" cap="flat" cmpd="sng" algn="ctr">
            <a:solidFill>
              <a:srgbClr val="7030A0"/>
            </a:solidFill>
            <a:prstDash val="dash"/>
            <a:round/>
            <a:headEnd type="none" w="med" len="med"/>
            <a:tailEnd type="none" w="med" len="med"/>
          </a:ln>
          <a:effectLst/>
        </p:spPr>
      </p:cxnSp>
      <p:cxnSp>
        <p:nvCxnSpPr>
          <p:cNvPr id="412" name="Straight Connector 411"/>
          <p:cNvCxnSpPr/>
          <p:nvPr/>
        </p:nvCxnSpPr>
        <p:spPr bwMode="auto">
          <a:xfrm>
            <a:off x="526215" y="5130705"/>
            <a:ext cx="4604512" cy="1151466"/>
          </a:xfrm>
          <a:prstGeom prst="line">
            <a:avLst/>
          </a:prstGeom>
          <a:noFill/>
          <a:ln w="38100" cap="flat" cmpd="sng" algn="ctr">
            <a:solidFill>
              <a:srgbClr val="7030A0"/>
            </a:solidFill>
            <a:prstDash val="dash"/>
            <a:round/>
            <a:headEnd type="none" w="med" len="med"/>
            <a:tailEnd type="none" w="med" len="med"/>
          </a:ln>
          <a:effectLst/>
        </p:spPr>
      </p:cxnSp>
      <p:cxnSp>
        <p:nvCxnSpPr>
          <p:cNvPr id="413" name="Straight Connector 412"/>
          <p:cNvCxnSpPr/>
          <p:nvPr/>
        </p:nvCxnSpPr>
        <p:spPr bwMode="auto">
          <a:xfrm>
            <a:off x="534046" y="4551772"/>
            <a:ext cx="6932167" cy="1739696"/>
          </a:xfrm>
          <a:prstGeom prst="line">
            <a:avLst/>
          </a:prstGeom>
          <a:noFill/>
          <a:ln w="38100" cap="flat" cmpd="sng" algn="ctr">
            <a:solidFill>
              <a:srgbClr val="7030A0"/>
            </a:solidFill>
            <a:prstDash val="dash"/>
            <a:round/>
            <a:headEnd type="none" w="med" len="med"/>
            <a:tailEnd type="none" w="med" len="med"/>
          </a:ln>
          <a:effectLst/>
        </p:spPr>
      </p:cxnSp>
      <p:sp>
        <p:nvSpPr>
          <p:cNvPr id="414" name="TextBox 413"/>
          <p:cNvSpPr txBox="1"/>
          <p:nvPr/>
        </p:nvSpPr>
        <p:spPr>
          <a:xfrm>
            <a:off x="4013203" y="3996277"/>
            <a:ext cx="5171345" cy="369332"/>
          </a:xfrm>
          <a:prstGeom prst="rect">
            <a:avLst/>
          </a:prstGeom>
          <a:noFill/>
        </p:spPr>
        <p:txBody>
          <a:bodyPr wrap="none" rtlCol="0">
            <a:spAutoFit/>
          </a:bodyPr>
          <a:lstStyle/>
          <a:p>
            <a:r>
              <a:rPr lang="en-US" dirty="0" err="1" smtClean="0">
                <a:solidFill>
                  <a:srgbClr val="000000"/>
                </a:solidFill>
                <a:latin typeface="Times New Roman"/>
                <a:ea typeface="ＭＳ Ｐゴシック"/>
              </a:rPr>
              <a:t>Isoprofit</a:t>
            </a:r>
            <a:r>
              <a:rPr lang="en-US" dirty="0" smtClean="0">
                <a:solidFill>
                  <a:srgbClr val="000000"/>
                </a:solidFill>
                <a:latin typeface="Times New Roman"/>
                <a:ea typeface="ＭＳ Ｐゴシック"/>
              </a:rPr>
              <a:t> lines (for different forest and park areas)</a:t>
            </a:r>
            <a:endParaRPr lang="en-US" dirty="0">
              <a:solidFill>
                <a:srgbClr val="000000"/>
              </a:solidFill>
              <a:latin typeface="Times New Roman"/>
              <a:ea typeface="ＭＳ Ｐゴシック"/>
            </a:endParaRPr>
          </a:p>
        </p:txBody>
      </p:sp>
      <p:sp>
        <p:nvSpPr>
          <p:cNvPr id="415" name="TextBox 414"/>
          <p:cNvSpPr txBox="1"/>
          <p:nvPr/>
        </p:nvSpPr>
        <p:spPr>
          <a:xfrm>
            <a:off x="6577903" y="4438570"/>
            <a:ext cx="1647318" cy="369332"/>
          </a:xfrm>
          <a:prstGeom prst="rect">
            <a:avLst/>
          </a:prstGeom>
          <a:noFill/>
        </p:spPr>
        <p:txBody>
          <a:bodyPr wrap="none" rtlCol="0">
            <a:spAutoFit/>
          </a:bodyPr>
          <a:lstStyle/>
          <a:p>
            <a:r>
              <a:rPr lang="en-US" dirty="0">
                <a:solidFill>
                  <a:srgbClr val="000000"/>
                </a:solidFill>
                <a:latin typeface="Times New Roman"/>
                <a:ea typeface="ＭＳ Ｐゴシック"/>
              </a:rPr>
              <a:t>x</a:t>
            </a:r>
            <a:r>
              <a:rPr lang="en-US" dirty="0" smtClean="0">
                <a:solidFill>
                  <a:srgbClr val="000000"/>
                </a:solidFill>
                <a:latin typeface="Times New Roman"/>
                <a:ea typeface="ＭＳ Ｐゴシック"/>
              </a:rPr>
              <a:t>2 = - 4 x1 + c </a:t>
            </a:r>
            <a:endParaRPr lang="en-US" dirty="0">
              <a:solidFill>
                <a:srgbClr val="000000"/>
              </a:solidFill>
              <a:latin typeface="Times New Roman"/>
              <a:ea typeface="ＭＳ Ｐゴシック"/>
            </a:endParaRPr>
          </a:p>
        </p:txBody>
      </p:sp>
    </p:spTree>
    <p:extLst>
      <p:ext uri="{BB962C8B-B14F-4D97-AF65-F5344CB8AC3E}">
        <p14:creationId xmlns:p14="http://schemas.microsoft.com/office/powerpoint/2010/main" val="369646986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2" name="Rectangle 381"/>
          <p:cNvSpPr/>
          <p:nvPr/>
        </p:nvSpPr>
        <p:spPr bwMode="auto">
          <a:xfrm>
            <a:off x="541866" y="1134514"/>
            <a:ext cx="4588873" cy="5130715"/>
          </a:xfrm>
          <a:prstGeom prst="rect">
            <a:avLst/>
          </a:prstGeom>
          <a:pattFill prst="ltVert">
            <a:fgClr>
              <a:srgbClr val="FF0000"/>
            </a:fgClr>
            <a:bgClr>
              <a:schemeClr val="bg1"/>
            </a:bgClr>
          </a:patt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smtClean="0">
              <a:ln>
                <a:noFill/>
              </a:ln>
              <a:solidFill>
                <a:schemeClr val="tx1"/>
              </a:solidFill>
              <a:effectLst/>
              <a:latin typeface="Arial" charset="0"/>
              <a:cs typeface="Arial" charset="0"/>
            </a:endParaRPr>
          </a:p>
        </p:txBody>
      </p:sp>
      <p:sp>
        <p:nvSpPr>
          <p:cNvPr id="5" name="Rectangle 4"/>
          <p:cNvSpPr/>
          <p:nvPr/>
        </p:nvSpPr>
        <p:spPr bwMode="auto">
          <a:xfrm>
            <a:off x="4148667" y="3759200"/>
            <a:ext cx="914400" cy="914400"/>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grpSp>
        <p:nvGrpSpPr>
          <p:cNvPr id="369" name="Group 368"/>
          <p:cNvGrpSpPr/>
          <p:nvPr/>
        </p:nvGrpSpPr>
        <p:grpSpPr>
          <a:xfrm>
            <a:off x="-16939" y="0"/>
            <a:ext cx="9177758" cy="6840962"/>
            <a:chOff x="-16939" y="304794"/>
            <a:chExt cx="9177758" cy="6840962"/>
          </a:xfrm>
        </p:grpSpPr>
        <p:grpSp>
          <p:nvGrpSpPr>
            <p:cNvPr id="70" name="Group 69"/>
            <p:cNvGrpSpPr/>
            <p:nvPr/>
          </p:nvGrpSpPr>
          <p:grpSpPr>
            <a:xfrm>
              <a:off x="-16936" y="304794"/>
              <a:ext cx="9177749" cy="1134535"/>
              <a:chOff x="-16936" y="304794"/>
              <a:chExt cx="9177749" cy="1134535"/>
            </a:xfrm>
          </p:grpSpPr>
          <p:grpSp>
            <p:nvGrpSpPr>
              <p:cNvPr id="40" name="Group 39"/>
              <p:cNvGrpSpPr/>
              <p:nvPr/>
            </p:nvGrpSpPr>
            <p:grpSpPr>
              <a:xfrm>
                <a:off x="-16936" y="304794"/>
                <a:ext cx="9177746" cy="575743"/>
                <a:chOff x="304791" y="304794"/>
                <a:chExt cx="9177746" cy="575743"/>
              </a:xfrm>
            </p:grpSpPr>
            <p:grpSp>
              <p:nvGrpSpPr>
                <p:cNvPr id="25" name="Group 24"/>
                <p:cNvGrpSpPr/>
                <p:nvPr/>
              </p:nvGrpSpPr>
              <p:grpSpPr>
                <a:xfrm>
                  <a:off x="304791" y="304794"/>
                  <a:ext cx="4588873" cy="575738"/>
                  <a:chOff x="2455324" y="304801"/>
                  <a:chExt cx="4588873" cy="575738"/>
                </a:xfrm>
              </p:grpSpPr>
              <p:grpSp>
                <p:nvGrpSpPr>
                  <p:cNvPr id="14" name="Group 13"/>
                  <p:cNvGrpSpPr/>
                  <p:nvPr/>
                </p:nvGrpSpPr>
                <p:grpSpPr>
                  <a:xfrm>
                    <a:off x="2455324" y="304801"/>
                    <a:ext cx="1134524" cy="575735"/>
                    <a:chOff x="2455324" y="304801"/>
                    <a:chExt cx="1134524" cy="575735"/>
                  </a:xfrm>
                </p:grpSpPr>
                <p:sp>
                  <p:nvSpPr>
                    <p:cNvPr id="12" name="Rectangle 11"/>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sp>
                  <p:nvSpPr>
                    <p:cNvPr id="13" name="Rectangle 12"/>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grpSp>
              <p:grpSp>
                <p:nvGrpSpPr>
                  <p:cNvPr id="15" name="Group 14"/>
                  <p:cNvGrpSpPr/>
                  <p:nvPr/>
                </p:nvGrpSpPr>
                <p:grpSpPr>
                  <a:xfrm>
                    <a:off x="3606771" y="304804"/>
                    <a:ext cx="1134524" cy="575735"/>
                    <a:chOff x="2455324" y="304801"/>
                    <a:chExt cx="1134524" cy="575735"/>
                  </a:xfrm>
                </p:grpSpPr>
                <p:sp>
                  <p:nvSpPr>
                    <p:cNvPr id="16" name="Rectangle 15"/>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sp>
                  <p:nvSpPr>
                    <p:cNvPr id="17" name="Rectangle 16"/>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grpSp>
              <p:grpSp>
                <p:nvGrpSpPr>
                  <p:cNvPr id="24" name="Group 23"/>
                  <p:cNvGrpSpPr/>
                  <p:nvPr/>
                </p:nvGrpSpPr>
                <p:grpSpPr>
                  <a:xfrm>
                    <a:off x="4758226" y="304801"/>
                    <a:ext cx="2285971" cy="575738"/>
                    <a:chOff x="4148667" y="457201"/>
                    <a:chExt cx="2285971" cy="575738"/>
                  </a:xfrm>
                </p:grpSpPr>
                <p:grpSp>
                  <p:nvGrpSpPr>
                    <p:cNvPr id="18" name="Group 17"/>
                    <p:cNvGrpSpPr/>
                    <p:nvPr/>
                  </p:nvGrpSpPr>
                  <p:grpSpPr>
                    <a:xfrm>
                      <a:off x="4148667" y="457201"/>
                      <a:ext cx="1134524" cy="575735"/>
                      <a:chOff x="2455324" y="304801"/>
                      <a:chExt cx="1134524" cy="575735"/>
                    </a:xfrm>
                  </p:grpSpPr>
                  <p:sp>
                    <p:nvSpPr>
                      <p:cNvPr id="19" name="Rectangle 18"/>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sp>
                    <p:nvSpPr>
                      <p:cNvPr id="20" name="Rectangle 19"/>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grpSp>
                <p:grpSp>
                  <p:nvGrpSpPr>
                    <p:cNvPr id="21" name="Group 20"/>
                    <p:cNvGrpSpPr/>
                    <p:nvPr/>
                  </p:nvGrpSpPr>
                  <p:grpSpPr>
                    <a:xfrm>
                      <a:off x="5300114" y="457204"/>
                      <a:ext cx="1134524" cy="575735"/>
                      <a:chOff x="2455324" y="304801"/>
                      <a:chExt cx="1134524" cy="575735"/>
                    </a:xfrm>
                  </p:grpSpPr>
                  <p:sp>
                    <p:nvSpPr>
                      <p:cNvPr id="22" name="Rectangle 21"/>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dirty="0" smtClean="0">
                          <a:solidFill>
                            <a:srgbClr val="000000"/>
                          </a:solidFill>
                          <a:latin typeface="Arial" charset="0"/>
                          <a:ea typeface="ＭＳ Ｐゴシック"/>
                          <a:cs typeface="Arial" charset="0"/>
                        </a:endParaRPr>
                      </a:p>
                    </p:txBody>
                  </p:sp>
                  <p:sp>
                    <p:nvSpPr>
                      <p:cNvPr id="23" name="Rectangle 22"/>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grpSp>
              </p:grpSp>
            </p:grpSp>
            <p:grpSp>
              <p:nvGrpSpPr>
                <p:cNvPr id="26" name="Group 25"/>
                <p:cNvGrpSpPr/>
                <p:nvPr/>
              </p:nvGrpSpPr>
              <p:grpSpPr>
                <a:xfrm>
                  <a:off x="4893664" y="304799"/>
                  <a:ext cx="4588873" cy="575738"/>
                  <a:chOff x="2455324" y="304801"/>
                  <a:chExt cx="4588873" cy="575738"/>
                </a:xfrm>
              </p:grpSpPr>
              <p:grpSp>
                <p:nvGrpSpPr>
                  <p:cNvPr id="27" name="Group 26"/>
                  <p:cNvGrpSpPr/>
                  <p:nvPr/>
                </p:nvGrpSpPr>
                <p:grpSpPr>
                  <a:xfrm>
                    <a:off x="2455324" y="304801"/>
                    <a:ext cx="1134524" cy="575735"/>
                    <a:chOff x="2455324" y="304801"/>
                    <a:chExt cx="1134524" cy="575735"/>
                  </a:xfrm>
                </p:grpSpPr>
                <p:sp>
                  <p:nvSpPr>
                    <p:cNvPr id="38" name="Rectangle 37"/>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sp>
                  <p:nvSpPr>
                    <p:cNvPr id="39" name="Rectangle 38"/>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grpSp>
              <p:grpSp>
                <p:nvGrpSpPr>
                  <p:cNvPr id="28" name="Group 27"/>
                  <p:cNvGrpSpPr/>
                  <p:nvPr/>
                </p:nvGrpSpPr>
                <p:grpSpPr>
                  <a:xfrm>
                    <a:off x="3606771" y="304804"/>
                    <a:ext cx="1134524" cy="575735"/>
                    <a:chOff x="2455324" y="304801"/>
                    <a:chExt cx="1134524" cy="575735"/>
                  </a:xfrm>
                </p:grpSpPr>
                <p:sp>
                  <p:nvSpPr>
                    <p:cNvPr id="36" name="Rectangle 35"/>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sp>
                  <p:nvSpPr>
                    <p:cNvPr id="37" name="Rectangle 36"/>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grpSp>
              <p:grpSp>
                <p:nvGrpSpPr>
                  <p:cNvPr id="29" name="Group 28"/>
                  <p:cNvGrpSpPr/>
                  <p:nvPr/>
                </p:nvGrpSpPr>
                <p:grpSpPr>
                  <a:xfrm>
                    <a:off x="4758226" y="304801"/>
                    <a:ext cx="2285971" cy="575738"/>
                    <a:chOff x="4148667" y="457201"/>
                    <a:chExt cx="2285971" cy="575738"/>
                  </a:xfrm>
                </p:grpSpPr>
                <p:grpSp>
                  <p:nvGrpSpPr>
                    <p:cNvPr id="30" name="Group 29"/>
                    <p:cNvGrpSpPr/>
                    <p:nvPr/>
                  </p:nvGrpSpPr>
                  <p:grpSpPr>
                    <a:xfrm>
                      <a:off x="4148667" y="457201"/>
                      <a:ext cx="1134524" cy="575735"/>
                      <a:chOff x="2455324" y="304801"/>
                      <a:chExt cx="1134524" cy="575735"/>
                    </a:xfrm>
                  </p:grpSpPr>
                  <p:sp>
                    <p:nvSpPr>
                      <p:cNvPr id="34" name="Rectangle 33"/>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sp>
                    <p:nvSpPr>
                      <p:cNvPr id="35" name="Rectangle 34"/>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grpSp>
                <p:grpSp>
                  <p:nvGrpSpPr>
                    <p:cNvPr id="31" name="Group 30"/>
                    <p:cNvGrpSpPr/>
                    <p:nvPr/>
                  </p:nvGrpSpPr>
                  <p:grpSpPr>
                    <a:xfrm>
                      <a:off x="5300114" y="457204"/>
                      <a:ext cx="1134524" cy="575735"/>
                      <a:chOff x="2455324" y="304801"/>
                      <a:chExt cx="1134524" cy="575735"/>
                    </a:xfrm>
                  </p:grpSpPr>
                  <p:sp>
                    <p:nvSpPr>
                      <p:cNvPr id="32" name="Rectangle 31"/>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sp>
                    <p:nvSpPr>
                      <p:cNvPr id="33" name="Rectangle 32"/>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grpSp>
              </p:grpSp>
            </p:grpSp>
          </p:grpSp>
          <p:grpSp>
            <p:nvGrpSpPr>
              <p:cNvPr id="41" name="Group 40"/>
              <p:cNvGrpSpPr/>
              <p:nvPr/>
            </p:nvGrpSpPr>
            <p:grpSpPr>
              <a:xfrm>
                <a:off x="-16933" y="863586"/>
                <a:ext cx="9177746" cy="575743"/>
                <a:chOff x="304791" y="304794"/>
                <a:chExt cx="9177746" cy="575743"/>
              </a:xfrm>
            </p:grpSpPr>
            <p:grpSp>
              <p:nvGrpSpPr>
                <p:cNvPr id="42" name="Group 41"/>
                <p:cNvGrpSpPr/>
                <p:nvPr/>
              </p:nvGrpSpPr>
              <p:grpSpPr>
                <a:xfrm>
                  <a:off x="304791" y="304794"/>
                  <a:ext cx="4588873" cy="575738"/>
                  <a:chOff x="2455324" y="304801"/>
                  <a:chExt cx="4588873" cy="575738"/>
                </a:xfrm>
              </p:grpSpPr>
              <p:grpSp>
                <p:nvGrpSpPr>
                  <p:cNvPr id="57" name="Group 56"/>
                  <p:cNvGrpSpPr/>
                  <p:nvPr/>
                </p:nvGrpSpPr>
                <p:grpSpPr>
                  <a:xfrm>
                    <a:off x="2455324" y="304801"/>
                    <a:ext cx="1134524" cy="575735"/>
                    <a:chOff x="2455324" y="304801"/>
                    <a:chExt cx="1134524" cy="575735"/>
                  </a:xfrm>
                </p:grpSpPr>
                <p:sp>
                  <p:nvSpPr>
                    <p:cNvPr id="68" name="Rectangle 67"/>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sp>
                  <p:nvSpPr>
                    <p:cNvPr id="69" name="Rectangle 68"/>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grpSp>
              <p:grpSp>
                <p:nvGrpSpPr>
                  <p:cNvPr id="58" name="Group 57"/>
                  <p:cNvGrpSpPr/>
                  <p:nvPr/>
                </p:nvGrpSpPr>
                <p:grpSpPr>
                  <a:xfrm>
                    <a:off x="3606771" y="304804"/>
                    <a:ext cx="1134524" cy="575735"/>
                    <a:chOff x="2455324" y="304801"/>
                    <a:chExt cx="1134524" cy="575735"/>
                  </a:xfrm>
                </p:grpSpPr>
                <p:sp>
                  <p:nvSpPr>
                    <p:cNvPr id="66" name="Rectangle 65"/>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sp>
                  <p:nvSpPr>
                    <p:cNvPr id="67" name="Rectangle 66"/>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grpSp>
              <p:grpSp>
                <p:nvGrpSpPr>
                  <p:cNvPr id="59" name="Group 58"/>
                  <p:cNvGrpSpPr/>
                  <p:nvPr/>
                </p:nvGrpSpPr>
                <p:grpSpPr>
                  <a:xfrm>
                    <a:off x="4758226" y="304801"/>
                    <a:ext cx="2285971" cy="575738"/>
                    <a:chOff x="4148667" y="457201"/>
                    <a:chExt cx="2285971" cy="575738"/>
                  </a:xfrm>
                </p:grpSpPr>
                <p:grpSp>
                  <p:nvGrpSpPr>
                    <p:cNvPr id="60" name="Group 59"/>
                    <p:cNvGrpSpPr/>
                    <p:nvPr/>
                  </p:nvGrpSpPr>
                  <p:grpSpPr>
                    <a:xfrm>
                      <a:off x="4148667" y="457201"/>
                      <a:ext cx="1134524" cy="575735"/>
                      <a:chOff x="2455324" y="304801"/>
                      <a:chExt cx="1134524" cy="575735"/>
                    </a:xfrm>
                  </p:grpSpPr>
                  <p:sp>
                    <p:nvSpPr>
                      <p:cNvPr id="64" name="Rectangle 63"/>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sp>
                    <p:nvSpPr>
                      <p:cNvPr id="65" name="Rectangle 64"/>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grpSp>
                <p:grpSp>
                  <p:nvGrpSpPr>
                    <p:cNvPr id="61" name="Group 60"/>
                    <p:cNvGrpSpPr/>
                    <p:nvPr/>
                  </p:nvGrpSpPr>
                  <p:grpSpPr>
                    <a:xfrm>
                      <a:off x="5300114" y="457204"/>
                      <a:ext cx="1134524" cy="575735"/>
                      <a:chOff x="2455324" y="304801"/>
                      <a:chExt cx="1134524" cy="575735"/>
                    </a:xfrm>
                  </p:grpSpPr>
                  <p:sp>
                    <p:nvSpPr>
                      <p:cNvPr id="62" name="Rectangle 61"/>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sp>
                    <p:nvSpPr>
                      <p:cNvPr id="63" name="Rectangle 62"/>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grpSp>
              </p:grpSp>
            </p:grpSp>
            <p:grpSp>
              <p:nvGrpSpPr>
                <p:cNvPr id="43" name="Group 42"/>
                <p:cNvGrpSpPr/>
                <p:nvPr/>
              </p:nvGrpSpPr>
              <p:grpSpPr>
                <a:xfrm>
                  <a:off x="4893664" y="304799"/>
                  <a:ext cx="4588873" cy="575738"/>
                  <a:chOff x="2455324" y="304801"/>
                  <a:chExt cx="4588873" cy="575738"/>
                </a:xfrm>
              </p:grpSpPr>
              <p:grpSp>
                <p:nvGrpSpPr>
                  <p:cNvPr id="44" name="Group 43"/>
                  <p:cNvGrpSpPr/>
                  <p:nvPr/>
                </p:nvGrpSpPr>
                <p:grpSpPr>
                  <a:xfrm>
                    <a:off x="2455324" y="304801"/>
                    <a:ext cx="1134524" cy="575735"/>
                    <a:chOff x="2455324" y="304801"/>
                    <a:chExt cx="1134524" cy="575735"/>
                  </a:xfrm>
                </p:grpSpPr>
                <p:sp>
                  <p:nvSpPr>
                    <p:cNvPr id="55" name="Rectangle 54"/>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sp>
                  <p:nvSpPr>
                    <p:cNvPr id="56" name="Rectangle 55"/>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grpSp>
              <p:grpSp>
                <p:nvGrpSpPr>
                  <p:cNvPr id="45" name="Group 44"/>
                  <p:cNvGrpSpPr/>
                  <p:nvPr/>
                </p:nvGrpSpPr>
                <p:grpSpPr>
                  <a:xfrm>
                    <a:off x="3606771" y="304804"/>
                    <a:ext cx="1134524" cy="575735"/>
                    <a:chOff x="2455324" y="304801"/>
                    <a:chExt cx="1134524" cy="575735"/>
                  </a:xfrm>
                </p:grpSpPr>
                <p:sp>
                  <p:nvSpPr>
                    <p:cNvPr id="53" name="Rectangle 52"/>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sp>
                  <p:nvSpPr>
                    <p:cNvPr id="54" name="Rectangle 53"/>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grpSp>
              <p:grpSp>
                <p:nvGrpSpPr>
                  <p:cNvPr id="46" name="Group 45"/>
                  <p:cNvGrpSpPr/>
                  <p:nvPr/>
                </p:nvGrpSpPr>
                <p:grpSpPr>
                  <a:xfrm>
                    <a:off x="4758226" y="304801"/>
                    <a:ext cx="2285971" cy="575738"/>
                    <a:chOff x="4148667" y="457201"/>
                    <a:chExt cx="2285971" cy="575738"/>
                  </a:xfrm>
                </p:grpSpPr>
                <p:grpSp>
                  <p:nvGrpSpPr>
                    <p:cNvPr id="47" name="Group 46"/>
                    <p:cNvGrpSpPr/>
                    <p:nvPr/>
                  </p:nvGrpSpPr>
                  <p:grpSpPr>
                    <a:xfrm>
                      <a:off x="4148667" y="457201"/>
                      <a:ext cx="1134524" cy="575735"/>
                      <a:chOff x="2455324" y="304801"/>
                      <a:chExt cx="1134524" cy="575735"/>
                    </a:xfrm>
                  </p:grpSpPr>
                  <p:sp>
                    <p:nvSpPr>
                      <p:cNvPr id="51" name="Rectangle 50"/>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sp>
                    <p:nvSpPr>
                      <p:cNvPr id="52" name="Rectangle 51"/>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grpSp>
                <p:grpSp>
                  <p:nvGrpSpPr>
                    <p:cNvPr id="48" name="Group 47"/>
                    <p:cNvGrpSpPr/>
                    <p:nvPr/>
                  </p:nvGrpSpPr>
                  <p:grpSpPr>
                    <a:xfrm>
                      <a:off x="5300114" y="457204"/>
                      <a:ext cx="1134524" cy="575735"/>
                      <a:chOff x="2455324" y="304801"/>
                      <a:chExt cx="1134524" cy="575735"/>
                    </a:xfrm>
                  </p:grpSpPr>
                  <p:sp>
                    <p:nvSpPr>
                      <p:cNvPr id="49" name="Rectangle 48"/>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sp>
                    <p:nvSpPr>
                      <p:cNvPr id="50" name="Rectangle 49"/>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grpSp>
              </p:grpSp>
            </p:grpSp>
          </p:grpSp>
        </p:grpSp>
        <p:grpSp>
          <p:nvGrpSpPr>
            <p:cNvPr id="71" name="Group 70"/>
            <p:cNvGrpSpPr/>
            <p:nvPr/>
          </p:nvGrpSpPr>
          <p:grpSpPr>
            <a:xfrm>
              <a:off x="-16933" y="1439308"/>
              <a:ext cx="9177749" cy="1134535"/>
              <a:chOff x="-16936" y="304794"/>
              <a:chExt cx="9177749" cy="1134535"/>
            </a:xfrm>
          </p:grpSpPr>
          <p:grpSp>
            <p:nvGrpSpPr>
              <p:cNvPr id="72" name="Group 71"/>
              <p:cNvGrpSpPr/>
              <p:nvPr/>
            </p:nvGrpSpPr>
            <p:grpSpPr>
              <a:xfrm>
                <a:off x="-16936" y="304794"/>
                <a:ext cx="9177746" cy="575743"/>
                <a:chOff x="304791" y="304794"/>
                <a:chExt cx="9177746" cy="575743"/>
              </a:xfrm>
            </p:grpSpPr>
            <p:grpSp>
              <p:nvGrpSpPr>
                <p:cNvPr id="102" name="Group 101"/>
                <p:cNvGrpSpPr/>
                <p:nvPr/>
              </p:nvGrpSpPr>
              <p:grpSpPr>
                <a:xfrm>
                  <a:off x="304791" y="304794"/>
                  <a:ext cx="4588873" cy="575738"/>
                  <a:chOff x="2455324" y="304801"/>
                  <a:chExt cx="4588873" cy="575738"/>
                </a:xfrm>
              </p:grpSpPr>
              <p:grpSp>
                <p:nvGrpSpPr>
                  <p:cNvPr id="117" name="Group 116"/>
                  <p:cNvGrpSpPr/>
                  <p:nvPr/>
                </p:nvGrpSpPr>
                <p:grpSpPr>
                  <a:xfrm>
                    <a:off x="2455324" y="304801"/>
                    <a:ext cx="1134524" cy="575735"/>
                    <a:chOff x="2455324" y="304801"/>
                    <a:chExt cx="1134524" cy="575735"/>
                  </a:xfrm>
                </p:grpSpPr>
                <p:sp>
                  <p:nvSpPr>
                    <p:cNvPr id="128" name="Rectangle 127"/>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sp>
                  <p:nvSpPr>
                    <p:cNvPr id="129" name="Rectangle 128"/>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grpSp>
              <p:grpSp>
                <p:nvGrpSpPr>
                  <p:cNvPr id="118" name="Group 117"/>
                  <p:cNvGrpSpPr/>
                  <p:nvPr/>
                </p:nvGrpSpPr>
                <p:grpSpPr>
                  <a:xfrm>
                    <a:off x="3606771" y="304804"/>
                    <a:ext cx="1134524" cy="575735"/>
                    <a:chOff x="2455324" y="304801"/>
                    <a:chExt cx="1134524" cy="575735"/>
                  </a:xfrm>
                </p:grpSpPr>
                <p:sp>
                  <p:nvSpPr>
                    <p:cNvPr id="126" name="Rectangle 125"/>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sp>
                  <p:nvSpPr>
                    <p:cNvPr id="127" name="Rectangle 126"/>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grpSp>
              <p:grpSp>
                <p:nvGrpSpPr>
                  <p:cNvPr id="119" name="Group 118"/>
                  <p:cNvGrpSpPr/>
                  <p:nvPr/>
                </p:nvGrpSpPr>
                <p:grpSpPr>
                  <a:xfrm>
                    <a:off x="4758226" y="304801"/>
                    <a:ext cx="2285971" cy="575738"/>
                    <a:chOff x="4148667" y="457201"/>
                    <a:chExt cx="2285971" cy="575738"/>
                  </a:xfrm>
                </p:grpSpPr>
                <p:grpSp>
                  <p:nvGrpSpPr>
                    <p:cNvPr id="120" name="Group 119"/>
                    <p:cNvGrpSpPr/>
                    <p:nvPr/>
                  </p:nvGrpSpPr>
                  <p:grpSpPr>
                    <a:xfrm>
                      <a:off x="4148667" y="457201"/>
                      <a:ext cx="1134524" cy="575735"/>
                      <a:chOff x="2455324" y="304801"/>
                      <a:chExt cx="1134524" cy="575735"/>
                    </a:xfrm>
                  </p:grpSpPr>
                  <p:sp>
                    <p:nvSpPr>
                      <p:cNvPr id="124" name="Rectangle 123"/>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sp>
                    <p:nvSpPr>
                      <p:cNvPr id="125" name="Rectangle 124"/>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grpSp>
                <p:grpSp>
                  <p:nvGrpSpPr>
                    <p:cNvPr id="121" name="Group 120"/>
                    <p:cNvGrpSpPr/>
                    <p:nvPr/>
                  </p:nvGrpSpPr>
                  <p:grpSpPr>
                    <a:xfrm>
                      <a:off x="5300114" y="457204"/>
                      <a:ext cx="1134524" cy="575735"/>
                      <a:chOff x="2455324" y="304801"/>
                      <a:chExt cx="1134524" cy="575735"/>
                    </a:xfrm>
                  </p:grpSpPr>
                  <p:sp>
                    <p:nvSpPr>
                      <p:cNvPr id="122" name="Rectangle 121"/>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sp>
                    <p:nvSpPr>
                      <p:cNvPr id="123" name="Rectangle 122"/>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grpSp>
              </p:grpSp>
            </p:grpSp>
            <p:grpSp>
              <p:nvGrpSpPr>
                <p:cNvPr id="103" name="Group 102"/>
                <p:cNvGrpSpPr/>
                <p:nvPr/>
              </p:nvGrpSpPr>
              <p:grpSpPr>
                <a:xfrm>
                  <a:off x="4893664" y="304799"/>
                  <a:ext cx="4588873" cy="575738"/>
                  <a:chOff x="2455324" y="304801"/>
                  <a:chExt cx="4588873" cy="575738"/>
                </a:xfrm>
              </p:grpSpPr>
              <p:grpSp>
                <p:nvGrpSpPr>
                  <p:cNvPr id="104" name="Group 103"/>
                  <p:cNvGrpSpPr/>
                  <p:nvPr/>
                </p:nvGrpSpPr>
                <p:grpSpPr>
                  <a:xfrm>
                    <a:off x="2455324" y="304801"/>
                    <a:ext cx="1134524" cy="575735"/>
                    <a:chOff x="2455324" y="304801"/>
                    <a:chExt cx="1134524" cy="575735"/>
                  </a:xfrm>
                </p:grpSpPr>
                <p:sp>
                  <p:nvSpPr>
                    <p:cNvPr id="115" name="Rectangle 114"/>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sp>
                  <p:nvSpPr>
                    <p:cNvPr id="116" name="Rectangle 115"/>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grpSp>
              <p:grpSp>
                <p:nvGrpSpPr>
                  <p:cNvPr id="105" name="Group 104"/>
                  <p:cNvGrpSpPr/>
                  <p:nvPr/>
                </p:nvGrpSpPr>
                <p:grpSpPr>
                  <a:xfrm>
                    <a:off x="3606771" y="304804"/>
                    <a:ext cx="1134524" cy="575735"/>
                    <a:chOff x="2455324" y="304801"/>
                    <a:chExt cx="1134524" cy="575735"/>
                  </a:xfrm>
                </p:grpSpPr>
                <p:sp>
                  <p:nvSpPr>
                    <p:cNvPr id="113" name="Rectangle 112"/>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sp>
                  <p:nvSpPr>
                    <p:cNvPr id="114" name="Rectangle 113"/>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grpSp>
              <p:grpSp>
                <p:nvGrpSpPr>
                  <p:cNvPr id="106" name="Group 105"/>
                  <p:cNvGrpSpPr/>
                  <p:nvPr/>
                </p:nvGrpSpPr>
                <p:grpSpPr>
                  <a:xfrm>
                    <a:off x="4758226" y="304801"/>
                    <a:ext cx="2285971" cy="575738"/>
                    <a:chOff x="4148667" y="457201"/>
                    <a:chExt cx="2285971" cy="575738"/>
                  </a:xfrm>
                </p:grpSpPr>
                <p:grpSp>
                  <p:nvGrpSpPr>
                    <p:cNvPr id="107" name="Group 106"/>
                    <p:cNvGrpSpPr/>
                    <p:nvPr/>
                  </p:nvGrpSpPr>
                  <p:grpSpPr>
                    <a:xfrm>
                      <a:off x="4148667" y="457201"/>
                      <a:ext cx="1134524" cy="575735"/>
                      <a:chOff x="2455324" y="304801"/>
                      <a:chExt cx="1134524" cy="575735"/>
                    </a:xfrm>
                  </p:grpSpPr>
                  <p:sp>
                    <p:nvSpPr>
                      <p:cNvPr id="111" name="Rectangle 110"/>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sp>
                    <p:nvSpPr>
                      <p:cNvPr id="112" name="Rectangle 111"/>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grpSp>
                <p:grpSp>
                  <p:nvGrpSpPr>
                    <p:cNvPr id="108" name="Group 107"/>
                    <p:cNvGrpSpPr/>
                    <p:nvPr/>
                  </p:nvGrpSpPr>
                  <p:grpSpPr>
                    <a:xfrm>
                      <a:off x="5300114" y="457204"/>
                      <a:ext cx="1134524" cy="575735"/>
                      <a:chOff x="2455324" y="304801"/>
                      <a:chExt cx="1134524" cy="575735"/>
                    </a:xfrm>
                  </p:grpSpPr>
                  <p:sp>
                    <p:nvSpPr>
                      <p:cNvPr id="109" name="Rectangle 108"/>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sp>
                    <p:nvSpPr>
                      <p:cNvPr id="110" name="Rectangle 109"/>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grpSp>
              </p:grpSp>
            </p:grpSp>
          </p:grpSp>
          <p:grpSp>
            <p:nvGrpSpPr>
              <p:cNvPr id="73" name="Group 72"/>
              <p:cNvGrpSpPr/>
              <p:nvPr/>
            </p:nvGrpSpPr>
            <p:grpSpPr>
              <a:xfrm>
                <a:off x="-16933" y="863586"/>
                <a:ext cx="9177746" cy="575743"/>
                <a:chOff x="304791" y="304794"/>
                <a:chExt cx="9177746" cy="575743"/>
              </a:xfrm>
            </p:grpSpPr>
            <p:grpSp>
              <p:nvGrpSpPr>
                <p:cNvPr id="74" name="Group 73"/>
                <p:cNvGrpSpPr/>
                <p:nvPr/>
              </p:nvGrpSpPr>
              <p:grpSpPr>
                <a:xfrm>
                  <a:off x="304791" y="304794"/>
                  <a:ext cx="4588873" cy="575738"/>
                  <a:chOff x="2455324" y="304801"/>
                  <a:chExt cx="4588873" cy="575738"/>
                </a:xfrm>
              </p:grpSpPr>
              <p:grpSp>
                <p:nvGrpSpPr>
                  <p:cNvPr id="89" name="Group 88"/>
                  <p:cNvGrpSpPr/>
                  <p:nvPr/>
                </p:nvGrpSpPr>
                <p:grpSpPr>
                  <a:xfrm>
                    <a:off x="2455324" y="304801"/>
                    <a:ext cx="1134524" cy="575735"/>
                    <a:chOff x="2455324" y="304801"/>
                    <a:chExt cx="1134524" cy="575735"/>
                  </a:xfrm>
                </p:grpSpPr>
                <p:sp>
                  <p:nvSpPr>
                    <p:cNvPr id="100" name="Rectangle 99"/>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sp>
                  <p:nvSpPr>
                    <p:cNvPr id="101" name="Rectangle 100"/>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grpSp>
              <p:grpSp>
                <p:nvGrpSpPr>
                  <p:cNvPr id="90" name="Group 89"/>
                  <p:cNvGrpSpPr/>
                  <p:nvPr/>
                </p:nvGrpSpPr>
                <p:grpSpPr>
                  <a:xfrm>
                    <a:off x="3606771" y="304804"/>
                    <a:ext cx="1134524" cy="575735"/>
                    <a:chOff x="2455324" y="304801"/>
                    <a:chExt cx="1134524" cy="575735"/>
                  </a:xfrm>
                </p:grpSpPr>
                <p:sp>
                  <p:nvSpPr>
                    <p:cNvPr id="98" name="Rectangle 97"/>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sp>
                  <p:nvSpPr>
                    <p:cNvPr id="99" name="Rectangle 98"/>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grpSp>
              <p:grpSp>
                <p:nvGrpSpPr>
                  <p:cNvPr id="91" name="Group 90"/>
                  <p:cNvGrpSpPr/>
                  <p:nvPr/>
                </p:nvGrpSpPr>
                <p:grpSpPr>
                  <a:xfrm>
                    <a:off x="4758226" y="304801"/>
                    <a:ext cx="2285971" cy="575738"/>
                    <a:chOff x="4148667" y="457201"/>
                    <a:chExt cx="2285971" cy="575738"/>
                  </a:xfrm>
                </p:grpSpPr>
                <p:grpSp>
                  <p:nvGrpSpPr>
                    <p:cNvPr id="92" name="Group 91"/>
                    <p:cNvGrpSpPr/>
                    <p:nvPr/>
                  </p:nvGrpSpPr>
                  <p:grpSpPr>
                    <a:xfrm>
                      <a:off x="4148667" y="457201"/>
                      <a:ext cx="1134524" cy="575735"/>
                      <a:chOff x="2455324" y="304801"/>
                      <a:chExt cx="1134524" cy="575735"/>
                    </a:xfrm>
                  </p:grpSpPr>
                  <p:sp>
                    <p:nvSpPr>
                      <p:cNvPr id="96" name="Rectangle 95"/>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sp>
                    <p:nvSpPr>
                      <p:cNvPr id="97" name="Rectangle 96"/>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grpSp>
                <p:grpSp>
                  <p:nvGrpSpPr>
                    <p:cNvPr id="93" name="Group 92"/>
                    <p:cNvGrpSpPr/>
                    <p:nvPr/>
                  </p:nvGrpSpPr>
                  <p:grpSpPr>
                    <a:xfrm>
                      <a:off x="5300114" y="457204"/>
                      <a:ext cx="1134524" cy="575735"/>
                      <a:chOff x="2455324" y="304801"/>
                      <a:chExt cx="1134524" cy="575735"/>
                    </a:xfrm>
                  </p:grpSpPr>
                  <p:sp>
                    <p:nvSpPr>
                      <p:cNvPr id="94" name="Rectangle 93"/>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sp>
                    <p:nvSpPr>
                      <p:cNvPr id="95" name="Rectangle 94"/>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grpSp>
              </p:grpSp>
            </p:grpSp>
            <p:grpSp>
              <p:nvGrpSpPr>
                <p:cNvPr id="75" name="Group 74"/>
                <p:cNvGrpSpPr/>
                <p:nvPr/>
              </p:nvGrpSpPr>
              <p:grpSpPr>
                <a:xfrm>
                  <a:off x="4893664" y="304799"/>
                  <a:ext cx="4588873" cy="575738"/>
                  <a:chOff x="2455324" y="304801"/>
                  <a:chExt cx="4588873" cy="575738"/>
                </a:xfrm>
              </p:grpSpPr>
              <p:grpSp>
                <p:nvGrpSpPr>
                  <p:cNvPr id="76" name="Group 75"/>
                  <p:cNvGrpSpPr/>
                  <p:nvPr/>
                </p:nvGrpSpPr>
                <p:grpSpPr>
                  <a:xfrm>
                    <a:off x="2455324" y="304801"/>
                    <a:ext cx="1134524" cy="575735"/>
                    <a:chOff x="2455324" y="304801"/>
                    <a:chExt cx="1134524" cy="575735"/>
                  </a:xfrm>
                </p:grpSpPr>
                <p:sp>
                  <p:nvSpPr>
                    <p:cNvPr id="87" name="Rectangle 86"/>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sp>
                  <p:nvSpPr>
                    <p:cNvPr id="88" name="Rectangle 87"/>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grpSp>
              <p:grpSp>
                <p:nvGrpSpPr>
                  <p:cNvPr id="77" name="Group 76"/>
                  <p:cNvGrpSpPr/>
                  <p:nvPr/>
                </p:nvGrpSpPr>
                <p:grpSpPr>
                  <a:xfrm>
                    <a:off x="3606771" y="304804"/>
                    <a:ext cx="1134524" cy="575735"/>
                    <a:chOff x="2455324" y="304801"/>
                    <a:chExt cx="1134524" cy="575735"/>
                  </a:xfrm>
                </p:grpSpPr>
                <p:sp>
                  <p:nvSpPr>
                    <p:cNvPr id="85" name="Rectangle 84"/>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sp>
                  <p:nvSpPr>
                    <p:cNvPr id="86" name="Rectangle 85"/>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grpSp>
              <p:grpSp>
                <p:nvGrpSpPr>
                  <p:cNvPr id="78" name="Group 77"/>
                  <p:cNvGrpSpPr/>
                  <p:nvPr/>
                </p:nvGrpSpPr>
                <p:grpSpPr>
                  <a:xfrm>
                    <a:off x="4758226" y="304801"/>
                    <a:ext cx="2285971" cy="575738"/>
                    <a:chOff x="4148667" y="457201"/>
                    <a:chExt cx="2285971" cy="575738"/>
                  </a:xfrm>
                </p:grpSpPr>
                <p:grpSp>
                  <p:nvGrpSpPr>
                    <p:cNvPr id="79" name="Group 78"/>
                    <p:cNvGrpSpPr/>
                    <p:nvPr/>
                  </p:nvGrpSpPr>
                  <p:grpSpPr>
                    <a:xfrm>
                      <a:off x="4148667" y="457201"/>
                      <a:ext cx="1134524" cy="575735"/>
                      <a:chOff x="2455324" y="304801"/>
                      <a:chExt cx="1134524" cy="575735"/>
                    </a:xfrm>
                  </p:grpSpPr>
                  <p:sp>
                    <p:nvSpPr>
                      <p:cNvPr id="83" name="Rectangle 82"/>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sp>
                    <p:nvSpPr>
                      <p:cNvPr id="84" name="Rectangle 83"/>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grpSp>
                <p:grpSp>
                  <p:nvGrpSpPr>
                    <p:cNvPr id="80" name="Group 79"/>
                    <p:cNvGrpSpPr/>
                    <p:nvPr/>
                  </p:nvGrpSpPr>
                  <p:grpSpPr>
                    <a:xfrm>
                      <a:off x="5300114" y="457204"/>
                      <a:ext cx="1134524" cy="575735"/>
                      <a:chOff x="2455324" y="304801"/>
                      <a:chExt cx="1134524" cy="575735"/>
                    </a:xfrm>
                  </p:grpSpPr>
                  <p:sp>
                    <p:nvSpPr>
                      <p:cNvPr id="81" name="Rectangle 80"/>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sp>
                    <p:nvSpPr>
                      <p:cNvPr id="82" name="Rectangle 81"/>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grpSp>
              </p:grpSp>
            </p:grpSp>
          </p:grpSp>
        </p:grpSp>
        <p:grpSp>
          <p:nvGrpSpPr>
            <p:cNvPr id="132" name="Group 131"/>
            <p:cNvGrpSpPr/>
            <p:nvPr/>
          </p:nvGrpSpPr>
          <p:grpSpPr>
            <a:xfrm>
              <a:off x="-16939" y="2590814"/>
              <a:ext cx="9177749" cy="1134535"/>
              <a:chOff x="-16936" y="304794"/>
              <a:chExt cx="9177749" cy="1134535"/>
            </a:xfrm>
          </p:grpSpPr>
          <p:grpSp>
            <p:nvGrpSpPr>
              <p:cNvPr id="192" name="Group 191"/>
              <p:cNvGrpSpPr/>
              <p:nvPr/>
            </p:nvGrpSpPr>
            <p:grpSpPr>
              <a:xfrm>
                <a:off x="-16936" y="304794"/>
                <a:ext cx="9177746" cy="575743"/>
                <a:chOff x="304791" y="304794"/>
                <a:chExt cx="9177746" cy="575743"/>
              </a:xfrm>
            </p:grpSpPr>
            <p:grpSp>
              <p:nvGrpSpPr>
                <p:cNvPr id="222" name="Group 221"/>
                <p:cNvGrpSpPr/>
                <p:nvPr/>
              </p:nvGrpSpPr>
              <p:grpSpPr>
                <a:xfrm>
                  <a:off x="304791" y="304794"/>
                  <a:ext cx="4588873" cy="575738"/>
                  <a:chOff x="2455324" y="304801"/>
                  <a:chExt cx="4588873" cy="575738"/>
                </a:xfrm>
              </p:grpSpPr>
              <p:grpSp>
                <p:nvGrpSpPr>
                  <p:cNvPr id="237" name="Group 236"/>
                  <p:cNvGrpSpPr/>
                  <p:nvPr/>
                </p:nvGrpSpPr>
                <p:grpSpPr>
                  <a:xfrm>
                    <a:off x="2455324" y="304801"/>
                    <a:ext cx="1134524" cy="575735"/>
                    <a:chOff x="2455324" y="304801"/>
                    <a:chExt cx="1134524" cy="575735"/>
                  </a:xfrm>
                </p:grpSpPr>
                <p:sp>
                  <p:nvSpPr>
                    <p:cNvPr id="248" name="Rectangle 247"/>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sp>
                  <p:nvSpPr>
                    <p:cNvPr id="249" name="Rectangle 248"/>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grpSp>
              <p:grpSp>
                <p:nvGrpSpPr>
                  <p:cNvPr id="238" name="Group 237"/>
                  <p:cNvGrpSpPr/>
                  <p:nvPr/>
                </p:nvGrpSpPr>
                <p:grpSpPr>
                  <a:xfrm>
                    <a:off x="3606771" y="304804"/>
                    <a:ext cx="1134524" cy="575735"/>
                    <a:chOff x="2455324" y="304801"/>
                    <a:chExt cx="1134524" cy="575735"/>
                  </a:xfrm>
                </p:grpSpPr>
                <p:sp>
                  <p:nvSpPr>
                    <p:cNvPr id="246" name="Rectangle 245"/>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sp>
                  <p:nvSpPr>
                    <p:cNvPr id="247" name="Rectangle 246"/>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grpSp>
              <p:grpSp>
                <p:nvGrpSpPr>
                  <p:cNvPr id="239" name="Group 238"/>
                  <p:cNvGrpSpPr/>
                  <p:nvPr/>
                </p:nvGrpSpPr>
                <p:grpSpPr>
                  <a:xfrm>
                    <a:off x="4758226" y="304801"/>
                    <a:ext cx="2285971" cy="575738"/>
                    <a:chOff x="4148667" y="457201"/>
                    <a:chExt cx="2285971" cy="575738"/>
                  </a:xfrm>
                </p:grpSpPr>
                <p:grpSp>
                  <p:nvGrpSpPr>
                    <p:cNvPr id="240" name="Group 239"/>
                    <p:cNvGrpSpPr/>
                    <p:nvPr/>
                  </p:nvGrpSpPr>
                  <p:grpSpPr>
                    <a:xfrm>
                      <a:off x="4148667" y="457201"/>
                      <a:ext cx="1134524" cy="575735"/>
                      <a:chOff x="2455324" y="304801"/>
                      <a:chExt cx="1134524" cy="575735"/>
                    </a:xfrm>
                  </p:grpSpPr>
                  <p:sp>
                    <p:nvSpPr>
                      <p:cNvPr id="244" name="Rectangle 243"/>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sp>
                    <p:nvSpPr>
                      <p:cNvPr id="245" name="Rectangle 244"/>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grpSp>
                <p:grpSp>
                  <p:nvGrpSpPr>
                    <p:cNvPr id="241" name="Group 240"/>
                    <p:cNvGrpSpPr/>
                    <p:nvPr/>
                  </p:nvGrpSpPr>
                  <p:grpSpPr>
                    <a:xfrm>
                      <a:off x="5300114" y="457204"/>
                      <a:ext cx="1134524" cy="575735"/>
                      <a:chOff x="2455324" y="304801"/>
                      <a:chExt cx="1134524" cy="575735"/>
                    </a:xfrm>
                  </p:grpSpPr>
                  <p:sp>
                    <p:nvSpPr>
                      <p:cNvPr id="242" name="Rectangle 241"/>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sp>
                    <p:nvSpPr>
                      <p:cNvPr id="243" name="Rectangle 242"/>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grpSp>
              </p:grpSp>
            </p:grpSp>
            <p:grpSp>
              <p:nvGrpSpPr>
                <p:cNvPr id="223" name="Group 222"/>
                <p:cNvGrpSpPr/>
                <p:nvPr/>
              </p:nvGrpSpPr>
              <p:grpSpPr>
                <a:xfrm>
                  <a:off x="4893664" y="304799"/>
                  <a:ext cx="4588873" cy="575738"/>
                  <a:chOff x="2455324" y="304801"/>
                  <a:chExt cx="4588873" cy="575738"/>
                </a:xfrm>
              </p:grpSpPr>
              <p:grpSp>
                <p:nvGrpSpPr>
                  <p:cNvPr id="224" name="Group 223"/>
                  <p:cNvGrpSpPr/>
                  <p:nvPr/>
                </p:nvGrpSpPr>
                <p:grpSpPr>
                  <a:xfrm>
                    <a:off x="2455324" y="304801"/>
                    <a:ext cx="1134524" cy="575735"/>
                    <a:chOff x="2455324" y="304801"/>
                    <a:chExt cx="1134524" cy="575735"/>
                  </a:xfrm>
                </p:grpSpPr>
                <p:sp>
                  <p:nvSpPr>
                    <p:cNvPr id="235" name="Rectangle 234"/>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sp>
                  <p:nvSpPr>
                    <p:cNvPr id="236" name="Rectangle 235"/>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grpSp>
              <p:grpSp>
                <p:nvGrpSpPr>
                  <p:cNvPr id="225" name="Group 224"/>
                  <p:cNvGrpSpPr/>
                  <p:nvPr/>
                </p:nvGrpSpPr>
                <p:grpSpPr>
                  <a:xfrm>
                    <a:off x="3606771" y="304804"/>
                    <a:ext cx="1134524" cy="575735"/>
                    <a:chOff x="2455324" y="304801"/>
                    <a:chExt cx="1134524" cy="575735"/>
                  </a:xfrm>
                </p:grpSpPr>
                <p:sp>
                  <p:nvSpPr>
                    <p:cNvPr id="233" name="Rectangle 232"/>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sp>
                  <p:nvSpPr>
                    <p:cNvPr id="234" name="Rectangle 233"/>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grpSp>
              <p:grpSp>
                <p:nvGrpSpPr>
                  <p:cNvPr id="226" name="Group 225"/>
                  <p:cNvGrpSpPr/>
                  <p:nvPr/>
                </p:nvGrpSpPr>
                <p:grpSpPr>
                  <a:xfrm>
                    <a:off x="4758226" y="304801"/>
                    <a:ext cx="2285971" cy="575738"/>
                    <a:chOff x="4148667" y="457201"/>
                    <a:chExt cx="2285971" cy="575738"/>
                  </a:xfrm>
                </p:grpSpPr>
                <p:grpSp>
                  <p:nvGrpSpPr>
                    <p:cNvPr id="227" name="Group 226"/>
                    <p:cNvGrpSpPr/>
                    <p:nvPr/>
                  </p:nvGrpSpPr>
                  <p:grpSpPr>
                    <a:xfrm>
                      <a:off x="4148667" y="457201"/>
                      <a:ext cx="1134524" cy="575735"/>
                      <a:chOff x="2455324" y="304801"/>
                      <a:chExt cx="1134524" cy="575735"/>
                    </a:xfrm>
                  </p:grpSpPr>
                  <p:sp>
                    <p:nvSpPr>
                      <p:cNvPr id="231" name="Rectangle 230"/>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sp>
                    <p:nvSpPr>
                      <p:cNvPr id="232" name="Rectangle 231"/>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grpSp>
                <p:grpSp>
                  <p:nvGrpSpPr>
                    <p:cNvPr id="228" name="Group 227"/>
                    <p:cNvGrpSpPr/>
                    <p:nvPr/>
                  </p:nvGrpSpPr>
                  <p:grpSpPr>
                    <a:xfrm>
                      <a:off x="5300114" y="457204"/>
                      <a:ext cx="1134524" cy="575735"/>
                      <a:chOff x="2455324" y="304801"/>
                      <a:chExt cx="1134524" cy="575735"/>
                    </a:xfrm>
                  </p:grpSpPr>
                  <p:sp>
                    <p:nvSpPr>
                      <p:cNvPr id="229" name="Rectangle 228"/>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sp>
                    <p:nvSpPr>
                      <p:cNvPr id="230" name="Rectangle 229"/>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grpSp>
              </p:grpSp>
            </p:grpSp>
          </p:grpSp>
          <p:grpSp>
            <p:nvGrpSpPr>
              <p:cNvPr id="193" name="Group 192"/>
              <p:cNvGrpSpPr/>
              <p:nvPr/>
            </p:nvGrpSpPr>
            <p:grpSpPr>
              <a:xfrm>
                <a:off x="-16933" y="863586"/>
                <a:ext cx="9177746" cy="575743"/>
                <a:chOff x="304791" y="304794"/>
                <a:chExt cx="9177746" cy="575743"/>
              </a:xfrm>
            </p:grpSpPr>
            <p:grpSp>
              <p:nvGrpSpPr>
                <p:cNvPr id="194" name="Group 193"/>
                <p:cNvGrpSpPr/>
                <p:nvPr/>
              </p:nvGrpSpPr>
              <p:grpSpPr>
                <a:xfrm>
                  <a:off x="304791" y="304794"/>
                  <a:ext cx="4588873" cy="575738"/>
                  <a:chOff x="2455324" y="304801"/>
                  <a:chExt cx="4588873" cy="575738"/>
                </a:xfrm>
              </p:grpSpPr>
              <p:grpSp>
                <p:nvGrpSpPr>
                  <p:cNvPr id="209" name="Group 208"/>
                  <p:cNvGrpSpPr/>
                  <p:nvPr/>
                </p:nvGrpSpPr>
                <p:grpSpPr>
                  <a:xfrm>
                    <a:off x="2455324" y="304801"/>
                    <a:ext cx="1134524" cy="575735"/>
                    <a:chOff x="2455324" y="304801"/>
                    <a:chExt cx="1134524" cy="575735"/>
                  </a:xfrm>
                </p:grpSpPr>
                <p:sp>
                  <p:nvSpPr>
                    <p:cNvPr id="220" name="Rectangle 219"/>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sp>
                  <p:nvSpPr>
                    <p:cNvPr id="221" name="Rectangle 220"/>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grpSp>
              <p:grpSp>
                <p:nvGrpSpPr>
                  <p:cNvPr id="210" name="Group 209"/>
                  <p:cNvGrpSpPr/>
                  <p:nvPr/>
                </p:nvGrpSpPr>
                <p:grpSpPr>
                  <a:xfrm>
                    <a:off x="3606771" y="304804"/>
                    <a:ext cx="1134524" cy="575735"/>
                    <a:chOff x="2455324" y="304801"/>
                    <a:chExt cx="1134524" cy="575735"/>
                  </a:xfrm>
                </p:grpSpPr>
                <p:sp>
                  <p:nvSpPr>
                    <p:cNvPr id="218" name="Rectangle 217"/>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sp>
                  <p:nvSpPr>
                    <p:cNvPr id="219" name="Rectangle 218"/>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grpSp>
              <p:grpSp>
                <p:nvGrpSpPr>
                  <p:cNvPr id="211" name="Group 210"/>
                  <p:cNvGrpSpPr/>
                  <p:nvPr/>
                </p:nvGrpSpPr>
                <p:grpSpPr>
                  <a:xfrm>
                    <a:off x="4758226" y="304801"/>
                    <a:ext cx="2285971" cy="575738"/>
                    <a:chOff x="4148667" y="457201"/>
                    <a:chExt cx="2285971" cy="575738"/>
                  </a:xfrm>
                </p:grpSpPr>
                <p:grpSp>
                  <p:nvGrpSpPr>
                    <p:cNvPr id="212" name="Group 211"/>
                    <p:cNvGrpSpPr/>
                    <p:nvPr/>
                  </p:nvGrpSpPr>
                  <p:grpSpPr>
                    <a:xfrm>
                      <a:off x="4148667" y="457201"/>
                      <a:ext cx="1134524" cy="575735"/>
                      <a:chOff x="2455324" y="304801"/>
                      <a:chExt cx="1134524" cy="575735"/>
                    </a:xfrm>
                  </p:grpSpPr>
                  <p:sp>
                    <p:nvSpPr>
                      <p:cNvPr id="216" name="Rectangle 215"/>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sp>
                    <p:nvSpPr>
                      <p:cNvPr id="217" name="Rectangle 216"/>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grpSp>
                <p:grpSp>
                  <p:nvGrpSpPr>
                    <p:cNvPr id="213" name="Group 212"/>
                    <p:cNvGrpSpPr/>
                    <p:nvPr/>
                  </p:nvGrpSpPr>
                  <p:grpSpPr>
                    <a:xfrm>
                      <a:off x="5300114" y="457204"/>
                      <a:ext cx="1134524" cy="575735"/>
                      <a:chOff x="2455324" y="304801"/>
                      <a:chExt cx="1134524" cy="575735"/>
                    </a:xfrm>
                  </p:grpSpPr>
                  <p:sp>
                    <p:nvSpPr>
                      <p:cNvPr id="214" name="Rectangle 213"/>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sp>
                    <p:nvSpPr>
                      <p:cNvPr id="215" name="Rectangle 214"/>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grpSp>
              </p:grpSp>
            </p:grpSp>
            <p:grpSp>
              <p:nvGrpSpPr>
                <p:cNvPr id="195" name="Group 194"/>
                <p:cNvGrpSpPr/>
                <p:nvPr/>
              </p:nvGrpSpPr>
              <p:grpSpPr>
                <a:xfrm>
                  <a:off x="4893664" y="304799"/>
                  <a:ext cx="4588873" cy="575738"/>
                  <a:chOff x="2455324" y="304801"/>
                  <a:chExt cx="4588873" cy="575738"/>
                </a:xfrm>
              </p:grpSpPr>
              <p:grpSp>
                <p:nvGrpSpPr>
                  <p:cNvPr id="196" name="Group 195"/>
                  <p:cNvGrpSpPr/>
                  <p:nvPr/>
                </p:nvGrpSpPr>
                <p:grpSpPr>
                  <a:xfrm>
                    <a:off x="2455324" y="304801"/>
                    <a:ext cx="1134524" cy="575735"/>
                    <a:chOff x="2455324" y="304801"/>
                    <a:chExt cx="1134524" cy="575735"/>
                  </a:xfrm>
                </p:grpSpPr>
                <p:sp>
                  <p:nvSpPr>
                    <p:cNvPr id="207" name="Rectangle 206"/>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sp>
                  <p:nvSpPr>
                    <p:cNvPr id="208" name="Rectangle 207"/>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grpSp>
              <p:grpSp>
                <p:nvGrpSpPr>
                  <p:cNvPr id="197" name="Group 196"/>
                  <p:cNvGrpSpPr/>
                  <p:nvPr/>
                </p:nvGrpSpPr>
                <p:grpSpPr>
                  <a:xfrm>
                    <a:off x="3606771" y="304804"/>
                    <a:ext cx="1134524" cy="575735"/>
                    <a:chOff x="2455324" y="304801"/>
                    <a:chExt cx="1134524" cy="575735"/>
                  </a:xfrm>
                </p:grpSpPr>
                <p:sp>
                  <p:nvSpPr>
                    <p:cNvPr id="205" name="Rectangle 204"/>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sp>
                  <p:nvSpPr>
                    <p:cNvPr id="206" name="Rectangle 205"/>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grpSp>
              <p:grpSp>
                <p:nvGrpSpPr>
                  <p:cNvPr id="198" name="Group 197"/>
                  <p:cNvGrpSpPr/>
                  <p:nvPr/>
                </p:nvGrpSpPr>
                <p:grpSpPr>
                  <a:xfrm>
                    <a:off x="4758226" y="304801"/>
                    <a:ext cx="2285971" cy="575738"/>
                    <a:chOff x="4148667" y="457201"/>
                    <a:chExt cx="2285971" cy="575738"/>
                  </a:xfrm>
                </p:grpSpPr>
                <p:grpSp>
                  <p:nvGrpSpPr>
                    <p:cNvPr id="199" name="Group 198"/>
                    <p:cNvGrpSpPr/>
                    <p:nvPr/>
                  </p:nvGrpSpPr>
                  <p:grpSpPr>
                    <a:xfrm>
                      <a:off x="4148667" y="457201"/>
                      <a:ext cx="1134524" cy="575735"/>
                      <a:chOff x="2455324" y="304801"/>
                      <a:chExt cx="1134524" cy="575735"/>
                    </a:xfrm>
                  </p:grpSpPr>
                  <p:sp>
                    <p:nvSpPr>
                      <p:cNvPr id="203" name="Rectangle 202"/>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sp>
                    <p:nvSpPr>
                      <p:cNvPr id="204" name="Rectangle 203"/>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grpSp>
                <p:grpSp>
                  <p:nvGrpSpPr>
                    <p:cNvPr id="200" name="Group 199"/>
                    <p:cNvGrpSpPr/>
                    <p:nvPr/>
                  </p:nvGrpSpPr>
                  <p:grpSpPr>
                    <a:xfrm>
                      <a:off x="5300114" y="457204"/>
                      <a:ext cx="1134524" cy="575735"/>
                      <a:chOff x="2455324" y="304801"/>
                      <a:chExt cx="1134524" cy="575735"/>
                    </a:xfrm>
                  </p:grpSpPr>
                  <p:sp>
                    <p:nvSpPr>
                      <p:cNvPr id="201" name="Rectangle 200"/>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sp>
                    <p:nvSpPr>
                      <p:cNvPr id="202" name="Rectangle 201"/>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grpSp>
              </p:grpSp>
            </p:grpSp>
          </p:grpSp>
        </p:grpSp>
        <p:grpSp>
          <p:nvGrpSpPr>
            <p:cNvPr id="133" name="Group 132"/>
            <p:cNvGrpSpPr/>
            <p:nvPr/>
          </p:nvGrpSpPr>
          <p:grpSpPr>
            <a:xfrm>
              <a:off x="-16936" y="3725328"/>
              <a:ext cx="9177749" cy="1134535"/>
              <a:chOff x="-16936" y="304794"/>
              <a:chExt cx="9177749" cy="1134535"/>
            </a:xfrm>
          </p:grpSpPr>
          <p:grpSp>
            <p:nvGrpSpPr>
              <p:cNvPr id="134" name="Group 133"/>
              <p:cNvGrpSpPr/>
              <p:nvPr/>
            </p:nvGrpSpPr>
            <p:grpSpPr>
              <a:xfrm>
                <a:off x="-16936" y="304794"/>
                <a:ext cx="9177746" cy="575743"/>
                <a:chOff x="304791" y="304794"/>
                <a:chExt cx="9177746" cy="575743"/>
              </a:xfrm>
            </p:grpSpPr>
            <p:grpSp>
              <p:nvGrpSpPr>
                <p:cNvPr id="164" name="Group 163"/>
                <p:cNvGrpSpPr/>
                <p:nvPr/>
              </p:nvGrpSpPr>
              <p:grpSpPr>
                <a:xfrm>
                  <a:off x="304791" y="304794"/>
                  <a:ext cx="4588873" cy="575738"/>
                  <a:chOff x="2455324" y="304801"/>
                  <a:chExt cx="4588873" cy="575738"/>
                </a:xfrm>
              </p:grpSpPr>
              <p:grpSp>
                <p:nvGrpSpPr>
                  <p:cNvPr id="179" name="Group 178"/>
                  <p:cNvGrpSpPr/>
                  <p:nvPr/>
                </p:nvGrpSpPr>
                <p:grpSpPr>
                  <a:xfrm>
                    <a:off x="2455324" y="304801"/>
                    <a:ext cx="1134524" cy="575735"/>
                    <a:chOff x="2455324" y="304801"/>
                    <a:chExt cx="1134524" cy="575735"/>
                  </a:xfrm>
                </p:grpSpPr>
                <p:sp>
                  <p:nvSpPr>
                    <p:cNvPr id="190" name="Rectangle 189"/>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sp>
                  <p:nvSpPr>
                    <p:cNvPr id="191" name="Rectangle 190"/>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grpSp>
              <p:grpSp>
                <p:nvGrpSpPr>
                  <p:cNvPr id="180" name="Group 179"/>
                  <p:cNvGrpSpPr/>
                  <p:nvPr/>
                </p:nvGrpSpPr>
                <p:grpSpPr>
                  <a:xfrm>
                    <a:off x="3606771" y="304804"/>
                    <a:ext cx="1134524" cy="575735"/>
                    <a:chOff x="2455324" y="304801"/>
                    <a:chExt cx="1134524" cy="575735"/>
                  </a:xfrm>
                </p:grpSpPr>
                <p:sp>
                  <p:nvSpPr>
                    <p:cNvPr id="188" name="Rectangle 187"/>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sp>
                  <p:nvSpPr>
                    <p:cNvPr id="189" name="Rectangle 188"/>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grpSp>
              <p:grpSp>
                <p:nvGrpSpPr>
                  <p:cNvPr id="181" name="Group 180"/>
                  <p:cNvGrpSpPr/>
                  <p:nvPr/>
                </p:nvGrpSpPr>
                <p:grpSpPr>
                  <a:xfrm>
                    <a:off x="4758226" y="304801"/>
                    <a:ext cx="2285971" cy="575738"/>
                    <a:chOff x="4148667" y="457201"/>
                    <a:chExt cx="2285971" cy="575738"/>
                  </a:xfrm>
                </p:grpSpPr>
                <p:grpSp>
                  <p:nvGrpSpPr>
                    <p:cNvPr id="182" name="Group 181"/>
                    <p:cNvGrpSpPr/>
                    <p:nvPr/>
                  </p:nvGrpSpPr>
                  <p:grpSpPr>
                    <a:xfrm>
                      <a:off x="4148667" y="457201"/>
                      <a:ext cx="1134524" cy="575735"/>
                      <a:chOff x="2455324" y="304801"/>
                      <a:chExt cx="1134524" cy="575735"/>
                    </a:xfrm>
                  </p:grpSpPr>
                  <p:sp>
                    <p:nvSpPr>
                      <p:cNvPr id="186" name="Rectangle 185"/>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sp>
                    <p:nvSpPr>
                      <p:cNvPr id="187" name="Rectangle 186"/>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grpSp>
                <p:grpSp>
                  <p:nvGrpSpPr>
                    <p:cNvPr id="183" name="Group 182"/>
                    <p:cNvGrpSpPr/>
                    <p:nvPr/>
                  </p:nvGrpSpPr>
                  <p:grpSpPr>
                    <a:xfrm>
                      <a:off x="5300114" y="457204"/>
                      <a:ext cx="1134524" cy="575735"/>
                      <a:chOff x="2455324" y="304801"/>
                      <a:chExt cx="1134524" cy="575735"/>
                    </a:xfrm>
                  </p:grpSpPr>
                  <p:sp>
                    <p:nvSpPr>
                      <p:cNvPr id="184" name="Rectangle 183"/>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sp>
                    <p:nvSpPr>
                      <p:cNvPr id="185" name="Rectangle 184"/>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grpSp>
              </p:grpSp>
            </p:grpSp>
            <p:grpSp>
              <p:nvGrpSpPr>
                <p:cNvPr id="165" name="Group 164"/>
                <p:cNvGrpSpPr/>
                <p:nvPr/>
              </p:nvGrpSpPr>
              <p:grpSpPr>
                <a:xfrm>
                  <a:off x="4893664" y="304799"/>
                  <a:ext cx="4588873" cy="575738"/>
                  <a:chOff x="2455324" y="304801"/>
                  <a:chExt cx="4588873" cy="575738"/>
                </a:xfrm>
              </p:grpSpPr>
              <p:grpSp>
                <p:nvGrpSpPr>
                  <p:cNvPr id="166" name="Group 165"/>
                  <p:cNvGrpSpPr/>
                  <p:nvPr/>
                </p:nvGrpSpPr>
                <p:grpSpPr>
                  <a:xfrm>
                    <a:off x="2455324" y="304801"/>
                    <a:ext cx="1134524" cy="575735"/>
                    <a:chOff x="2455324" y="304801"/>
                    <a:chExt cx="1134524" cy="575735"/>
                  </a:xfrm>
                </p:grpSpPr>
                <p:sp>
                  <p:nvSpPr>
                    <p:cNvPr id="177" name="Rectangle 176"/>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sp>
                  <p:nvSpPr>
                    <p:cNvPr id="178" name="Rectangle 177"/>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grpSp>
              <p:grpSp>
                <p:nvGrpSpPr>
                  <p:cNvPr id="167" name="Group 166"/>
                  <p:cNvGrpSpPr/>
                  <p:nvPr/>
                </p:nvGrpSpPr>
                <p:grpSpPr>
                  <a:xfrm>
                    <a:off x="3606771" y="304804"/>
                    <a:ext cx="1134524" cy="575735"/>
                    <a:chOff x="2455324" y="304801"/>
                    <a:chExt cx="1134524" cy="575735"/>
                  </a:xfrm>
                </p:grpSpPr>
                <p:sp>
                  <p:nvSpPr>
                    <p:cNvPr id="175" name="Rectangle 174"/>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sp>
                  <p:nvSpPr>
                    <p:cNvPr id="176" name="Rectangle 175"/>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grpSp>
              <p:grpSp>
                <p:nvGrpSpPr>
                  <p:cNvPr id="168" name="Group 167"/>
                  <p:cNvGrpSpPr/>
                  <p:nvPr/>
                </p:nvGrpSpPr>
                <p:grpSpPr>
                  <a:xfrm>
                    <a:off x="4758226" y="304801"/>
                    <a:ext cx="2285971" cy="575738"/>
                    <a:chOff x="4148667" y="457201"/>
                    <a:chExt cx="2285971" cy="575738"/>
                  </a:xfrm>
                </p:grpSpPr>
                <p:grpSp>
                  <p:nvGrpSpPr>
                    <p:cNvPr id="169" name="Group 168"/>
                    <p:cNvGrpSpPr/>
                    <p:nvPr/>
                  </p:nvGrpSpPr>
                  <p:grpSpPr>
                    <a:xfrm>
                      <a:off x="4148667" y="457201"/>
                      <a:ext cx="1134524" cy="575735"/>
                      <a:chOff x="2455324" y="304801"/>
                      <a:chExt cx="1134524" cy="575735"/>
                    </a:xfrm>
                  </p:grpSpPr>
                  <p:sp>
                    <p:nvSpPr>
                      <p:cNvPr id="173" name="Rectangle 172"/>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sp>
                    <p:nvSpPr>
                      <p:cNvPr id="174" name="Rectangle 173"/>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grpSp>
                <p:grpSp>
                  <p:nvGrpSpPr>
                    <p:cNvPr id="170" name="Group 169"/>
                    <p:cNvGrpSpPr/>
                    <p:nvPr/>
                  </p:nvGrpSpPr>
                  <p:grpSpPr>
                    <a:xfrm>
                      <a:off x="5300114" y="457204"/>
                      <a:ext cx="1134524" cy="575735"/>
                      <a:chOff x="2455324" y="304801"/>
                      <a:chExt cx="1134524" cy="575735"/>
                    </a:xfrm>
                  </p:grpSpPr>
                  <p:sp>
                    <p:nvSpPr>
                      <p:cNvPr id="171" name="Rectangle 170"/>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sp>
                    <p:nvSpPr>
                      <p:cNvPr id="172" name="Rectangle 171"/>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grpSp>
              </p:grpSp>
            </p:grpSp>
          </p:grpSp>
          <p:grpSp>
            <p:nvGrpSpPr>
              <p:cNvPr id="135" name="Group 134"/>
              <p:cNvGrpSpPr/>
              <p:nvPr/>
            </p:nvGrpSpPr>
            <p:grpSpPr>
              <a:xfrm>
                <a:off x="-16933" y="863586"/>
                <a:ext cx="9177746" cy="575743"/>
                <a:chOff x="304791" y="304794"/>
                <a:chExt cx="9177746" cy="575743"/>
              </a:xfrm>
            </p:grpSpPr>
            <p:grpSp>
              <p:nvGrpSpPr>
                <p:cNvPr id="136" name="Group 135"/>
                <p:cNvGrpSpPr/>
                <p:nvPr/>
              </p:nvGrpSpPr>
              <p:grpSpPr>
                <a:xfrm>
                  <a:off x="304791" y="304794"/>
                  <a:ext cx="4588873" cy="575738"/>
                  <a:chOff x="2455324" y="304801"/>
                  <a:chExt cx="4588873" cy="575738"/>
                </a:xfrm>
              </p:grpSpPr>
              <p:grpSp>
                <p:nvGrpSpPr>
                  <p:cNvPr id="151" name="Group 150"/>
                  <p:cNvGrpSpPr/>
                  <p:nvPr/>
                </p:nvGrpSpPr>
                <p:grpSpPr>
                  <a:xfrm>
                    <a:off x="2455324" y="304801"/>
                    <a:ext cx="1134524" cy="575735"/>
                    <a:chOff x="2455324" y="304801"/>
                    <a:chExt cx="1134524" cy="575735"/>
                  </a:xfrm>
                </p:grpSpPr>
                <p:sp>
                  <p:nvSpPr>
                    <p:cNvPr id="162" name="Rectangle 161"/>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dirty="0" smtClean="0">
                        <a:solidFill>
                          <a:srgbClr val="000000"/>
                        </a:solidFill>
                        <a:latin typeface="Arial" charset="0"/>
                        <a:ea typeface="ＭＳ Ｐゴシック"/>
                        <a:cs typeface="Arial" charset="0"/>
                      </a:endParaRPr>
                    </a:p>
                  </p:txBody>
                </p:sp>
                <p:sp>
                  <p:nvSpPr>
                    <p:cNvPr id="163" name="Rectangle 162"/>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grpSp>
              <p:grpSp>
                <p:nvGrpSpPr>
                  <p:cNvPr id="152" name="Group 151"/>
                  <p:cNvGrpSpPr/>
                  <p:nvPr/>
                </p:nvGrpSpPr>
                <p:grpSpPr>
                  <a:xfrm>
                    <a:off x="3606771" y="304804"/>
                    <a:ext cx="1134524" cy="575735"/>
                    <a:chOff x="2455324" y="304801"/>
                    <a:chExt cx="1134524" cy="575735"/>
                  </a:xfrm>
                </p:grpSpPr>
                <p:sp>
                  <p:nvSpPr>
                    <p:cNvPr id="160" name="Rectangle 159"/>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sp>
                  <p:nvSpPr>
                    <p:cNvPr id="161" name="Rectangle 160"/>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grpSp>
              <p:grpSp>
                <p:nvGrpSpPr>
                  <p:cNvPr id="153" name="Group 152"/>
                  <p:cNvGrpSpPr/>
                  <p:nvPr/>
                </p:nvGrpSpPr>
                <p:grpSpPr>
                  <a:xfrm>
                    <a:off x="4758226" y="304801"/>
                    <a:ext cx="2285971" cy="575738"/>
                    <a:chOff x="4148667" y="457201"/>
                    <a:chExt cx="2285971" cy="575738"/>
                  </a:xfrm>
                </p:grpSpPr>
                <p:grpSp>
                  <p:nvGrpSpPr>
                    <p:cNvPr id="154" name="Group 153"/>
                    <p:cNvGrpSpPr/>
                    <p:nvPr/>
                  </p:nvGrpSpPr>
                  <p:grpSpPr>
                    <a:xfrm>
                      <a:off x="4148667" y="457201"/>
                      <a:ext cx="1134524" cy="575735"/>
                      <a:chOff x="2455324" y="304801"/>
                      <a:chExt cx="1134524" cy="575735"/>
                    </a:xfrm>
                  </p:grpSpPr>
                  <p:sp>
                    <p:nvSpPr>
                      <p:cNvPr id="158" name="Rectangle 157"/>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sp>
                    <p:nvSpPr>
                      <p:cNvPr id="159" name="Rectangle 158"/>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grpSp>
                <p:grpSp>
                  <p:nvGrpSpPr>
                    <p:cNvPr id="155" name="Group 154"/>
                    <p:cNvGrpSpPr/>
                    <p:nvPr/>
                  </p:nvGrpSpPr>
                  <p:grpSpPr>
                    <a:xfrm>
                      <a:off x="5300114" y="457204"/>
                      <a:ext cx="1134524" cy="575735"/>
                      <a:chOff x="2455324" y="304801"/>
                      <a:chExt cx="1134524" cy="575735"/>
                    </a:xfrm>
                  </p:grpSpPr>
                  <p:sp>
                    <p:nvSpPr>
                      <p:cNvPr id="156" name="Rectangle 155"/>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sp>
                    <p:nvSpPr>
                      <p:cNvPr id="157" name="Rectangle 156"/>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grpSp>
              </p:grpSp>
            </p:grpSp>
            <p:grpSp>
              <p:nvGrpSpPr>
                <p:cNvPr id="137" name="Group 136"/>
                <p:cNvGrpSpPr/>
                <p:nvPr/>
              </p:nvGrpSpPr>
              <p:grpSpPr>
                <a:xfrm>
                  <a:off x="4893664" y="304799"/>
                  <a:ext cx="4588873" cy="575738"/>
                  <a:chOff x="2455324" y="304801"/>
                  <a:chExt cx="4588873" cy="575738"/>
                </a:xfrm>
              </p:grpSpPr>
              <p:grpSp>
                <p:nvGrpSpPr>
                  <p:cNvPr id="138" name="Group 137"/>
                  <p:cNvGrpSpPr/>
                  <p:nvPr/>
                </p:nvGrpSpPr>
                <p:grpSpPr>
                  <a:xfrm>
                    <a:off x="2455324" y="304801"/>
                    <a:ext cx="1134524" cy="575735"/>
                    <a:chOff x="2455324" y="304801"/>
                    <a:chExt cx="1134524" cy="575735"/>
                  </a:xfrm>
                </p:grpSpPr>
                <p:sp>
                  <p:nvSpPr>
                    <p:cNvPr id="149" name="Rectangle 148"/>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sp>
                  <p:nvSpPr>
                    <p:cNvPr id="150" name="Rectangle 149"/>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grpSp>
              <p:grpSp>
                <p:nvGrpSpPr>
                  <p:cNvPr id="139" name="Group 138"/>
                  <p:cNvGrpSpPr/>
                  <p:nvPr/>
                </p:nvGrpSpPr>
                <p:grpSpPr>
                  <a:xfrm>
                    <a:off x="3606771" y="304804"/>
                    <a:ext cx="1134524" cy="575735"/>
                    <a:chOff x="2455324" y="304801"/>
                    <a:chExt cx="1134524" cy="575735"/>
                  </a:xfrm>
                </p:grpSpPr>
                <p:sp>
                  <p:nvSpPr>
                    <p:cNvPr id="147" name="Rectangle 146"/>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sp>
                  <p:nvSpPr>
                    <p:cNvPr id="148" name="Rectangle 147"/>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grpSp>
              <p:grpSp>
                <p:nvGrpSpPr>
                  <p:cNvPr id="140" name="Group 139"/>
                  <p:cNvGrpSpPr/>
                  <p:nvPr/>
                </p:nvGrpSpPr>
                <p:grpSpPr>
                  <a:xfrm>
                    <a:off x="4758226" y="304801"/>
                    <a:ext cx="2285971" cy="575738"/>
                    <a:chOff x="4148667" y="457201"/>
                    <a:chExt cx="2285971" cy="575738"/>
                  </a:xfrm>
                </p:grpSpPr>
                <p:grpSp>
                  <p:nvGrpSpPr>
                    <p:cNvPr id="141" name="Group 140"/>
                    <p:cNvGrpSpPr/>
                    <p:nvPr/>
                  </p:nvGrpSpPr>
                  <p:grpSpPr>
                    <a:xfrm>
                      <a:off x="4148667" y="457201"/>
                      <a:ext cx="1134524" cy="575735"/>
                      <a:chOff x="2455324" y="304801"/>
                      <a:chExt cx="1134524" cy="575735"/>
                    </a:xfrm>
                  </p:grpSpPr>
                  <p:sp>
                    <p:nvSpPr>
                      <p:cNvPr id="145" name="Rectangle 144"/>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sp>
                    <p:nvSpPr>
                      <p:cNvPr id="146" name="Rectangle 145"/>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grpSp>
                <p:grpSp>
                  <p:nvGrpSpPr>
                    <p:cNvPr id="142" name="Group 141"/>
                    <p:cNvGrpSpPr/>
                    <p:nvPr/>
                  </p:nvGrpSpPr>
                  <p:grpSpPr>
                    <a:xfrm>
                      <a:off x="5300114" y="457204"/>
                      <a:ext cx="1134524" cy="575735"/>
                      <a:chOff x="2455324" y="304801"/>
                      <a:chExt cx="1134524" cy="575735"/>
                    </a:xfrm>
                  </p:grpSpPr>
                  <p:sp>
                    <p:nvSpPr>
                      <p:cNvPr id="143" name="Rectangle 142"/>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sp>
                    <p:nvSpPr>
                      <p:cNvPr id="144" name="Rectangle 143"/>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grpSp>
              </p:grpSp>
            </p:grpSp>
          </p:grpSp>
        </p:grpSp>
        <p:grpSp>
          <p:nvGrpSpPr>
            <p:cNvPr id="251" name="Group 250"/>
            <p:cNvGrpSpPr/>
            <p:nvPr/>
          </p:nvGrpSpPr>
          <p:grpSpPr>
            <a:xfrm>
              <a:off x="-16933" y="4876707"/>
              <a:ext cx="9177749" cy="1134535"/>
              <a:chOff x="-16936" y="304794"/>
              <a:chExt cx="9177749" cy="1134535"/>
            </a:xfrm>
          </p:grpSpPr>
          <p:grpSp>
            <p:nvGrpSpPr>
              <p:cNvPr id="311" name="Group 310"/>
              <p:cNvGrpSpPr/>
              <p:nvPr/>
            </p:nvGrpSpPr>
            <p:grpSpPr>
              <a:xfrm>
                <a:off x="-16936" y="304794"/>
                <a:ext cx="9177746" cy="575743"/>
                <a:chOff x="304791" y="304794"/>
                <a:chExt cx="9177746" cy="575743"/>
              </a:xfrm>
            </p:grpSpPr>
            <p:grpSp>
              <p:nvGrpSpPr>
                <p:cNvPr id="341" name="Group 340"/>
                <p:cNvGrpSpPr/>
                <p:nvPr/>
              </p:nvGrpSpPr>
              <p:grpSpPr>
                <a:xfrm>
                  <a:off x="304791" y="304794"/>
                  <a:ext cx="4588873" cy="575738"/>
                  <a:chOff x="2455324" y="304801"/>
                  <a:chExt cx="4588873" cy="575738"/>
                </a:xfrm>
              </p:grpSpPr>
              <p:grpSp>
                <p:nvGrpSpPr>
                  <p:cNvPr id="356" name="Group 355"/>
                  <p:cNvGrpSpPr/>
                  <p:nvPr/>
                </p:nvGrpSpPr>
                <p:grpSpPr>
                  <a:xfrm>
                    <a:off x="2455324" y="304801"/>
                    <a:ext cx="1134524" cy="575735"/>
                    <a:chOff x="2455324" y="304801"/>
                    <a:chExt cx="1134524" cy="575735"/>
                  </a:xfrm>
                </p:grpSpPr>
                <p:sp>
                  <p:nvSpPr>
                    <p:cNvPr id="367" name="Rectangle 366"/>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sp>
                  <p:nvSpPr>
                    <p:cNvPr id="368" name="Rectangle 367"/>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grpSp>
              <p:grpSp>
                <p:nvGrpSpPr>
                  <p:cNvPr id="357" name="Group 356"/>
                  <p:cNvGrpSpPr/>
                  <p:nvPr/>
                </p:nvGrpSpPr>
                <p:grpSpPr>
                  <a:xfrm>
                    <a:off x="3606771" y="304804"/>
                    <a:ext cx="1134524" cy="575735"/>
                    <a:chOff x="2455324" y="304801"/>
                    <a:chExt cx="1134524" cy="575735"/>
                  </a:xfrm>
                </p:grpSpPr>
                <p:sp>
                  <p:nvSpPr>
                    <p:cNvPr id="365" name="Rectangle 364"/>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sp>
                  <p:nvSpPr>
                    <p:cNvPr id="366" name="Rectangle 365"/>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grpSp>
              <p:grpSp>
                <p:nvGrpSpPr>
                  <p:cNvPr id="358" name="Group 357"/>
                  <p:cNvGrpSpPr/>
                  <p:nvPr/>
                </p:nvGrpSpPr>
                <p:grpSpPr>
                  <a:xfrm>
                    <a:off x="4758226" y="304801"/>
                    <a:ext cx="2285971" cy="575738"/>
                    <a:chOff x="4148667" y="457201"/>
                    <a:chExt cx="2285971" cy="575738"/>
                  </a:xfrm>
                </p:grpSpPr>
                <p:grpSp>
                  <p:nvGrpSpPr>
                    <p:cNvPr id="359" name="Group 358"/>
                    <p:cNvGrpSpPr/>
                    <p:nvPr/>
                  </p:nvGrpSpPr>
                  <p:grpSpPr>
                    <a:xfrm>
                      <a:off x="4148667" y="457201"/>
                      <a:ext cx="1134524" cy="575735"/>
                      <a:chOff x="2455324" y="304801"/>
                      <a:chExt cx="1134524" cy="575735"/>
                    </a:xfrm>
                  </p:grpSpPr>
                  <p:sp>
                    <p:nvSpPr>
                      <p:cNvPr id="363" name="Rectangle 362"/>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sp>
                    <p:nvSpPr>
                      <p:cNvPr id="364" name="Rectangle 363"/>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grpSp>
                <p:grpSp>
                  <p:nvGrpSpPr>
                    <p:cNvPr id="360" name="Group 359"/>
                    <p:cNvGrpSpPr/>
                    <p:nvPr/>
                  </p:nvGrpSpPr>
                  <p:grpSpPr>
                    <a:xfrm>
                      <a:off x="5300114" y="457204"/>
                      <a:ext cx="1134524" cy="575735"/>
                      <a:chOff x="2455324" y="304801"/>
                      <a:chExt cx="1134524" cy="575735"/>
                    </a:xfrm>
                  </p:grpSpPr>
                  <p:sp>
                    <p:nvSpPr>
                      <p:cNvPr id="361" name="Rectangle 360"/>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sp>
                    <p:nvSpPr>
                      <p:cNvPr id="362" name="Rectangle 361"/>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grpSp>
              </p:grpSp>
            </p:grpSp>
            <p:grpSp>
              <p:nvGrpSpPr>
                <p:cNvPr id="342" name="Group 341"/>
                <p:cNvGrpSpPr/>
                <p:nvPr/>
              </p:nvGrpSpPr>
              <p:grpSpPr>
                <a:xfrm>
                  <a:off x="4893664" y="304799"/>
                  <a:ext cx="4588873" cy="575738"/>
                  <a:chOff x="2455324" y="304801"/>
                  <a:chExt cx="4588873" cy="575738"/>
                </a:xfrm>
              </p:grpSpPr>
              <p:grpSp>
                <p:nvGrpSpPr>
                  <p:cNvPr id="343" name="Group 342"/>
                  <p:cNvGrpSpPr/>
                  <p:nvPr/>
                </p:nvGrpSpPr>
                <p:grpSpPr>
                  <a:xfrm>
                    <a:off x="2455324" y="304801"/>
                    <a:ext cx="1134524" cy="575735"/>
                    <a:chOff x="2455324" y="304801"/>
                    <a:chExt cx="1134524" cy="575735"/>
                  </a:xfrm>
                </p:grpSpPr>
                <p:sp>
                  <p:nvSpPr>
                    <p:cNvPr id="354" name="Rectangle 353"/>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sp>
                  <p:nvSpPr>
                    <p:cNvPr id="355" name="Rectangle 354"/>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grpSp>
              <p:grpSp>
                <p:nvGrpSpPr>
                  <p:cNvPr id="344" name="Group 343"/>
                  <p:cNvGrpSpPr/>
                  <p:nvPr/>
                </p:nvGrpSpPr>
                <p:grpSpPr>
                  <a:xfrm>
                    <a:off x="3606771" y="304804"/>
                    <a:ext cx="1134524" cy="575735"/>
                    <a:chOff x="2455324" y="304801"/>
                    <a:chExt cx="1134524" cy="575735"/>
                  </a:xfrm>
                </p:grpSpPr>
                <p:sp>
                  <p:nvSpPr>
                    <p:cNvPr id="352" name="Rectangle 351"/>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sp>
                  <p:nvSpPr>
                    <p:cNvPr id="353" name="Rectangle 352"/>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grpSp>
              <p:grpSp>
                <p:nvGrpSpPr>
                  <p:cNvPr id="345" name="Group 344"/>
                  <p:cNvGrpSpPr/>
                  <p:nvPr/>
                </p:nvGrpSpPr>
                <p:grpSpPr>
                  <a:xfrm>
                    <a:off x="4758226" y="304801"/>
                    <a:ext cx="2285971" cy="575738"/>
                    <a:chOff x="4148667" y="457201"/>
                    <a:chExt cx="2285971" cy="575738"/>
                  </a:xfrm>
                </p:grpSpPr>
                <p:grpSp>
                  <p:nvGrpSpPr>
                    <p:cNvPr id="346" name="Group 345"/>
                    <p:cNvGrpSpPr/>
                    <p:nvPr/>
                  </p:nvGrpSpPr>
                  <p:grpSpPr>
                    <a:xfrm>
                      <a:off x="4148667" y="457201"/>
                      <a:ext cx="1134524" cy="575735"/>
                      <a:chOff x="2455324" y="304801"/>
                      <a:chExt cx="1134524" cy="575735"/>
                    </a:xfrm>
                  </p:grpSpPr>
                  <p:sp>
                    <p:nvSpPr>
                      <p:cNvPr id="350" name="Rectangle 349"/>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sp>
                    <p:nvSpPr>
                      <p:cNvPr id="351" name="Rectangle 350"/>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grpSp>
                <p:grpSp>
                  <p:nvGrpSpPr>
                    <p:cNvPr id="347" name="Group 346"/>
                    <p:cNvGrpSpPr/>
                    <p:nvPr/>
                  </p:nvGrpSpPr>
                  <p:grpSpPr>
                    <a:xfrm>
                      <a:off x="5300114" y="457204"/>
                      <a:ext cx="1134524" cy="575735"/>
                      <a:chOff x="2455324" y="304801"/>
                      <a:chExt cx="1134524" cy="575735"/>
                    </a:xfrm>
                  </p:grpSpPr>
                  <p:sp>
                    <p:nvSpPr>
                      <p:cNvPr id="348" name="Rectangle 347"/>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sp>
                    <p:nvSpPr>
                      <p:cNvPr id="349" name="Rectangle 348"/>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grpSp>
              </p:grpSp>
            </p:grpSp>
          </p:grpSp>
          <p:grpSp>
            <p:nvGrpSpPr>
              <p:cNvPr id="312" name="Group 311"/>
              <p:cNvGrpSpPr/>
              <p:nvPr/>
            </p:nvGrpSpPr>
            <p:grpSpPr>
              <a:xfrm>
                <a:off x="-16933" y="863586"/>
                <a:ext cx="9177746" cy="575743"/>
                <a:chOff x="304791" y="304794"/>
                <a:chExt cx="9177746" cy="575743"/>
              </a:xfrm>
            </p:grpSpPr>
            <p:grpSp>
              <p:nvGrpSpPr>
                <p:cNvPr id="313" name="Group 312"/>
                <p:cNvGrpSpPr/>
                <p:nvPr/>
              </p:nvGrpSpPr>
              <p:grpSpPr>
                <a:xfrm>
                  <a:off x="304791" y="304794"/>
                  <a:ext cx="4588873" cy="575738"/>
                  <a:chOff x="2455324" y="304801"/>
                  <a:chExt cx="4588873" cy="575738"/>
                </a:xfrm>
              </p:grpSpPr>
              <p:grpSp>
                <p:nvGrpSpPr>
                  <p:cNvPr id="328" name="Group 327"/>
                  <p:cNvGrpSpPr/>
                  <p:nvPr/>
                </p:nvGrpSpPr>
                <p:grpSpPr>
                  <a:xfrm>
                    <a:off x="2455324" y="304801"/>
                    <a:ext cx="1134524" cy="575735"/>
                    <a:chOff x="2455324" y="304801"/>
                    <a:chExt cx="1134524" cy="575735"/>
                  </a:xfrm>
                </p:grpSpPr>
                <p:sp>
                  <p:nvSpPr>
                    <p:cNvPr id="339" name="Rectangle 338"/>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dirty="0" smtClean="0">
                        <a:solidFill>
                          <a:srgbClr val="000000"/>
                        </a:solidFill>
                        <a:latin typeface="Arial" charset="0"/>
                        <a:ea typeface="ＭＳ Ｐゴシック"/>
                        <a:cs typeface="Arial" charset="0"/>
                      </a:endParaRPr>
                    </a:p>
                  </p:txBody>
                </p:sp>
                <p:sp>
                  <p:nvSpPr>
                    <p:cNvPr id="340" name="Rectangle 339"/>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grpSp>
              <p:grpSp>
                <p:nvGrpSpPr>
                  <p:cNvPr id="329" name="Group 328"/>
                  <p:cNvGrpSpPr/>
                  <p:nvPr/>
                </p:nvGrpSpPr>
                <p:grpSpPr>
                  <a:xfrm>
                    <a:off x="3606771" y="304804"/>
                    <a:ext cx="1134524" cy="575735"/>
                    <a:chOff x="2455324" y="304801"/>
                    <a:chExt cx="1134524" cy="575735"/>
                  </a:xfrm>
                </p:grpSpPr>
                <p:sp>
                  <p:nvSpPr>
                    <p:cNvPr id="337" name="Rectangle 336"/>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sp>
                  <p:nvSpPr>
                    <p:cNvPr id="338" name="Rectangle 337"/>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grpSp>
              <p:grpSp>
                <p:nvGrpSpPr>
                  <p:cNvPr id="330" name="Group 329"/>
                  <p:cNvGrpSpPr/>
                  <p:nvPr/>
                </p:nvGrpSpPr>
                <p:grpSpPr>
                  <a:xfrm>
                    <a:off x="4758226" y="304801"/>
                    <a:ext cx="2285971" cy="575738"/>
                    <a:chOff x="4148667" y="457201"/>
                    <a:chExt cx="2285971" cy="575738"/>
                  </a:xfrm>
                </p:grpSpPr>
                <p:grpSp>
                  <p:nvGrpSpPr>
                    <p:cNvPr id="331" name="Group 330"/>
                    <p:cNvGrpSpPr/>
                    <p:nvPr/>
                  </p:nvGrpSpPr>
                  <p:grpSpPr>
                    <a:xfrm>
                      <a:off x="4148667" y="457201"/>
                      <a:ext cx="1134524" cy="575735"/>
                      <a:chOff x="2455324" y="304801"/>
                      <a:chExt cx="1134524" cy="575735"/>
                    </a:xfrm>
                  </p:grpSpPr>
                  <p:sp>
                    <p:nvSpPr>
                      <p:cNvPr id="335" name="Rectangle 334"/>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sp>
                    <p:nvSpPr>
                      <p:cNvPr id="336" name="Rectangle 335"/>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grpSp>
                <p:grpSp>
                  <p:nvGrpSpPr>
                    <p:cNvPr id="332" name="Group 331"/>
                    <p:cNvGrpSpPr/>
                    <p:nvPr/>
                  </p:nvGrpSpPr>
                  <p:grpSpPr>
                    <a:xfrm>
                      <a:off x="5300114" y="457204"/>
                      <a:ext cx="1134524" cy="575735"/>
                      <a:chOff x="2455324" y="304801"/>
                      <a:chExt cx="1134524" cy="575735"/>
                    </a:xfrm>
                  </p:grpSpPr>
                  <p:sp>
                    <p:nvSpPr>
                      <p:cNvPr id="333" name="Rectangle 332"/>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sp>
                    <p:nvSpPr>
                      <p:cNvPr id="334" name="Rectangle 333"/>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grpSp>
              </p:grpSp>
            </p:grpSp>
            <p:grpSp>
              <p:nvGrpSpPr>
                <p:cNvPr id="314" name="Group 313"/>
                <p:cNvGrpSpPr/>
                <p:nvPr/>
              </p:nvGrpSpPr>
              <p:grpSpPr>
                <a:xfrm>
                  <a:off x="4893664" y="304799"/>
                  <a:ext cx="4588873" cy="575738"/>
                  <a:chOff x="2455324" y="304801"/>
                  <a:chExt cx="4588873" cy="575738"/>
                </a:xfrm>
              </p:grpSpPr>
              <p:grpSp>
                <p:nvGrpSpPr>
                  <p:cNvPr id="315" name="Group 314"/>
                  <p:cNvGrpSpPr/>
                  <p:nvPr/>
                </p:nvGrpSpPr>
                <p:grpSpPr>
                  <a:xfrm>
                    <a:off x="2455324" y="304801"/>
                    <a:ext cx="1134524" cy="575735"/>
                    <a:chOff x="2455324" y="304801"/>
                    <a:chExt cx="1134524" cy="575735"/>
                  </a:xfrm>
                </p:grpSpPr>
                <p:sp>
                  <p:nvSpPr>
                    <p:cNvPr id="326" name="Rectangle 325"/>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sp>
                  <p:nvSpPr>
                    <p:cNvPr id="327" name="Rectangle 326"/>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grpSp>
              <p:grpSp>
                <p:nvGrpSpPr>
                  <p:cNvPr id="316" name="Group 315"/>
                  <p:cNvGrpSpPr/>
                  <p:nvPr/>
                </p:nvGrpSpPr>
                <p:grpSpPr>
                  <a:xfrm>
                    <a:off x="3606771" y="304804"/>
                    <a:ext cx="1134524" cy="575735"/>
                    <a:chOff x="2455324" y="304801"/>
                    <a:chExt cx="1134524" cy="575735"/>
                  </a:xfrm>
                </p:grpSpPr>
                <p:sp>
                  <p:nvSpPr>
                    <p:cNvPr id="324" name="Rectangle 323"/>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sp>
                  <p:nvSpPr>
                    <p:cNvPr id="325" name="Rectangle 324"/>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grpSp>
              <p:grpSp>
                <p:nvGrpSpPr>
                  <p:cNvPr id="317" name="Group 316"/>
                  <p:cNvGrpSpPr/>
                  <p:nvPr/>
                </p:nvGrpSpPr>
                <p:grpSpPr>
                  <a:xfrm>
                    <a:off x="4758226" y="304801"/>
                    <a:ext cx="2285971" cy="575738"/>
                    <a:chOff x="4148667" y="457201"/>
                    <a:chExt cx="2285971" cy="575738"/>
                  </a:xfrm>
                </p:grpSpPr>
                <p:grpSp>
                  <p:nvGrpSpPr>
                    <p:cNvPr id="318" name="Group 317"/>
                    <p:cNvGrpSpPr/>
                    <p:nvPr/>
                  </p:nvGrpSpPr>
                  <p:grpSpPr>
                    <a:xfrm>
                      <a:off x="4148667" y="457201"/>
                      <a:ext cx="1134524" cy="575735"/>
                      <a:chOff x="2455324" y="304801"/>
                      <a:chExt cx="1134524" cy="575735"/>
                    </a:xfrm>
                  </p:grpSpPr>
                  <p:sp>
                    <p:nvSpPr>
                      <p:cNvPr id="322" name="Rectangle 321"/>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sp>
                    <p:nvSpPr>
                      <p:cNvPr id="323" name="Rectangle 322"/>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grpSp>
                <p:grpSp>
                  <p:nvGrpSpPr>
                    <p:cNvPr id="319" name="Group 318"/>
                    <p:cNvGrpSpPr/>
                    <p:nvPr/>
                  </p:nvGrpSpPr>
                  <p:grpSpPr>
                    <a:xfrm>
                      <a:off x="5300114" y="457204"/>
                      <a:ext cx="1134524" cy="575735"/>
                      <a:chOff x="2455324" y="304801"/>
                      <a:chExt cx="1134524" cy="575735"/>
                    </a:xfrm>
                  </p:grpSpPr>
                  <p:sp>
                    <p:nvSpPr>
                      <p:cNvPr id="320" name="Rectangle 319"/>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sp>
                    <p:nvSpPr>
                      <p:cNvPr id="321" name="Rectangle 320"/>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grpSp>
              </p:grpSp>
            </p:grpSp>
          </p:grpSp>
        </p:grpSp>
        <p:grpSp>
          <p:nvGrpSpPr>
            <p:cNvPr id="252" name="Group 251"/>
            <p:cNvGrpSpPr/>
            <p:nvPr/>
          </p:nvGrpSpPr>
          <p:grpSpPr>
            <a:xfrm>
              <a:off x="-16930" y="6011221"/>
              <a:ext cx="9177749" cy="1134535"/>
              <a:chOff x="-16936" y="304794"/>
              <a:chExt cx="9177749" cy="1134535"/>
            </a:xfrm>
          </p:grpSpPr>
          <p:grpSp>
            <p:nvGrpSpPr>
              <p:cNvPr id="253" name="Group 252"/>
              <p:cNvGrpSpPr/>
              <p:nvPr/>
            </p:nvGrpSpPr>
            <p:grpSpPr>
              <a:xfrm>
                <a:off x="-16936" y="304794"/>
                <a:ext cx="9177746" cy="575743"/>
                <a:chOff x="304791" y="304794"/>
                <a:chExt cx="9177746" cy="575743"/>
              </a:xfrm>
            </p:grpSpPr>
            <p:grpSp>
              <p:nvGrpSpPr>
                <p:cNvPr id="283" name="Group 282"/>
                <p:cNvGrpSpPr/>
                <p:nvPr/>
              </p:nvGrpSpPr>
              <p:grpSpPr>
                <a:xfrm>
                  <a:off x="304791" y="304794"/>
                  <a:ext cx="4588873" cy="575738"/>
                  <a:chOff x="2455324" y="304801"/>
                  <a:chExt cx="4588873" cy="575738"/>
                </a:xfrm>
              </p:grpSpPr>
              <p:grpSp>
                <p:nvGrpSpPr>
                  <p:cNvPr id="298" name="Group 297"/>
                  <p:cNvGrpSpPr/>
                  <p:nvPr/>
                </p:nvGrpSpPr>
                <p:grpSpPr>
                  <a:xfrm>
                    <a:off x="2455324" y="304801"/>
                    <a:ext cx="1134524" cy="575735"/>
                    <a:chOff x="2455324" y="304801"/>
                    <a:chExt cx="1134524" cy="575735"/>
                  </a:xfrm>
                </p:grpSpPr>
                <p:sp>
                  <p:nvSpPr>
                    <p:cNvPr id="309" name="Rectangle 308"/>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sp>
                  <p:nvSpPr>
                    <p:cNvPr id="310" name="Rectangle 309"/>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grpSp>
              <p:grpSp>
                <p:nvGrpSpPr>
                  <p:cNvPr id="299" name="Group 298"/>
                  <p:cNvGrpSpPr/>
                  <p:nvPr/>
                </p:nvGrpSpPr>
                <p:grpSpPr>
                  <a:xfrm>
                    <a:off x="3606771" y="304804"/>
                    <a:ext cx="1134524" cy="575735"/>
                    <a:chOff x="2455324" y="304801"/>
                    <a:chExt cx="1134524" cy="575735"/>
                  </a:xfrm>
                </p:grpSpPr>
                <p:sp>
                  <p:nvSpPr>
                    <p:cNvPr id="307" name="Rectangle 306"/>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sp>
                  <p:nvSpPr>
                    <p:cNvPr id="308" name="Rectangle 307"/>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grpSp>
              <p:grpSp>
                <p:nvGrpSpPr>
                  <p:cNvPr id="300" name="Group 299"/>
                  <p:cNvGrpSpPr/>
                  <p:nvPr/>
                </p:nvGrpSpPr>
                <p:grpSpPr>
                  <a:xfrm>
                    <a:off x="4758226" y="304801"/>
                    <a:ext cx="2285971" cy="575738"/>
                    <a:chOff x="4148667" y="457201"/>
                    <a:chExt cx="2285971" cy="575738"/>
                  </a:xfrm>
                </p:grpSpPr>
                <p:grpSp>
                  <p:nvGrpSpPr>
                    <p:cNvPr id="301" name="Group 300"/>
                    <p:cNvGrpSpPr/>
                    <p:nvPr/>
                  </p:nvGrpSpPr>
                  <p:grpSpPr>
                    <a:xfrm>
                      <a:off x="4148667" y="457201"/>
                      <a:ext cx="1134524" cy="575735"/>
                      <a:chOff x="2455324" y="304801"/>
                      <a:chExt cx="1134524" cy="575735"/>
                    </a:xfrm>
                  </p:grpSpPr>
                  <p:sp>
                    <p:nvSpPr>
                      <p:cNvPr id="305" name="Rectangle 304"/>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sp>
                    <p:nvSpPr>
                      <p:cNvPr id="306" name="Rectangle 305"/>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grpSp>
                <p:grpSp>
                  <p:nvGrpSpPr>
                    <p:cNvPr id="302" name="Group 301"/>
                    <p:cNvGrpSpPr/>
                    <p:nvPr/>
                  </p:nvGrpSpPr>
                  <p:grpSpPr>
                    <a:xfrm>
                      <a:off x="5300114" y="457204"/>
                      <a:ext cx="1134524" cy="575735"/>
                      <a:chOff x="2455324" y="304801"/>
                      <a:chExt cx="1134524" cy="575735"/>
                    </a:xfrm>
                  </p:grpSpPr>
                  <p:sp>
                    <p:nvSpPr>
                      <p:cNvPr id="303" name="Rectangle 302"/>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sp>
                    <p:nvSpPr>
                      <p:cNvPr id="304" name="Rectangle 303"/>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grpSp>
              </p:grpSp>
            </p:grpSp>
            <p:grpSp>
              <p:nvGrpSpPr>
                <p:cNvPr id="284" name="Group 283"/>
                <p:cNvGrpSpPr/>
                <p:nvPr/>
              </p:nvGrpSpPr>
              <p:grpSpPr>
                <a:xfrm>
                  <a:off x="4893664" y="304799"/>
                  <a:ext cx="4588873" cy="575738"/>
                  <a:chOff x="2455324" y="304801"/>
                  <a:chExt cx="4588873" cy="575738"/>
                </a:xfrm>
              </p:grpSpPr>
              <p:grpSp>
                <p:nvGrpSpPr>
                  <p:cNvPr id="285" name="Group 284"/>
                  <p:cNvGrpSpPr/>
                  <p:nvPr/>
                </p:nvGrpSpPr>
                <p:grpSpPr>
                  <a:xfrm>
                    <a:off x="2455324" y="304801"/>
                    <a:ext cx="1134524" cy="575735"/>
                    <a:chOff x="2455324" y="304801"/>
                    <a:chExt cx="1134524" cy="575735"/>
                  </a:xfrm>
                </p:grpSpPr>
                <p:sp>
                  <p:nvSpPr>
                    <p:cNvPr id="296" name="Rectangle 295"/>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sp>
                  <p:nvSpPr>
                    <p:cNvPr id="297" name="Rectangle 296"/>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grpSp>
              <p:grpSp>
                <p:nvGrpSpPr>
                  <p:cNvPr id="286" name="Group 285"/>
                  <p:cNvGrpSpPr/>
                  <p:nvPr/>
                </p:nvGrpSpPr>
                <p:grpSpPr>
                  <a:xfrm>
                    <a:off x="3606771" y="304804"/>
                    <a:ext cx="1134524" cy="575735"/>
                    <a:chOff x="2455324" y="304801"/>
                    <a:chExt cx="1134524" cy="575735"/>
                  </a:xfrm>
                </p:grpSpPr>
                <p:sp>
                  <p:nvSpPr>
                    <p:cNvPr id="294" name="Rectangle 293"/>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sp>
                  <p:nvSpPr>
                    <p:cNvPr id="295" name="Rectangle 294"/>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grpSp>
              <p:grpSp>
                <p:nvGrpSpPr>
                  <p:cNvPr id="287" name="Group 286"/>
                  <p:cNvGrpSpPr/>
                  <p:nvPr/>
                </p:nvGrpSpPr>
                <p:grpSpPr>
                  <a:xfrm>
                    <a:off x="4758226" y="304801"/>
                    <a:ext cx="2285971" cy="575738"/>
                    <a:chOff x="4148667" y="457201"/>
                    <a:chExt cx="2285971" cy="575738"/>
                  </a:xfrm>
                </p:grpSpPr>
                <p:grpSp>
                  <p:nvGrpSpPr>
                    <p:cNvPr id="288" name="Group 287"/>
                    <p:cNvGrpSpPr/>
                    <p:nvPr/>
                  </p:nvGrpSpPr>
                  <p:grpSpPr>
                    <a:xfrm>
                      <a:off x="4148667" y="457201"/>
                      <a:ext cx="1134524" cy="575735"/>
                      <a:chOff x="2455324" y="304801"/>
                      <a:chExt cx="1134524" cy="575735"/>
                    </a:xfrm>
                  </p:grpSpPr>
                  <p:sp>
                    <p:nvSpPr>
                      <p:cNvPr id="292" name="Rectangle 291"/>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sp>
                    <p:nvSpPr>
                      <p:cNvPr id="293" name="Rectangle 292"/>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grpSp>
                <p:grpSp>
                  <p:nvGrpSpPr>
                    <p:cNvPr id="289" name="Group 288"/>
                    <p:cNvGrpSpPr/>
                    <p:nvPr/>
                  </p:nvGrpSpPr>
                  <p:grpSpPr>
                    <a:xfrm>
                      <a:off x="5300114" y="457204"/>
                      <a:ext cx="1134524" cy="575735"/>
                      <a:chOff x="2455324" y="304801"/>
                      <a:chExt cx="1134524" cy="575735"/>
                    </a:xfrm>
                  </p:grpSpPr>
                  <p:sp>
                    <p:nvSpPr>
                      <p:cNvPr id="290" name="Rectangle 289"/>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sp>
                    <p:nvSpPr>
                      <p:cNvPr id="291" name="Rectangle 290"/>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grpSp>
              </p:grpSp>
            </p:grpSp>
          </p:grpSp>
          <p:grpSp>
            <p:nvGrpSpPr>
              <p:cNvPr id="254" name="Group 253"/>
              <p:cNvGrpSpPr/>
              <p:nvPr/>
            </p:nvGrpSpPr>
            <p:grpSpPr>
              <a:xfrm>
                <a:off x="-16933" y="863586"/>
                <a:ext cx="9177746" cy="575743"/>
                <a:chOff x="304791" y="304794"/>
                <a:chExt cx="9177746" cy="575743"/>
              </a:xfrm>
            </p:grpSpPr>
            <p:grpSp>
              <p:nvGrpSpPr>
                <p:cNvPr id="255" name="Group 254"/>
                <p:cNvGrpSpPr/>
                <p:nvPr/>
              </p:nvGrpSpPr>
              <p:grpSpPr>
                <a:xfrm>
                  <a:off x="304791" y="304794"/>
                  <a:ext cx="4588873" cy="575738"/>
                  <a:chOff x="2455324" y="304801"/>
                  <a:chExt cx="4588873" cy="575738"/>
                </a:xfrm>
              </p:grpSpPr>
              <p:grpSp>
                <p:nvGrpSpPr>
                  <p:cNvPr id="270" name="Group 269"/>
                  <p:cNvGrpSpPr/>
                  <p:nvPr/>
                </p:nvGrpSpPr>
                <p:grpSpPr>
                  <a:xfrm>
                    <a:off x="2455324" y="304801"/>
                    <a:ext cx="1134524" cy="575735"/>
                    <a:chOff x="2455324" y="304801"/>
                    <a:chExt cx="1134524" cy="575735"/>
                  </a:xfrm>
                </p:grpSpPr>
                <p:sp>
                  <p:nvSpPr>
                    <p:cNvPr id="281" name="Rectangle 280"/>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sp>
                  <p:nvSpPr>
                    <p:cNvPr id="282" name="Rectangle 281"/>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grpSp>
              <p:grpSp>
                <p:nvGrpSpPr>
                  <p:cNvPr id="271" name="Group 270"/>
                  <p:cNvGrpSpPr/>
                  <p:nvPr/>
                </p:nvGrpSpPr>
                <p:grpSpPr>
                  <a:xfrm>
                    <a:off x="3606771" y="304804"/>
                    <a:ext cx="1134524" cy="575735"/>
                    <a:chOff x="2455324" y="304801"/>
                    <a:chExt cx="1134524" cy="575735"/>
                  </a:xfrm>
                </p:grpSpPr>
                <p:sp>
                  <p:nvSpPr>
                    <p:cNvPr id="279" name="Rectangle 278"/>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dirty="0" smtClean="0">
                        <a:solidFill>
                          <a:srgbClr val="000000"/>
                        </a:solidFill>
                        <a:latin typeface="Arial" charset="0"/>
                        <a:ea typeface="ＭＳ Ｐゴシック"/>
                        <a:cs typeface="Arial" charset="0"/>
                      </a:endParaRPr>
                    </a:p>
                  </p:txBody>
                </p:sp>
                <p:sp>
                  <p:nvSpPr>
                    <p:cNvPr id="280" name="Rectangle 279"/>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grpSp>
              <p:grpSp>
                <p:nvGrpSpPr>
                  <p:cNvPr id="272" name="Group 271"/>
                  <p:cNvGrpSpPr/>
                  <p:nvPr/>
                </p:nvGrpSpPr>
                <p:grpSpPr>
                  <a:xfrm>
                    <a:off x="4758226" y="304801"/>
                    <a:ext cx="2285971" cy="575738"/>
                    <a:chOff x="4148667" y="457201"/>
                    <a:chExt cx="2285971" cy="575738"/>
                  </a:xfrm>
                </p:grpSpPr>
                <p:grpSp>
                  <p:nvGrpSpPr>
                    <p:cNvPr id="273" name="Group 272"/>
                    <p:cNvGrpSpPr/>
                    <p:nvPr/>
                  </p:nvGrpSpPr>
                  <p:grpSpPr>
                    <a:xfrm>
                      <a:off x="4148667" y="457201"/>
                      <a:ext cx="1134524" cy="575735"/>
                      <a:chOff x="2455324" y="304801"/>
                      <a:chExt cx="1134524" cy="575735"/>
                    </a:xfrm>
                  </p:grpSpPr>
                  <p:sp>
                    <p:nvSpPr>
                      <p:cNvPr id="277" name="Rectangle 276"/>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sp>
                    <p:nvSpPr>
                      <p:cNvPr id="278" name="Rectangle 277"/>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grpSp>
                <p:grpSp>
                  <p:nvGrpSpPr>
                    <p:cNvPr id="274" name="Group 273"/>
                    <p:cNvGrpSpPr/>
                    <p:nvPr/>
                  </p:nvGrpSpPr>
                  <p:grpSpPr>
                    <a:xfrm>
                      <a:off x="5300114" y="457204"/>
                      <a:ext cx="1134524" cy="575735"/>
                      <a:chOff x="2455324" y="304801"/>
                      <a:chExt cx="1134524" cy="575735"/>
                    </a:xfrm>
                  </p:grpSpPr>
                  <p:sp>
                    <p:nvSpPr>
                      <p:cNvPr id="275" name="Rectangle 274"/>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sp>
                    <p:nvSpPr>
                      <p:cNvPr id="276" name="Rectangle 275"/>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grpSp>
              </p:grpSp>
            </p:grpSp>
            <p:grpSp>
              <p:nvGrpSpPr>
                <p:cNvPr id="256" name="Group 255"/>
                <p:cNvGrpSpPr/>
                <p:nvPr/>
              </p:nvGrpSpPr>
              <p:grpSpPr>
                <a:xfrm>
                  <a:off x="4893664" y="304799"/>
                  <a:ext cx="4588873" cy="575738"/>
                  <a:chOff x="2455324" y="304801"/>
                  <a:chExt cx="4588873" cy="575738"/>
                </a:xfrm>
              </p:grpSpPr>
              <p:grpSp>
                <p:nvGrpSpPr>
                  <p:cNvPr id="257" name="Group 256"/>
                  <p:cNvGrpSpPr/>
                  <p:nvPr/>
                </p:nvGrpSpPr>
                <p:grpSpPr>
                  <a:xfrm>
                    <a:off x="2455324" y="304801"/>
                    <a:ext cx="863596" cy="575735"/>
                    <a:chOff x="2455324" y="304801"/>
                    <a:chExt cx="863596" cy="575735"/>
                  </a:xfrm>
                </p:grpSpPr>
                <p:sp>
                  <p:nvSpPr>
                    <p:cNvPr id="268" name="Rectangle 267"/>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sp>
                  <p:nvSpPr>
                    <p:cNvPr id="269" name="Rectangle 268"/>
                    <p:cNvSpPr/>
                    <p:nvPr/>
                  </p:nvSpPr>
                  <p:spPr bwMode="auto">
                    <a:xfrm>
                      <a:off x="2743189"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r>
                        <a:rPr lang="en-US" sz="2400" dirty="0" smtClean="0">
                          <a:solidFill>
                            <a:srgbClr val="000000"/>
                          </a:solidFill>
                          <a:latin typeface="Arial" charset="0"/>
                          <a:ea typeface="ＭＳ Ｐゴシック"/>
                          <a:cs typeface="Arial" charset="0"/>
                        </a:rPr>
                        <a:t>80</a:t>
                      </a:r>
                    </a:p>
                  </p:txBody>
                </p:sp>
              </p:grpSp>
              <p:grpSp>
                <p:nvGrpSpPr>
                  <p:cNvPr id="258" name="Group 257"/>
                  <p:cNvGrpSpPr/>
                  <p:nvPr/>
                </p:nvGrpSpPr>
                <p:grpSpPr>
                  <a:xfrm>
                    <a:off x="3606771" y="304804"/>
                    <a:ext cx="1134524" cy="575735"/>
                    <a:chOff x="2455324" y="304801"/>
                    <a:chExt cx="1134524" cy="575735"/>
                  </a:xfrm>
                </p:grpSpPr>
                <p:sp>
                  <p:nvSpPr>
                    <p:cNvPr id="266" name="Rectangle 265"/>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sp>
                  <p:nvSpPr>
                    <p:cNvPr id="267" name="Rectangle 266"/>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grpSp>
              <p:grpSp>
                <p:nvGrpSpPr>
                  <p:cNvPr id="259" name="Group 258"/>
                  <p:cNvGrpSpPr/>
                  <p:nvPr/>
                </p:nvGrpSpPr>
                <p:grpSpPr>
                  <a:xfrm>
                    <a:off x="4758226" y="304801"/>
                    <a:ext cx="2285971" cy="575738"/>
                    <a:chOff x="4148667" y="457201"/>
                    <a:chExt cx="2285971" cy="575738"/>
                  </a:xfrm>
                </p:grpSpPr>
                <p:grpSp>
                  <p:nvGrpSpPr>
                    <p:cNvPr id="260" name="Group 259"/>
                    <p:cNvGrpSpPr/>
                    <p:nvPr/>
                  </p:nvGrpSpPr>
                  <p:grpSpPr>
                    <a:xfrm>
                      <a:off x="4148667" y="457201"/>
                      <a:ext cx="1134524" cy="575735"/>
                      <a:chOff x="2455324" y="304801"/>
                      <a:chExt cx="1134524" cy="575735"/>
                    </a:xfrm>
                  </p:grpSpPr>
                  <p:sp>
                    <p:nvSpPr>
                      <p:cNvPr id="264" name="Rectangle 263"/>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sp>
                    <p:nvSpPr>
                      <p:cNvPr id="265" name="Rectangle 264"/>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grpSp>
                <p:grpSp>
                  <p:nvGrpSpPr>
                    <p:cNvPr id="261" name="Group 260"/>
                    <p:cNvGrpSpPr/>
                    <p:nvPr/>
                  </p:nvGrpSpPr>
                  <p:grpSpPr>
                    <a:xfrm>
                      <a:off x="5300114" y="457204"/>
                      <a:ext cx="1134524" cy="575735"/>
                      <a:chOff x="2455324" y="304801"/>
                      <a:chExt cx="1134524" cy="575735"/>
                    </a:xfrm>
                  </p:grpSpPr>
                  <p:sp>
                    <p:nvSpPr>
                      <p:cNvPr id="262" name="Rectangle 261"/>
                      <p:cNvSpPr/>
                      <p:nvPr/>
                    </p:nvSpPr>
                    <p:spPr bwMode="auto">
                      <a:xfrm rot="16200000">
                        <a:off x="2455325" y="304800"/>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sp>
                    <p:nvSpPr>
                      <p:cNvPr id="263" name="Rectangle 262"/>
                      <p:cNvSpPr/>
                      <p:nvPr/>
                    </p:nvSpPr>
                    <p:spPr bwMode="auto">
                      <a:xfrm>
                        <a:off x="3014117" y="304803"/>
                        <a:ext cx="575731"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endParaRPr lang="en-US" sz="2400" smtClean="0">
                          <a:solidFill>
                            <a:srgbClr val="000000"/>
                          </a:solidFill>
                          <a:latin typeface="Arial" charset="0"/>
                          <a:ea typeface="ＭＳ Ｐゴシック"/>
                          <a:cs typeface="Arial" charset="0"/>
                        </a:endParaRPr>
                      </a:p>
                    </p:txBody>
                  </p:sp>
                </p:grpSp>
              </p:grpSp>
            </p:grpSp>
          </p:grpSp>
        </p:grpSp>
      </p:grpSp>
      <p:cxnSp>
        <p:nvCxnSpPr>
          <p:cNvPr id="371" name="Straight Connector 370"/>
          <p:cNvCxnSpPr/>
          <p:nvPr/>
        </p:nvCxnSpPr>
        <p:spPr bwMode="auto">
          <a:xfrm flipV="1">
            <a:off x="541854" y="6265229"/>
            <a:ext cx="8043234" cy="16941"/>
          </a:xfrm>
          <a:prstGeom prst="line">
            <a:avLst/>
          </a:prstGeom>
          <a:noFill/>
          <a:ln w="9525" cap="flat" cmpd="sng" algn="ctr">
            <a:solidFill>
              <a:srgbClr val="000000"/>
            </a:solidFill>
            <a:prstDash val="solid"/>
            <a:round/>
            <a:headEnd type="none" w="med" len="med"/>
            <a:tailEnd type="none" w="med" len="med"/>
          </a:ln>
          <a:effectLst/>
        </p:spPr>
      </p:cxnSp>
      <p:cxnSp>
        <p:nvCxnSpPr>
          <p:cNvPr id="373" name="Straight Connector 372"/>
          <p:cNvCxnSpPr/>
          <p:nvPr/>
        </p:nvCxnSpPr>
        <p:spPr bwMode="auto">
          <a:xfrm flipH="1" flipV="1">
            <a:off x="541854" y="10"/>
            <a:ext cx="16946" cy="6265219"/>
          </a:xfrm>
          <a:prstGeom prst="line">
            <a:avLst/>
          </a:prstGeom>
          <a:noFill/>
          <a:ln w="9525" cap="flat" cmpd="sng" algn="ctr">
            <a:solidFill>
              <a:srgbClr val="000000"/>
            </a:solidFill>
            <a:prstDash val="solid"/>
            <a:round/>
            <a:headEnd type="none" w="med" len="med"/>
            <a:tailEnd type="none" w="med" len="med"/>
          </a:ln>
          <a:effectLst/>
        </p:spPr>
      </p:cxnSp>
      <p:sp>
        <p:nvSpPr>
          <p:cNvPr id="374" name="TextBox 373"/>
          <p:cNvSpPr txBox="1"/>
          <p:nvPr/>
        </p:nvSpPr>
        <p:spPr>
          <a:xfrm>
            <a:off x="8028644" y="6366938"/>
            <a:ext cx="1146768" cy="369332"/>
          </a:xfrm>
          <a:prstGeom prst="rect">
            <a:avLst/>
          </a:prstGeom>
          <a:noFill/>
        </p:spPr>
        <p:txBody>
          <a:bodyPr wrap="none" rtlCol="0">
            <a:spAutoFit/>
          </a:bodyPr>
          <a:lstStyle/>
          <a:p>
            <a:r>
              <a:rPr lang="en-US" dirty="0">
                <a:solidFill>
                  <a:srgbClr val="000000"/>
                </a:solidFill>
                <a:latin typeface="Times New Roman"/>
                <a:ea typeface="ＭＳ Ｐゴシック"/>
              </a:rPr>
              <a:t>x</a:t>
            </a:r>
            <a:r>
              <a:rPr lang="en-US" dirty="0" smtClean="0">
                <a:solidFill>
                  <a:srgbClr val="000000"/>
                </a:solidFill>
                <a:latin typeface="Times New Roman"/>
                <a:ea typeface="ＭＳ Ｐゴシック"/>
              </a:rPr>
              <a:t>1 Forest</a:t>
            </a:r>
            <a:endParaRPr lang="en-US" dirty="0">
              <a:solidFill>
                <a:srgbClr val="000000"/>
              </a:solidFill>
              <a:latin typeface="Times New Roman"/>
              <a:ea typeface="ＭＳ Ｐゴシック"/>
            </a:endParaRPr>
          </a:p>
        </p:txBody>
      </p:sp>
      <p:sp>
        <p:nvSpPr>
          <p:cNvPr id="375" name="TextBox 374"/>
          <p:cNvSpPr txBox="1"/>
          <p:nvPr/>
        </p:nvSpPr>
        <p:spPr>
          <a:xfrm>
            <a:off x="135467" y="304800"/>
            <a:ext cx="1146768" cy="369332"/>
          </a:xfrm>
          <a:prstGeom prst="rect">
            <a:avLst/>
          </a:prstGeom>
          <a:noFill/>
        </p:spPr>
        <p:txBody>
          <a:bodyPr wrap="none" rtlCol="0">
            <a:spAutoFit/>
          </a:bodyPr>
          <a:lstStyle/>
          <a:p>
            <a:r>
              <a:rPr lang="en-US" dirty="0" smtClean="0">
                <a:solidFill>
                  <a:srgbClr val="000000"/>
                </a:solidFill>
                <a:latin typeface="Times New Roman"/>
                <a:ea typeface="ＭＳ Ｐゴシック"/>
              </a:rPr>
              <a:t>X2 - Park</a:t>
            </a:r>
            <a:endParaRPr lang="en-US" dirty="0">
              <a:solidFill>
                <a:srgbClr val="000000"/>
              </a:solidFill>
              <a:latin typeface="Times New Roman"/>
              <a:ea typeface="ＭＳ Ｐゴシック"/>
            </a:endParaRPr>
          </a:p>
        </p:txBody>
      </p:sp>
      <p:cxnSp>
        <p:nvCxnSpPr>
          <p:cNvPr id="377" name="Straight Connector 376"/>
          <p:cNvCxnSpPr/>
          <p:nvPr/>
        </p:nvCxnSpPr>
        <p:spPr bwMode="auto">
          <a:xfrm flipV="1">
            <a:off x="5130739" y="1134532"/>
            <a:ext cx="0" cy="5130697"/>
          </a:xfrm>
          <a:prstGeom prst="line">
            <a:avLst/>
          </a:prstGeom>
          <a:noFill/>
          <a:ln w="9525" cap="flat" cmpd="sng" algn="ctr">
            <a:solidFill>
              <a:srgbClr val="000000"/>
            </a:solidFill>
            <a:prstDash val="solid"/>
            <a:round/>
            <a:headEnd type="none" w="med" len="med"/>
            <a:tailEnd type="none" w="med" len="med"/>
          </a:ln>
          <a:effectLst/>
        </p:spPr>
      </p:cxnSp>
      <p:sp>
        <p:nvSpPr>
          <p:cNvPr id="379" name="TextBox 378"/>
          <p:cNvSpPr txBox="1"/>
          <p:nvPr/>
        </p:nvSpPr>
        <p:spPr>
          <a:xfrm>
            <a:off x="4038850" y="3420534"/>
            <a:ext cx="1083086" cy="369332"/>
          </a:xfrm>
          <a:prstGeom prst="rect">
            <a:avLst/>
          </a:prstGeom>
          <a:noFill/>
        </p:spPr>
        <p:txBody>
          <a:bodyPr wrap="none" rtlCol="0">
            <a:spAutoFit/>
          </a:bodyPr>
          <a:lstStyle/>
          <a:p>
            <a:r>
              <a:rPr lang="en-US" dirty="0">
                <a:solidFill>
                  <a:srgbClr val="000000"/>
                </a:solidFill>
                <a:latin typeface="Times New Roman"/>
                <a:ea typeface="ＭＳ Ｐゴシック"/>
              </a:rPr>
              <a:t>x</a:t>
            </a:r>
            <a:r>
              <a:rPr lang="en-US" dirty="0" smtClean="0">
                <a:solidFill>
                  <a:srgbClr val="000000"/>
                </a:solidFill>
                <a:latin typeface="Times New Roman"/>
                <a:ea typeface="ＭＳ Ｐゴシック"/>
              </a:rPr>
              <a:t>1 &lt;= 80</a:t>
            </a:r>
            <a:endParaRPr lang="en-US" dirty="0">
              <a:solidFill>
                <a:srgbClr val="000000"/>
              </a:solidFill>
              <a:latin typeface="Times New Roman"/>
              <a:ea typeface="ＭＳ Ｐゴシック"/>
            </a:endParaRPr>
          </a:p>
        </p:txBody>
      </p:sp>
      <p:sp>
        <p:nvSpPr>
          <p:cNvPr id="388" name="TextBox 387"/>
          <p:cNvSpPr txBox="1"/>
          <p:nvPr/>
        </p:nvSpPr>
        <p:spPr>
          <a:xfrm>
            <a:off x="100432" y="4807902"/>
            <a:ext cx="441422" cy="369332"/>
          </a:xfrm>
          <a:prstGeom prst="rect">
            <a:avLst/>
          </a:prstGeom>
          <a:noFill/>
        </p:spPr>
        <p:txBody>
          <a:bodyPr wrap="none" rtlCol="0">
            <a:spAutoFit/>
          </a:bodyPr>
          <a:lstStyle/>
          <a:p>
            <a:r>
              <a:rPr lang="en-US" dirty="0" smtClean="0">
                <a:solidFill>
                  <a:srgbClr val="000000"/>
                </a:solidFill>
                <a:latin typeface="Times New Roman"/>
                <a:ea typeface="ＭＳ Ｐゴシック"/>
              </a:rPr>
              <a:t>20</a:t>
            </a:r>
            <a:endParaRPr lang="en-US" dirty="0">
              <a:solidFill>
                <a:srgbClr val="000000"/>
              </a:solidFill>
              <a:latin typeface="Times New Roman"/>
              <a:ea typeface="ＭＳ Ｐゴシック"/>
            </a:endParaRPr>
          </a:p>
        </p:txBody>
      </p:sp>
      <p:sp>
        <p:nvSpPr>
          <p:cNvPr id="389" name="TextBox 388"/>
          <p:cNvSpPr txBox="1"/>
          <p:nvPr/>
        </p:nvSpPr>
        <p:spPr>
          <a:xfrm>
            <a:off x="67860" y="4179387"/>
            <a:ext cx="441422" cy="369332"/>
          </a:xfrm>
          <a:prstGeom prst="rect">
            <a:avLst/>
          </a:prstGeom>
          <a:noFill/>
        </p:spPr>
        <p:txBody>
          <a:bodyPr wrap="none" rtlCol="0">
            <a:spAutoFit/>
          </a:bodyPr>
          <a:lstStyle/>
          <a:p>
            <a:r>
              <a:rPr lang="en-US" dirty="0" smtClean="0">
                <a:solidFill>
                  <a:srgbClr val="000000"/>
                </a:solidFill>
                <a:latin typeface="Times New Roman"/>
                <a:ea typeface="ＭＳ Ｐゴシック"/>
              </a:rPr>
              <a:t>30</a:t>
            </a:r>
            <a:endParaRPr lang="en-US" dirty="0">
              <a:solidFill>
                <a:srgbClr val="000000"/>
              </a:solidFill>
              <a:latin typeface="Times New Roman"/>
              <a:ea typeface="ＭＳ Ｐゴシック"/>
            </a:endParaRPr>
          </a:p>
        </p:txBody>
      </p:sp>
      <p:sp>
        <p:nvSpPr>
          <p:cNvPr id="390" name="Rectangle 389"/>
          <p:cNvSpPr/>
          <p:nvPr/>
        </p:nvSpPr>
        <p:spPr bwMode="auto">
          <a:xfrm>
            <a:off x="7111903" y="6180564"/>
            <a:ext cx="897457" cy="575733"/>
          </a:xfrm>
          <a:prstGeom prst="rect">
            <a:avLst/>
          </a:prstGeom>
          <a:no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r" defTabSz="914400" fontAlgn="base">
              <a:spcBef>
                <a:spcPct val="0"/>
              </a:spcBef>
              <a:spcAft>
                <a:spcPct val="0"/>
              </a:spcAft>
            </a:pPr>
            <a:r>
              <a:rPr lang="en-US" sz="2400" dirty="0" smtClean="0">
                <a:solidFill>
                  <a:srgbClr val="000000"/>
                </a:solidFill>
                <a:latin typeface="Arial" charset="0"/>
                <a:ea typeface="ＭＳ Ｐゴシック"/>
                <a:cs typeface="Arial" charset="0"/>
              </a:rPr>
              <a:t>120</a:t>
            </a:r>
          </a:p>
        </p:txBody>
      </p:sp>
      <p:cxnSp>
        <p:nvCxnSpPr>
          <p:cNvPr id="392" name="Straight Connector 391"/>
          <p:cNvCxnSpPr/>
          <p:nvPr/>
        </p:nvCxnSpPr>
        <p:spPr bwMode="auto">
          <a:xfrm flipH="1" flipV="1">
            <a:off x="5130739" y="558792"/>
            <a:ext cx="16940" cy="5723378"/>
          </a:xfrm>
          <a:prstGeom prst="line">
            <a:avLst/>
          </a:prstGeom>
          <a:noFill/>
          <a:ln w="9525" cap="flat" cmpd="sng" algn="ctr">
            <a:solidFill>
              <a:srgbClr val="000000"/>
            </a:solidFill>
            <a:prstDash val="solid"/>
            <a:round/>
            <a:headEnd type="none" w="med" len="med"/>
            <a:tailEnd type="none" w="med" len="med"/>
          </a:ln>
          <a:effectLst/>
        </p:spPr>
      </p:cxnSp>
      <p:sp>
        <p:nvSpPr>
          <p:cNvPr id="400" name="Rectangle 399"/>
          <p:cNvSpPr/>
          <p:nvPr/>
        </p:nvSpPr>
        <p:spPr>
          <a:xfrm>
            <a:off x="7128739" y="2343887"/>
            <a:ext cx="1718740" cy="369332"/>
          </a:xfrm>
          <a:prstGeom prst="rect">
            <a:avLst/>
          </a:prstGeom>
        </p:spPr>
        <p:txBody>
          <a:bodyPr wrap="none">
            <a:spAutoFit/>
          </a:bodyPr>
          <a:lstStyle/>
          <a:p>
            <a:pPr marL="57150"/>
            <a:r>
              <a:rPr lang="en-US" dirty="0">
                <a:solidFill>
                  <a:srgbClr val="000000"/>
                </a:solidFill>
                <a:latin typeface="Times New Roman"/>
                <a:ea typeface="ＭＳ Ｐゴシック"/>
              </a:rPr>
              <a:t> Max </a:t>
            </a:r>
            <a:r>
              <a:rPr lang="en-US" dirty="0" smtClean="0">
                <a:solidFill>
                  <a:srgbClr val="000000"/>
                </a:solidFill>
                <a:latin typeface="Times New Roman"/>
                <a:ea typeface="ＭＳ Ｐゴシック"/>
              </a:rPr>
              <a:t>x1 </a:t>
            </a:r>
            <a:r>
              <a:rPr lang="en-US" dirty="0">
                <a:solidFill>
                  <a:srgbClr val="000000"/>
                </a:solidFill>
                <a:latin typeface="Times New Roman"/>
                <a:ea typeface="ＭＳ Ｐゴシック"/>
              </a:rPr>
              <a:t>+ </a:t>
            </a:r>
            <a:r>
              <a:rPr lang="en-US" dirty="0" smtClean="0">
                <a:solidFill>
                  <a:srgbClr val="000000"/>
                </a:solidFill>
                <a:latin typeface="Times New Roman"/>
                <a:ea typeface="ＭＳ Ｐゴシック"/>
              </a:rPr>
              <a:t>4 x2 </a:t>
            </a:r>
            <a:endParaRPr lang="en-US" dirty="0">
              <a:solidFill>
                <a:srgbClr val="000000"/>
              </a:solidFill>
              <a:latin typeface="Times New Roman"/>
              <a:ea typeface="ＭＳ Ｐゴシック"/>
            </a:endParaRPr>
          </a:p>
        </p:txBody>
      </p:sp>
      <p:sp>
        <p:nvSpPr>
          <p:cNvPr id="401" name="Rectangle 400"/>
          <p:cNvSpPr/>
          <p:nvPr/>
        </p:nvSpPr>
        <p:spPr>
          <a:xfrm>
            <a:off x="7467503" y="2994876"/>
            <a:ext cx="4572000" cy="369332"/>
          </a:xfrm>
          <a:prstGeom prst="rect">
            <a:avLst/>
          </a:prstGeom>
        </p:spPr>
        <p:txBody>
          <a:bodyPr>
            <a:spAutoFit/>
          </a:bodyPr>
          <a:lstStyle/>
          <a:p>
            <a:pPr marL="57150"/>
            <a:r>
              <a:rPr lang="en-US" dirty="0">
                <a:solidFill>
                  <a:srgbClr val="000000"/>
                </a:solidFill>
                <a:latin typeface="Times New Roman"/>
                <a:ea typeface="ＭＳ Ｐゴシック"/>
              </a:rPr>
              <a:t>x1 	</a:t>
            </a:r>
            <a:r>
              <a:rPr lang="en-US" dirty="0" smtClean="0">
                <a:solidFill>
                  <a:srgbClr val="000000"/>
                </a:solidFill>
                <a:latin typeface="Times New Roman"/>
                <a:ea typeface="ＭＳ Ｐゴシック"/>
              </a:rPr>
              <a:t>   </a:t>
            </a:r>
            <a:r>
              <a:rPr lang="en-US" dirty="0">
                <a:solidFill>
                  <a:srgbClr val="000000"/>
                </a:solidFill>
                <a:latin typeface="Times New Roman"/>
                <a:ea typeface="ＭＳ Ｐゴシック"/>
              </a:rPr>
              <a:t>&lt;= </a:t>
            </a:r>
            <a:r>
              <a:rPr lang="en-US" dirty="0" smtClean="0">
                <a:solidFill>
                  <a:srgbClr val="000000"/>
                </a:solidFill>
                <a:latin typeface="Times New Roman"/>
                <a:ea typeface="ＭＳ Ｐゴシック"/>
              </a:rPr>
              <a:t>80</a:t>
            </a:r>
          </a:p>
        </p:txBody>
      </p:sp>
      <p:sp>
        <p:nvSpPr>
          <p:cNvPr id="411" name="TextBox 410"/>
          <p:cNvSpPr txBox="1"/>
          <p:nvPr/>
        </p:nvSpPr>
        <p:spPr>
          <a:xfrm>
            <a:off x="50933" y="5441797"/>
            <a:ext cx="441422" cy="369332"/>
          </a:xfrm>
          <a:prstGeom prst="rect">
            <a:avLst/>
          </a:prstGeom>
          <a:noFill/>
        </p:spPr>
        <p:txBody>
          <a:bodyPr wrap="none" rtlCol="0">
            <a:spAutoFit/>
          </a:bodyPr>
          <a:lstStyle/>
          <a:p>
            <a:r>
              <a:rPr lang="en-US" dirty="0">
                <a:solidFill>
                  <a:srgbClr val="000000"/>
                </a:solidFill>
                <a:latin typeface="Times New Roman"/>
                <a:ea typeface="ＭＳ Ｐゴシック"/>
              </a:rPr>
              <a:t>1</a:t>
            </a:r>
            <a:r>
              <a:rPr lang="en-US" dirty="0" smtClean="0">
                <a:solidFill>
                  <a:srgbClr val="000000"/>
                </a:solidFill>
                <a:latin typeface="Times New Roman"/>
                <a:ea typeface="ＭＳ Ｐゴシック"/>
              </a:rPr>
              <a:t>0</a:t>
            </a:r>
            <a:endParaRPr lang="en-US" dirty="0">
              <a:solidFill>
                <a:srgbClr val="000000"/>
              </a:solidFill>
              <a:latin typeface="Times New Roman"/>
              <a:ea typeface="ＭＳ Ｐゴシック"/>
            </a:endParaRPr>
          </a:p>
        </p:txBody>
      </p:sp>
      <p:sp>
        <p:nvSpPr>
          <p:cNvPr id="412" name="Rectangle 411"/>
          <p:cNvSpPr/>
          <p:nvPr/>
        </p:nvSpPr>
        <p:spPr>
          <a:xfrm>
            <a:off x="2222185" y="70851"/>
            <a:ext cx="3482243" cy="584776"/>
          </a:xfrm>
          <a:prstGeom prst="rect">
            <a:avLst/>
          </a:prstGeom>
        </p:spPr>
        <p:txBody>
          <a:bodyPr wrap="none">
            <a:spAutoFit/>
          </a:bodyPr>
          <a:lstStyle/>
          <a:p>
            <a:r>
              <a:rPr lang="en-US" sz="3200" dirty="0" smtClean="0">
                <a:solidFill>
                  <a:srgbClr val="000000"/>
                </a:solidFill>
                <a:latin typeface="Times New Roman"/>
                <a:ea typeface="ＭＳ Ｐゴシック"/>
              </a:rPr>
              <a:t>Unbounded – </a:t>
            </a:r>
            <a:r>
              <a:rPr lang="en-US" sz="3200" dirty="0">
                <a:solidFill>
                  <a:srgbClr val="000000"/>
                </a:solidFill>
                <a:latin typeface="Times New Roman"/>
                <a:ea typeface="ＭＳ Ｐゴシック"/>
              </a:rPr>
              <a:t>Why?</a:t>
            </a:r>
            <a:endParaRPr lang="en-US" sz="6600" dirty="0">
              <a:solidFill>
                <a:srgbClr val="000000"/>
              </a:solidFill>
              <a:latin typeface="Times New Roman"/>
              <a:ea typeface="ＭＳ Ｐゴシック"/>
            </a:endParaRPr>
          </a:p>
        </p:txBody>
      </p:sp>
      <p:sp>
        <p:nvSpPr>
          <p:cNvPr id="2" name="TextBox 1"/>
          <p:cNvSpPr txBox="1"/>
          <p:nvPr/>
        </p:nvSpPr>
        <p:spPr>
          <a:xfrm>
            <a:off x="7516884" y="3286503"/>
            <a:ext cx="1195234" cy="369332"/>
          </a:xfrm>
          <a:prstGeom prst="rect">
            <a:avLst/>
          </a:prstGeom>
          <a:noFill/>
        </p:spPr>
        <p:txBody>
          <a:bodyPr wrap="none" rtlCol="0">
            <a:spAutoFit/>
          </a:bodyPr>
          <a:lstStyle/>
          <a:p>
            <a:r>
              <a:rPr lang="en-US" dirty="0">
                <a:solidFill>
                  <a:srgbClr val="000000"/>
                </a:solidFill>
                <a:latin typeface="Times New Roman"/>
                <a:ea typeface="ＭＳ Ｐゴシック"/>
              </a:rPr>
              <a:t>x</a:t>
            </a:r>
            <a:r>
              <a:rPr lang="en-US" dirty="0" smtClean="0">
                <a:solidFill>
                  <a:srgbClr val="000000"/>
                </a:solidFill>
                <a:latin typeface="Times New Roman"/>
                <a:ea typeface="ＭＳ Ｐゴシック"/>
              </a:rPr>
              <a:t>1, x2 &gt;=0</a:t>
            </a:r>
            <a:endParaRPr lang="en-US" dirty="0">
              <a:solidFill>
                <a:srgbClr val="000000"/>
              </a:solidFill>
              <a:latin typeface="Times New Roman"/>
              <a:ea typeface="ＭＳ Ｐゴシック"/>
            </a:endParaRPr>
          </a:p>
        </p:txBody>
      </p:sp>
      <p:sp>
        <p:nvSpPr>
          <p:cNvPr id="3" name="TextBox 2"/>
          <p:cNvSpPr txBox="1"/>
          <p:nvPr/>
        </p:nvSpPr>
        <p:spPr>
          <a:xfrm>
            <a:off x="5147676" y="5492597"/>
            <a:ext cx="917514" cy="369332"/>
          </a:xfrm>
          <a:prstGeom prst="rect">
            <a:avLst/>
          </a:prstGeom>
          <a:noFill/>
        </p:spPr>
        <p:txBody>
          <a:bodyPr wrap="none" rtlCol="0">
            <a:spAutoFit/>
          </a:bodyPr>
          <a:lstStyle/>
          <a:p>
            <a:r>
              <a:rPr lang="en-US" dirty="0" smtClean="0">
                <a:solidFill>
                  <a:srgbClr val="000000"/>
                </a:solidFill>
                <a:latin typeface="Times New Roman"/>
                <a:ea typeface="ＭＳ Ｐゴシック"/>
              </a:rPr>
              <a:t>Z = 120</a:t>
            </a:r>
            <a:endParaRPr lang="en-US" dirty="0">
              <a:solidFill>
                <a:srgbClr val="000000"/>
              </a:solidFill>
              <a:latin typeface="Times New Roman"/>
              <a:ea typeface="ＭＳ Ｐゴシック"/>
            </a:endParaRPr>
          </a:p>
        </p:txBody>
      </p:sp>
      <p:sp>
        <p:nvSpPr>
          <p:cNvPr id="408" name="TextBox 407"/>
          <p:cNvSpPr txBox="1"/>
          <p:nvPr/>
        </p:nvSpPr>
        <p:spPr>
          <a:xfrm>
            <a:off x="5130739" y="2447836"/>
            <a:ext cx="917514" cy="369332"/>
          </a:xfrm>
          <a:prstGeom prst="rect">
            <a:avLst/>
          </a:prstGeom>
          <a:noFill/>
        </p:spPr>
        <p:txBody>
          <a:bodyPr wrap="none" rtlCol="0">
            <a:spAutoFit/>
          </a:bodyPr>
          <a:lstStyle/>
          <a:p>
            <a:r>
              <a:rPr lang="en-US" dirty="0" smtClean="0">
                <a:solidFill>
                  <a:srgbClr val="000000"/>
                </a:solidFill>
                <a:latin typeface="Times New Roman"/>
                <a:ea typeface="ＭＳ Ｐゴシック"/>
              </a:rPr>
              <a:t>Z = 320</a:t>
            </a:r>
            <a:endParaRPr lang="en-US" dirty="0">
              <a:solidFill>
                <a:srgbClr val="000000"/>
              </a:solidFill>
              <a:latin typeface="Times New Roman"/>
              <a:ea typeface="ＭＳ Ｐゴシック"/>
            </a:endParaRPr>
          </a:p>
        </p:txBody>
      </p:sp>
      <p:sp>
        <p:nvSpPr>
          <p:cNvPr id="415" name="TextBox 414"/>
          <p:cNvSpPr txBox="1"/>
          <p:nvPr/>
        </p:nvSpPr>
        <p:spPr>
          <a:xfrm>
            <a:off x="5130739" y="765203"/>
            <a:ext cx="917514" cy="369332"/>
          </a:xfrm>
          <a:prstGeom prst="rect">
            <a:avLst/>
          </a:prstGeom>
          <a:noFill/>
        </p:spPr>
        <p:txBody>
          <a:bodyPr wrap="none" rtlCol="0">
            <a:spAutoFit/>
          </a:bodyPr>
          <a:lstStyle/>
          <a:p>
            <a:r>
              <a:rPr lang="en-US" dirty="0" smtClean="0">
                <a:solidFill>
                  <a:srgbClr val="000000"/>
                </a:solidFill>
                <a:latin typeface="Times New Roman"/>
                <a:ea typeface="ＭＳ Ｐゴシック"/>
              </a:rPr>
              <a:t>Z = 440</a:t>
            </a:r>
            <a:endParaRPr lang="en-US" dirty="0">
              <a:solidFill>
                <a:srgbClr val="000000"/>
              </a:solidFill>
              <a:latin typeface="Times New Roman"/>
              <a:ea typeface="ＭＳ Ｐゴシック"/>
            </a:endParaRPr>
          </a:p>
        </p:txBody>
      </p:sp>
      <p:sp>
        <p:nvSpPr>
          <p:cNvPr id="4" name="Oval 3"/>
          <p:cNvSpPr/>
          <p:nvPr/>
        </p:nvSpPr>
        <p:spPr>
          <a:xfrm>
            <a:off x="5012267" y="2766369"/>
            <a:ext cx="237009" cy="14776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FFFFFF"/>
              </a:solidFill>
              <a:latin typeface="Times New Roman"/>
              <a:ea typeface="ＭＳ Ｐゴシック"/>
            </a:endParaRPr>
          </a:p>
        </p:txBody>
      </p:sp>
      <p:sp>
        <p:nvSpPr>
          <p:cNvPr id="416" name="Oval 415"/>
          <p:cNvSpPr/>
          <p:nvPr/>
        </p:nvSpPr>
        <p:spPr>
          <a:xfrm>
            <a:off x="5029203" y="5644982"/>
            <a:ext cx="237009" cy="14776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FFFFFF"/>
              </a:solidFill>
              <a:latin typeface="Times New Roman"/>
              <a:ea typeface="ＭＳ Ｐゴシック"/>
            </a:endParaRPr>
          </a:p>
        </p:txBody>
      </p:sp>
      <p:sp>
        <p:nvSpPr>
          <p:cNvPr id="420" name="Oval 419"/>
          <p:cNvSpPr/>
          <p:nvPr/>
        </p:nvSpPr>
        <p:spPr>
          <a:xfrm>
            <a:off x="5012212" y="1060631"/>
            <a:ext cx="237009" cy="14776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FFFFFF"/>
              </a:solidFill>
              <a:latin typeface="Times New Roman"/>
              <a:ea typeface="ＭＳ Ｐゴシック"/>
            </a:endParaRPr>
          </a:p>
        </p:txBody>
      </p:sp>
      <p:cxnSp>
        <p:nvCxnSpPr>
          <p:cNvPr id="381" name="Straight Connector 380"/>
          <p:cNvCxnSpPr/>
          <p:nvPr/>
        </p:nvCxnSpPr>
        <p:spPr bwMode="auto">
          <a:xfrm flipV="1">
            <a:off x="541866" y="3979326"/>
            <a:ext cx="592642" cy="2302845"/>
          </a:xfrm>
          <a:prstGeom prst="line">
            <a:avLst/>
          </a:prstGeom>
          <a:noFill/>
          <a:ln w="57150" cap="flat" cmpd="sng" algn="ctr">
            <a:solidFill>
              <a:srgbClr val="0070C0"/>
            </a:solidFill>
            <a:prstDash val="solid"/>
            <a:round/>
            <a:headEnd type="none" w="med" len="med"/>
            <a:tailEnd type="triangle" w="med" len="med"/>
          </a:ln>
          <a:effectLst/>
        </p:spPr>
      </p:cxnSp>
    </p:spTree>
    <p:extLst>
      <p:ext uri="{BB962C8B-B14F-4D97-AF65-F5344CB8AC3E}">
        <p14:creationId xmlns:p14="http://schemas.microsoft.com/office/powerpoint/2010/main" val="285469476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Rectangle 2"/>
          <p:cNvSpPr>
            <a:spLocks noGrp="1" noChangeArrowheads="1"/>
          </p:cNvSpPr>
          <p:nvPr>
            <p:ph type="ctrTitle"/>
          </p:nvPr>
        </p:nvSpPr>
        <p:spPr>
          <a:xfrm>
            <a:off x="685800" y="2286000"/>
            <a:ext cx="7772400" cy="1143000"/>
          </a:xfrm>
        </p:spPr>
        <p:txBody>
          <a:bodyPr/>
          <a:lstStyle/>
          <a:p>
            <a:r>
              <a:rPr lang="en-US" dirty="0" smtClean="0"/>
              <a:t>Key </a:t>
            </a:r>
            <a:r>
              <a:rPr lang="en-US" dirty="0"/>
              <a:t>Categories of LP problems:</a:t>
            </a:r>
            <a:br>
              <a:rPr lang="en-US" dirty="0"/>
            </a:br>
            <a:r>
              <a:rPr lang="en-US" dirty="0"/>
              <a:t/>
            </a:r>
            <a:br>
              <a:rPr lang="en-US" dirty="0"/>
            </a:br>
            <a:endParaRPr lang="en-US" dirty="0"/>
          </a:p>
        </p:txBody>
      </p:sp>
      <p:sp>
        <p:nvSpPr>
          <p:cNvPr id="169987" name="Rectangle 3"/>
          <p:cNvSpPr>
            <a:spLocks noGrp="1" noChangeArrowheads="1"/>
          </p:cNvSpPr>
          <p:nvPr>
            <p:ph type="subTitle" idx="1"/>
          </p:nvPr>
        </p:nvSpPr>
        <p:spPr/>
        <p:txBody>
          <a:bodyPr/>
          <a:lstStyle/>
          <a:p>
            <a:pPr marL="457200" indent="-457200">
              <a:buFont typeface="Wingdings" charset="2"/>
              <a:buChar char="Ø"/>
            </a:pPr>
            <a:r>
              <a:rPr lang="en-US" dirty="0"/>
              <a:t>Resource-Allocation Problems</a:t>
            </a:r>
          </a:p>
          <a:p>
            <a:pPr marL="457200" indent="-457200">
              <a:buFont typeface="Wingdings" charset="2"/>
              <a:buChar char="Ø"/>
            </a:pPr>
            <a:r>
              <a:rPr lang="en-US" dirty="0"/>
              <a:t>Cost-benefit-trade-off problems</a:t>
            </a:r>
          </a:p>
          <a:p>
            <a:r>
              <a:rPr lang="en-US" dirty="0"/>
              <a:t>Distribution-Network </a:t>
            </a:r>
            <a:r>
              <a:rPr lang="en-US" dirty="0" smtClean="0"/>
              <a:t>Problems</a:t>
            </a:r>
          </a:p>
          <a:p>
            <a:r>
              <a:rPr lang="en-US" dirty="0" smtClean="0"/>
              <a:t>Mixed problems</a:t>
            </a:r>
            <a:br>
              <a:rPr lang="en-US" dirty="0" smtClean="0"/>
            </a:br>
            <a:r>
              <a:rPr lang="en-US" dirty="0" smtClean="0"/>
              <a:t/>
            </a:r>
            <a:br>
              <a:rPr lang="en-US" dirty="0" smtClean="0"/>
            </a:br>
            <a:endParaRPr lang="en-US" dirty="0"/>
          </a:p>
        </p:txBody>
      </p:sp>
    </p:spTree>
    <p:extLst>
      <p:ext uri="{BB962C8B-B14F-4D97-AF65-F5344CB8AC3E}">
        <p14:creationId xmlns:p14="http://schemas.microsoft.com/office/powerpoint/2010/main" val="103577689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Rectangle 2"/>
          <p:cNvSpPr>
            <a:spLocks noGrp="1" noChangeArrowheads="1"/>
          </p:cNvSpPr>
          <p:nvPr>
            <p:ph type="title"/>
          </p:nvPr>
        </p:nvSpPr>
        <p:spPr/>
        <p:txBody>
          <a:bodyPr/>
          <a:lstStyle/>
          <a:p>
            <a:pPr eaLnBrk="1" hangingPunct="1">
              <a:defRPr/>
            </a:pPr>
            <a:r>
              <a:rPr lang="en-US" dirty="0" smtClean="0">
                <a:cs typeface="+mj-cs"/>
              </a:rPr>
              <a:t>Second Example: Keeping the river clean</a:t>
            </a:r>
            <a:br>
              <a:rPr lang="en-US" dirty="0" smtClean="0">
                <a:cs typeface="+mj-cs"/>
              </a:rPr>
            </a:br>
            <a:endParaRPr lang="en-US" dirty="0" smtClean="0">
              <a:cs typeface="+mj-cs"/>
            </a:endParaRPr>
          </a:p>
        </p:txBody>
      </p:sp>
      <p:sp>
        <p:nvSpPr>
          <p:cNvPr id="173059" name="Rectangle 3"/>
          <p:cNvSpPr>
            <a:spLocks noGrp="1" noChangeArrowheads="1"/>
          </p:cNvSpPr>
          <p:nvPr>
            <p:ph type="body" idx="1"/>
          </p:nvPr>
        </p:nvSpPr>
        <p:spPr/>
        <p:txBody>
          <a:bodyPr/>
          <a:lstStyle/>
          <a:p>
            <a:pPr eaLnBrk="1" hangingPunct="1">
              <a:buFontTx/>
              <a:buNone/>
              <a:defRPr/>
            </a:pPr>
            <a:r>
              <a:rPr lang="en-US" sz="2800" dirty="0"/>
              <a:t>Cost-benefit-trade-off </a:t>
            </a:r>
            <a:r>
              <a:rPr lang="en-US" sz="2800" dirty="0" smtClean="0"/>
              <a:t>problems</a:t>
            </a:r>
          </a:p>
          <a:p>
            <a:pPr eaLnBrk="1" hangingPunct="1">
              <a:buFontTx/>
              <a:buNone/>
              <a:defRPr/>
            </a:pPr>
            <a:endParaRPr lang="en-US" sz="2800" dirty="0"/>
          </a:p>
          <a:p>
            <a:pPr eaLnBrk="1" hangingPunct="1">
              <a:buFontTx/>
              <a:buNone/>
              <a:defRPr/>
            </a:pPr>
            <a:r>
              <a:rPr lang="en-US" sz="2800" dirty="0" smtClean="0"/>
              <a:t>Choose the  </a:t>
            </a:r>
            <a:r>
              <a:rPr lang="en-US" sz="2800" u="sng" dirty="0" smtClean="0"/>
              <a:t>mix of levels of various activities  </a:t>
            </a:r>
            <a:r>
              <a:rPr lang="en-US" sz="2800" dirty="0" smtClean="0"/>
              <a:t>to </a:t>
            </a:r>
          </a:p>
          <a:p>
            <a:pPr eaLnBrk="1" hangingPunct="1">
              <a:buFontTx/>
              <a:buNone/>
              <a:defRPr/>
            </a:pPr>
            <a:r>
              <a:rPr lang="en-US" sz="2800" dirty="0" smtClean="0"/>
              <a:t>achieve </a:t>
            </a:r>
            <a:r>
              <a:rPr lang="en-US" sz="2800" u="sng" dirty="0" smtClean="0"/>
              <a:t>minimum acceptable levels  for various </a:t>
            </a:r>
          </a:p>
          <a:p>
            <a:pPr eaLnBrk="1" hangingPunct="1">
              <a:buFontTx/>
              <a:buNone/>
              <a:defRPr/>
            </a:pPr>
            <a:r>
              <a:rPr lang="en-US" sz="2800" u="sng" dirty="0" smtClean="0"/>
              <a:t>benefits</a:t>
            </a:r>
            <a:r>
              <a:rPr lang="en-US" sz="2800" dirty="0" smtClean="0"/>
              <a:t> </a:t>
            </a:r>
          </a:p>
          <a:p>
            <a:pPr eaLnBrk="1" hangingPunct="1">
              <a:buFontTx/>
              <a:buNone/>
              <a:defRPr/>
            </a:pPr>
            <a:endParaRPr lang="en-US" sz="2800" dirty="0"/>
          </a:p>
          <a:p>
            <a:pPr eaLnBrk="1" hangingPunct="1">
              <a:buFontTx/>
              <a:buNone/>
              <a:defRPr/>
            </a:pPr>
            <a:r>
              <a:rPr lang="en-US" sz="2800" dirty="0" smtClean="0"/>
              <a:t>at  a minimum cost.</a:t>
            </a:r>
          </a:p>
        </p:txBody>
      </p:sp>
    </p:spTree>
    <p:extLst>
      <p:ext uri="{BB962C8B-B14F-4D97-AF65-F5344CB8AC3E}">
        <p14:creationId xmlns:p14="http://schemas.microsoft.com/office/powerpoint/2010/main" val="306834635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Second Example: Keeping the River Clean</a:t>
            </a:r>
            <a:endParaRPr lang="en-US" dirty="0"/>
          </a:p>
        </p:txBody>
      </p:sp>
      <p:sp>
        <p:nvSpPr>
          <p:cNvPr id="3" name="Content Placeholder 2"/>
          <p:cNvSpPr>
            <a:spLocks noGrp="1"/>
          </p:cNvSpPr>
          <p:nvPr>
            <p:ph idx="1"/>
          </p:nvPr>
        </p:nvSpPr>
        <p:spPr/>
        <p:txBody>
          <a:bodyPr/>
          <a:lstStyle/>
          <a:p>
            <a:pPr marL="0" indent="0">
              <a:buNone/>
            </a:pPr>
            <a:r>
              <a:rPr lang="en-US" sz="1600" dirty="0" smtClean="0"/>
              <a:t>A pulp mill in Maine makes mechanical and chemical pulp, polluting the river in which it spills its spent waters. This has created several problems, leading to a change in management.</a:t>
            </a:r>
          </a:p>
          <a:p>
            <a:pPr marL="0" indent="0">
              <a:buNone/>
            </a:pPr>
            <a:r>
              <a:rPr lang="en-US" sz="1600" dirty="0" smtClean="0"/>
              <a:t>The previous owners felt that it would be too expensive to reduce pollution, so they decided to sell the pulp mill. The mill has been bought back by the employees and local businesses, who now own the mill as a cooperative. The new owners have several objectives:</a:t>
            </a:r>
          </a:p>
          <a:p>
            <a:pPr marL="0" indent="0">
              <a:buNone/>
            </a:pPr>
            <a:r>
              <a:rPr lang="en-US" sz="1600" dirty="0" smtClean="0"/>
              <a:t>1 – to keep </a:t>
            </a:r>
            <a:r>
              <a:rPr lang="en-US" sz="1600" b="1" dirty="0" smtClean="0"/>
              <a:t>at least 300 people employed at the mill</a:t>
            </a:r>
            <a:r>
              <a:rPr lang="en-US" sz="1600" dirty="0" smtClean="0"/>
              <a:t> (300 workers a day);</a:t>
            </a:r>
          </a:p>
          <a:p>
            <a:pPr marL="0" indent="0">
              <a:buNone/>
            </a:pPr>
            <a:r>
              <a:rPr lang="en-US" sz="1600" dirty="0" smtClean="0"/>
              <a:t>2 – to generate at least $40,000 of revenue a day</a:t>
            </a:r>
          </a:p>
          <a:p>
            <a:pPr marL="0" indent="0">
              <a:buNone/>
            </a:pPr>
            <a:r>
              <a:rPr lang="en-US" sz="1600" dirty="0" smtClean="0"/>
              <a:t>They estimate that this will be enough to pay operating expenses and yield a return that will keep the mill competitive in the long run. Within these limits, everything possible should be done to </a:t>
            </a:r>
            <a:r>
              <a:rPr lang="en-US" sz="1600" b="1" dirty="0" smtClean="0"/>
              <a:t>minimize pollution</a:t>
            </a:r>
            <a:r>
              <a:rPr lang="en-US" sz="1600" dirty="0" smtClean="0"/>
              <a:t>.</a:t>
            </a:r>
          </a:p>
          <a:p>
            <a:pPr marL="0" indent="0">
              <a:buNone/>
            </a:pPr>
            <a:r>
              <a:rPr lang="en-US" sz="1600" dirty="0"/>
              <a:t>Both chemical and mechanical pulp require the labor of one worker for 1 day (1 workday, </a:t>
            </a:r>
            <a:r>
              <a:rPr lang="en-US" sz="1600" dirty="0" err="1"/>
              <a:t>wd</a:t>
            </a:r>
            <a:r>
              <a:rPr lang="en-US" sz="1600" dirty="0"/>
              <a:t>) per ton produced;</a:t>
            </a:r>
          </a:p>
          <a:p>
            <a:pPr marL="0" indent="0">
              <a:buNone/>
            </a:pPr>
            <a:r>
              <a:rPr lang="en-US" sz="1600" dirty="0" smtClean="0"/>
              <a:t>Mechanical </a:t>
            </a:r>
            <a:r>
              <a:rPr lang="en-US" sz="1600" dirty="0"/>
              <a:t>pulp sells at $100 per ton</a:t>
            </a:r>
            <a:r>
              <a:rPr lang="en-US" sz="1600" dirty="0" smtClean="0"/>
              <a:t>; </a:t>
            </a:r>
            <a:r>
              <a:rPr lang="en-US" sz="1600" dirty="0"/>
              <a:t>Chemical pulp sells at $200 per ton; </a:t>
            </a:r>
          </a:p>
          <a:p>
            <a:pPr marL="0" indent="0">
              <a:buNone/>
            </a:pPr>
            <a:r>
              <a:rPr lang="en-US" sz="1600" dirty="0"/>
              <a:t>Pollution is measured by the biological oxygen demand (BOD). One ton of mechanical pulp produces 1 unit of BOD; One ton of chemical pulp produces 1.5 units of BOD.</a:t>
            </a:r>
          </a:p>
          <a:p>
            <a:pPr marL="0" indent="0">
              <a:buNone/>
            </a:pPr>
            <a:r>
              <a:rPr lang="en-US" sz="1600" dirty="0"/>
              <a:t>The maximum capacity of the mill to make mechanical pulp is 300 tons per day; for chemical pulp is 200 tons per day. The two manufacturing processes are independent (I.e., the mechanical pulp line cannot be used to make chemical pulp and vice versa).</a:t>
            </a:r>
          </a:p>
          <a:p>
            <a:pPr marL="0" indent="0">
              <a:buNone/>
            </a:pPr>
            <a:endParaRPr lang="en-US" sz="1600" dirty="0"/>
          </a:p>
        </p:txBody>
      </p:sp>
    </p:spTree>
    <p:extLst>
      <p:ext uri="{BB962C8B-B14F-4D97-AF65-F5344CB8AC3E}">
        <p14:creationId xmlns:p14="http://schemas.microsoft.com/office/powerpoint/2010/main" val="172520145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799" y="1006661"/>
            <a:ext cx="9076267" cy="5376333"/>
          </a:xfrm>
        </p:spPr>
        <p:txBody>
          <a:bodyPr/>
          <a:lstStyle/>
          <a:p>
            <a:r>
              <a:rPr lang="en-US" dirty="0" smtClean="0"/>
              <a:t>Pollution, employment, and revenues result from the production of both types of pulp. So a natural choice for the variables is:</a:t>
            </a:r>
          </a:p>
          <a:p>
            <a:pPr marL="0" indent="0">
              <a:buNone/>
            </a:pPr>
            <a:r>
              <a:rPr lang="en-US" dirty="0" smtClean="0"/>
              <a:t>Decision Variables</a:t>
            </a:r>
            <a:endParaRPr lang="en-US" dirty="0"/>
          </a:p>
          <a:p>
            <a:r>
              <a:rPr lang="en-US" dirty="0" smtClean="0"/>
              <a:t>X1 amount of mechanical pulp produced (in tons per day, or t/d) and</a:t>
            </a:r>
          </a:p>
          <a:p>
            <a:r>
              <a:rPr lang="en-US" dirty="0" smtClean="0"/>
              <a:t>X2 amount of chemical pulp produce (</a:t>
            </a:r>
            <a:r>
              <a:rPr lang="en-US" dirty="0"/>
              <a:t>in tons per day, or t/</a:t>
            </a:r>
            <a:r>
              <a:rPr lang="en-US" dirty="0" smtClean="0"/>
              <a:t>d</a:t>
            </a:r>
            <a:endParaRPr lang="en-US" dirty="0"/>
          </a:p>
          <a:p>
            <a:r>
              <a:rPr lang="en-US" dirty="0" smtClean="0"/>
              <a:t>Min Z  =	 1 X1 		+ 	1.5 X2</a:t>
            </a:r>
          </a:p>
          <a:p>
            <a:pPr marL="0" indent="0">
              <a:buNone/>
            </a:pPr>
            <a:r>
              <a:rPr lang="en-US" dirty="0"/>
              <a:t> </a:t>
            </a:r>
            <a:r>
              <a:rPr lang="en-US" dirty="0" smtClean="0"/>
              <a:t> (BOD/day) 	 (BOD/t) (t/d)   		(BOD/t) (t/d)</a:t>
            </a:r>
          </a:p>
          <a:p>
            <a:pPr marL="0" indent="0">
              <a:buNone/>
            </a:pPr>
            <a:r>
              <a:rPr lang="en-US" dirty="0" smtClean="0"/>
              <a:t>Subject to:</a:t>
            </a:r>
          </a:p>
          <a:p>
            <a:pPr marL="0" indent="0">
              <a:buNone/>
            </a:pPr>
            <a:r>
              <a:rPr lang="en-US" dirty="0"/>
              <a:t>	</a:t>
            </a:r>
            <a:r>
              <a:rPr lang="en-US" dirty="0" smtClean="0"/>
              <a:t>	1 X1 		+	1 X2	     &gt;= 300  Workers/day</a:t>
            </a:r>
          </a:p>
          <a:p>
            <a:pPr marL="0" indent="0">
              <a:buNone/>
            </a:pPr>
            <a:r>
              <a:rPr lang="en-US" dirty="0"/>
              <a:t>	</a:t>
            </a:r>
            <a:r>
              <a:rPr lang="en-US" dirty="0" smtClean="0"/>
              <a:t>	(</a:t>
            </a:r>
            <a:r>
              <a:rPr lang="en-US" dirty="0" err="1" smtClean="0"/>
              <a:t>wd</a:t>
            </a:r>
            <a:r>
              <a:rPr lang="en-US" dirty="0" smtClean="0"/>
              <a:t>/t) (t/d)		(</a:t>
            </a:r>
            <a:r>
              <a:rPr lang="en-US" dirty="0" err="1" smtClean="0"/>
              <a:t>wd</a:t>
            </a:r>
            <a:r>
              <a:rPr lang="en-US" dirty="0" smtClean="0"/>
              <a:t>/t)(t/d) </a:t>
            </a:r>
          </a:p>
          <a:p>
            <a:pPr marL="0" indent="0">
              <a:buNone/>
            </a:pPr>
            <a:r>
              <a:rPr lang="en-US" dirty="0"/>
              <a:t>	</a:t>
            </a:r>
            <a:r>
              <a:rPr lang="en-US" dirty="0" smtClean="0"/>
              <a:t>	100 X1 		+ 	200 X2 	    &gt;= 40,000  revenue/day</a:t>
            </a:r>
          </a:p>
          <a:p>
            <a:pPr marL="0" indent="0">
              <a:buNone/>
            </a:pPr>
            <a:r>
              <a:rPr lang="en-US" dirty="0"/>
              <a:t>	</a:t>
            </a:r>
            <a:r>
              <a:rPr lang="en-US" dirty="0" smtClean="0"/>
              <a:t>	($/t) (t/d) 	+	($/t)(t/d) 	           $/d</a:t>
            </a:r>
          </a:p>
          <a:p>
            <a:pPr marL="0" indent="0">
              <a:buNone/>
            </a:pPr>
            <a:r>
              <a:rPr lang="en-US" dirty="0"/>
              <a:t>	</a:t>
            </a:r>
            <a:r>
              <a:rPr lang="en-US" dirty="0" smtClean="0"/>
              <a:t>	X1				    &lt;= 300 (mechanical pulp)</a:t>
            </a:r>
          </a:p>
          <a:p>
            <a:pPr marL="0" indent="0">
              <a:buNone/>
            </a:pPr>
            <a:r>
              <a:rPr lang="en-US" dirty="0"/>
              <a:t>	</a:t>
            </a:r>
            <a:r>
              <a:rPr lang="en-US" dirty="0" smtClean="0"/>
              <a:t>	(t/d)				           (t/d)</a:t>
            </a:r>
          </a:p>
          <a:p>
            <a:pPr marL="0" indent="0">
              <a:buNone/>
            </a:pPr>
            <a:r>
              <a:rPr lang="en-US" dirty="0" smtClean="0"/>
              <a:t>					X2              &lt;</a:t>
            </a:r>
            <a:r>
              <a:rPr lang="en-US" dirty="0"/>
              <a:t>= </a:t>
            </a:r>
            <a:r>
              <a:rPr lang="en-US" dirty="0" smtClean="0"/>
              <a:t>200 </a:t>
            </a:r>
            <a:r>
              <a:rPr lang="en-US" dirty="0"/>
              <a:t>(mechanical pulp)</a:t>
            </a:r>
          </a:p>
          <a:p>
            <a:pPr marL="0" indent="0">
              <a:buNone/>
            </a:pPr>
            <a:r>
              <a:rPr lang="en-US" dirty="0"/>
              <a:t>		</a:t>
            </a:r>
            <a:r>
              <a:rPr lang="en-US" dirty="0" smtClean="0"/>
              <a:t>			(</a:t>
            </a:r>
            <a:r>
              <a:rPr lang="en-US" dirty="0"/>
              <a:t>t/d</a:t>
            </a:r>
            <a:r>
              <a:rPr lang="en-US" dirty="0" smtClean="0"/>
              <a:t>)	          (t/d)</a:t>
            </a:r>
          </a:p>
          <a:p>
            <a:pPr marL="0" indent="0">
              <a:buNone/>
            </a:pPr>
            <a:r>
              <a:rPr lang="en-US" dirty="0"/>
              <a:t>	</a:t>
            </a:r>
            <a:r>
              <a:rPr lang="en-US" dirty="0" smtClean="0"/>
              <a:t>	X1 &gt;=0; X2 &gt;= 0</a:t>
            </a:r>
            <a:endParaRPr lang="en-US" dirty="0"/>
          </a:p>
          <a:p>
            <a:pPr marL="0" indent="0">
              <a:buNone/>
            </a:pPr>
            <a:endParaRPr lang="en-US" dirty="0"/>
          </a:p>
        </p:txBody>
      </p:sp>
      <p:sp>
        <p:nvSpPr>
          <p:cNvPr id="4" name="Slide Number Placeholder 3"/>
          <p:cNvSpPr>
            <a:spLocks noGrp="1"/>
          </p:cNvSpPr>
          <p:nvPr>
            <p:ph type="sldNum" sz="quarter" idx="12"/>
          </p:nvPr>
        </p:nvSpPr>
        <p:spPr/>
        <p:txBody>
          <a:bodyPr/>
          <a:lstStyle/>
          <a:p>
            <a:pPr>
              <a:defRPr/>
            </a:pPr>
            <a:fld id="{25C01281-228F-4149-A4EC-55A2643618CD}" type="slidenum">
              <a:rPr lang="en-US" smtClean="0"/>
              <a:pPr>
                <a:defRPr/>
              </a:pPr>
              <a:t>20</a:t>
            </a:fld>
            <a:endParaRPr lang="en-US"/>
          </a:p>
        </p:txBody>
      </p:sp>
    </p:spTree>
    <p:extLst>
      <p:ext uri="{BB962C8B-B14F-4D97-AF65-F5344CB8AC3E}">
        <p14:creationId xmlns:p14="http://schemas.microsoft.com/office/powerpoint/2010/main" val="13827413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11" end="11"/>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13" end="13"/>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2"/>
          <p:cNvSpPr>
            <a:spLocks noGrp="1" noChangeArrowheads="1"/>
          </p:cNvSpPr>
          <p:nvPr>
            <p:ph type="ctrTitle"/>
          </p:nvPr>
        </p:nvSpPr>
        <p:spPr>
          <a:xfrm>
            <a:off x="685800" y="2286000"/>
            <a:ext cx="7772400" cy="1143000"/>
          </a:xfrm>
        </p:spPr>
        <p:txBody>
          <a:bodyPr/>
          <a:lstStyle/>
          <a:p>
            <a:r>
              <a:rPr lang="en-US"/>
              <a:t>Distribution Network  Problems</a:t>
            </a:r>
          </a:p>
        </p:txBody>
      </p:sp>
      <p:sp>
        <p:nvSpPr>
          <p:cNvPr id="191491" name="Rectangle 3"/>
          <p:cNvSpPr>
            <a:spLocks noGrp="1" noChangeArrowheads="1"/>
          </p:cNvSpPr>
          <p:nvPr>
            <p:ph type="subTitle" idx="1"/>
          </p:nvPr>
        </p:nvSpPr>
        <p:spPr/>
        <p:txBody>
          <a:bodyPr/>
          <a:lstStyle/>
          <a:p>
            <a:endParaRPr lang="en-US"/>
          </a:p>
        </p:txBody>
      </p:sp>
    </p:spTree>
    <p:extLst>
      <p:ext uri="{BB962C8B-B14F-4D97-AF65-F5344CB8AC3E}">
        <p14:creationId xmlns:p14="http://schemas.microsoft.com/office/powerpoint/2010/main" val="171925892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2"/>
          <p:cNvSpPr>
            <a:spLocks noGrp="1" noChangeArrowheads="1"/>
          </p:cNvSpPr>
          <p:nvPr>
            <p:ph type="title"/>
          </p:nvPr>
        </p:nvSpPr>
        <p:spPr/>
        <p:txBody>
          <a:bodyPr/>
          <a:lstStyle/>
          <a:p>
            <a:r>
              <a:rPr lang="en-US" dirty="0" smtClean="0"/>
              <a:t>Distribution</a:t>
            </a:r>
            <a:r>
              <a:rPr lang="en-US" dirty="0"/>
              <a:t>-Network Problem</a:t>
            </a:r>
          </a:p>
        </p:txBody>
      </p:sp>
      <p:sp>
        <p:nvSpPr>
          <p:cNvPr id="192515" name="Rectangle 3"/>
          <p:cNvSpPr>
            <a:spLocks noGrp="1" noChangeArrowheads="1"/>
          </p:cNvSpPr>
          <p:nvPr>
            <p:ph type="body" idx="1"/>
          </p:nvPr>
        </p:nvSpPr>
        <p:spPr/>
        <p:txBody>
          <a:bodyPr/>
          <a:lstStyle/>
          <a:p>
            <a:r>
              <a:rPr lang="en-US" sz="2800" dirty="0"/>
              <a:t>The </a:t>
            </a:r>
            <a:r>
              <a:rPr lang="en-US" sz="2800" dirty="0" smtClean="0"/>
              <a:t>International Hospital Share Organization is a non-profit organization  that </a:t>
            </a:r>
            <a:r>
              <a:rPr lang="en-US" sz="2800" dirty="0"/>
              <a:t>refurbishes </a:t>
            </a:r>
            <a:r>
              <a:rPr lang="en-US" sz="2800" dirty="0" smtClean="0"/>
              <a:t>a </a:t>
            </a:r>
            <a:r>
              <a:rPr lang="en-US" sz="2800" dirty="0"/>
              <a:t>variety of </a:t>
            </a:r>
            <a:r>
              <a:rPr lang="en-US" sz="2800" dirty="0" smtClean="0"/>
              <a:t>used equipment for hospitals of developing countries at two international factories (F1 and F2). </a:t>
            </a:r>
            <a:r>
              <a:rPr lang="en-US" sz="2800" dirty="0"/>
              <a:t>One of its products is a large </a:t>
            </a:r>
            <a:r>
              <a:rPr lang="en-US" sz="2800" dirty="0" smtClean="0"/>
              <a:t>X-Ray machine.</a:t>
            </a:r>
            <a:endParaRPr lang="en-US" sz="2800" dirty="0"/>
          </a:p>
          <a:p>
            <a:r>
              <a:rPr lang="en-US" sz="2800" dirty="0"/>
              <a:t>Orders have been received from </a:t>
            </a:r>
            <a:r>
              <a:rPr lang="en-US" sz="2800" dirty="0" smtClean="0"/>
              <a:t>three large communities for the X-Ray machines.</a:t>
            </a:r>
            <a:endParaRPr lang="en-US" sz="2800" dirty="0"/>
          </a:p>
        </p:txBody>
      </p:sp>
    </p:spTree>
    <p:extLst>
      <p:ext uri="{BB962C8B-B14F-4D97-AF65-F5344CB8AC3E}">
        <p14:creationId xmlns:p14="http://schemas.microsoft.com/office/powerpoint/2010/main" val="65609460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93538" name="Rectangle 2"/>
          <p:cNvSpPr>
            <a:spLocks noGrp="1" noChangeArrowheads="1"/>
          </p:cNvSpPr>
          <p:nvPr>
            <p:ph type="title"/>
          </p:nvPr>
        </p:nvSpPr>
        <p:spPr/>
        <p:txBody>
          <a:bodyPr/>
          <a:lstStyle/>
          <a:p>
            <a:r>
              <a:rPr lang="en-US"/>
              <a:t>Some Data</a:t>
            </a:r>
          </a:p>
        </p:txBody>
      </p:sp>
      <p:graphicFrame>
        <p:nvGraphicFramePr>
          <p:cNvPr id="193599" name="Group 63"/>
          <p:cNvGraphicFramePr>
            <a:graphicFrameLocks noGrp="1"/>
          </p:cNvGraphicFramePr>
          <p:nvPr>
            <p:ph type="tbl" idx="1"/>
            <p:extLst/>
          </p:nvPr>
        </p:nvGraphicFramePr>
        <p:xfrm>
          <a:off x="0" y="916984"/>
          <a:ext cx="9144000" cy="4693920"/>
        </p:xfrm>
        <a:graphic>
          <a:graphicData uri="http://schemas.openxmlformats.org/drawingml/2006/table">
            <a:tbl>
              <a:tblPr/>
              <a:tblGrid>
                <a:gridCol w="1827213"/>
                <a:gridCol w="1830387"/>
                <a:gridCol w="1930400"/>
                <a:gridCol w="1913467"/>
                <a:gridCol w="1642533"/>
              </a:tblGrid>
              <a:tr h="2540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a:ln>
                          <a:noFill/>
                        </a:ln>
                        <a:solidFill>
                          <a:schemeClr val="tx1"/>
                        </a:solidFill>
                        <a:effectLst/>
                        <a:latin typeface="Times New Roman" charset="0"/>
                        <a:ea typeface="ＭＳ Ｐゴシック" charset="0"/>
                      </a:endParaRPr>
                    </a:p>
                  </a:txBody>
                  <a:tcPr anchor="ctr" horzOverflow="overflow">
                    <a:lnL cap="flat">
                      <a:noFill/>
                    </a:lnL>
                    <a:lnR>
                      <a:noFill/>
                    </a:lnR>
                    <a:lnT w="28575" cap="flat" cmpd="sng" algn="ctr">
                      <a:solidFill>
                        <a:schemeClr val="tx1"/>
                      </a:solidFill>
                      <a:prstDash val="solid"/>
                      <a:round/>
                      <a:headEnd type="none" w="med" len="med"/>
                      <a:tailEnd type="none" w="med" len="med"/>
                    </a:lnT>
                    <a:lnB>
                      <a:noFill/>
                    </a:lnB>
                    <a:lnTlToBr>
                      <a:noFill/>
                    </a:lnTlToBr>
                    <a:lnBlToTr>
                      <a:noFill/>
                    </a:lnBlToTr>
                    <a:noFill/>
                  </a:tcPr>
                </a:tc>
                <a:tc gridSpan="3">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dirty="0">
                          <a:ln>
                            <a:noFill/>
                          </a:ln>
                          <a:solidFill>
                            <a:schemeClr val="tx1"/>
                          </a:solidFill>
                          <a:effectLst/>
                          <a:latin typeface="Times New Roman" charset="0"/>
                          <a:ea typeface="ＭＳ Ｐゴシック" charset="0"/>
                        </a:rPr>
                        <a:t>Shipping Cost for Each Machine (Model L)</a:t>
                      </a:r>
                    </a:p>
                  </a:txBody>
                  <a:tcPr anchor="ctr" horzOverflow="overflow">
                    <a:lnL>
                      <a:noFill/>
                    </a:lnL>
                    <a:lnR>
                      <a:noFill/>
                    </a:lnR>
                    <a:lnT w="2857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hMerge="1">
                  <a:txBody>
                    <a:bodyPr/>
                    <a:lstStyle/>
                    <a:p>
                      <a:endParaRPr lang="en-US"/>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charset="0"/>
                        <a:ea typeface="ＭＳ Ｐゴシック" charset="0"/>
                      </a:endParaRPr>
                    </a:p>
                  </a:txBody>
                  <a:tcPr anchor="ctr" horzOverflow="overflow">
                    <a:lnL>
                      <a:noFill/>
                    </a:lnL>
                    <a:lnR cap="flat">
                      <a:noFill/>
                    </a:lnR>
                    <a:lnT w="28575" cap="flat" cmpd="sng" algn="ctr">
                      <a:solidFill>
                        <a:schemeClr val="tx1"/>
                      </a:solidFill>
                      <a:prstDash val="solid"/>
                      <a:round/>
                      <a:headEnd type="none" w="med" len="med"/>
                      <a:tailEnd type="none" w="med" len="med"/>
                    </a:lnT>
                    <a:lnB>
                      <a:noFill/>
                    </a:lnB>
                    <a:lnTlToBr>
                      <a:noFill/>
                    </a:lnTlToBr>
                    <a:lnBlToTr>
                      <a:noFill/>
                    </a:lnBlToTr>
                    <a:noFill/>
                  </a:tcPr>
                </a:tc>
              </a:tr>
              <a:tr h="469900">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a:ln>
                            <a:noFill/>
                          </a:ln>
                          <a:solidFill>
                            <a:schemeClr val="tx1"/>
                          </a:solidFill>
                          <a:effectLst/>
                          <a:latin typeface="Times New Roman" charset="0"/>
                          <a:ea typeface="ＭＳ Ｐゴシック" charset="0"/>
                        </a:rPr>
                        <a:t>To</a:t>
                      </a:r>
                    </a:p>
                  </a:txBody>
                  <a:tcPr anchor="ctr" horzOverflow="overflow">
                    <a:lnL cap="flat">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dirty="0" smtClean="0">
                          <a:ln>
                            <a:noFill/>
                          </a:ln>
                          <a:solidFill>
                            <a:schemeClr val="tx1"/>
                          </a:solidFill>
                          <a:effectLst/>
                          <a:latin typeface="Times New Roman" charset="0"/>
                          <a:ea typeface="ＭＳ Ｐゴシック" charset="0"/>
                        </a:rPr>
                        <a:t>Community   </a:t>
                      </a:r>
                      <a:r>
                        <a:rPr kumimoji="0" lang="en-US" sz="2400" b="1" i="0" u="none" strike="noStrike" cap="none" normalizeH="0" baseline="0" dirty="0">
                          <a:ln>
                            <a:noFill/>
                          </a:ln>
                          <a:solidFill>
                            <a:schemeClr val="tx1"/>
                          </a:solidFill>
                          <a:effectLst/>
                          <a:latin typeface="Times New Roman" charset="0"/>
                          <a:ea typeface="ＭＳ Ｐゴシック" charset="0"/>
                        </a:rPr>
                        <a:t>1</a:t>
                      </a:r>
                    </a:p>
                  </a:txBody>
                  <a:tcPr anchor="ctr" horzOverflow="overflow">
                    <a:lnL>
                      <a:noFill/>
                    </a:lnL>
                    <a:lnR>
                      <a:noFill/>
                    </a:lnR>
                    <a:lnT w="9525"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dirty="0" smtClean="0">
                          <a:ln>
                            <a:noFill/>
                          </a:ln>
                          <a:solidFill>
                            <a:schemeClr val="tx1"/>
                          </a:solidFill>
                          <a:effectLst/>
                          <a:latin typeface="Times New Roman" charset="0"/>
                          <a:ea typeface="ＭＳ Ｐゴシック" charset="0"/>
                        </a:rPr>
                        <a:t>Community  </a:t>
                      </a:r>
                      <a:r>
                        <a:rPr kumimoji="0" lang="en-US" sz="2400" b="1" i="0" u="none" strike="noStrike" cap="none" normalizeH="0" baseline="0" dirty="0">
                          <a:ln>
                            <a:noFill/>
                          </a:ln>
                          <a:solidFill>
                            <a:schemeClr val="tx1"/>
                          </a:solidFill>
                          <a:effectLst/>
                          <a:latin typeface="Times New Roman" charset="0"/>
                          <a:ea typeface="ＭＳ Ｐゴシック" charset="0"/>
                        </a:rPr>
                        <a:t>2</a:t>
                      </a:r>
                    </a:p>
                  </a:txBody>
                  <a:tcPr anchor="ctr" horzOverflow="overflow">
                    <a:lnL>
                      <a:noFill/>
                    </a:lnL>
                    <a:lnR>
                      <a:noFill/>
                    </a:lnR>
                    <a:lnT w="9525"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charset="0"/>
                          <a:ea typeface="ＭＳ Ｐゴシック" charset="0"/>
                        </a:rPr>
                        <a:t>Community  </a:t>
                      </a:r>
                      <a:r>
                        <a:rPr kumimoji="0" lang="en-US" sz="2400" b="1" i="0" u="none" strike="noStrike" cap="none" normalizeH="0" baseline="0" dirty="0" smtClean="0">
                          <a:ln>
                            <a:noFill/>
                          </a:ln>
                          <a:solidFill>
                            <a:schemeClr val="tx1"/>
                          </a:solidFill>
                          <a:effectLst/>
                          <a:latin typeface="Times New Roman" charset="0"/>
                          <a:ea typeface="ＭＳ Ｐゴシック" charset="0"/>
                        </a:rPr>
                        <a:t> </a:t>
                      </a:r>
                      <a:r>
                        <a:rPr kumimoji="0" lang="en-US" sz="2400" b="1" i="0" u="none" strike="noStrike" cap="none" normalizeH="0" baseline="0" dirty="0">
                          <a:ln>
                            <a:noFill/>
                          </a:ln>
                          <a:solidFill>
                            <a:schemeClr val="tx1"/>
                          </a:solidFill>
                          <a:effectLst/>
                          <a:latin typeface="Times New Roman" charset="0"/>
                          <a:ea typeface="ＭＳ Ｐゴシック" charset="0"/>
                        </a:rPr>
                        <a:t>3</a:t>
                      </a:r>
                      <a:endParaRPr kumimoji="0" lang="en-US" sz="2400" b="0" i="0" u="none" strike="noStrike" cap="none" normalizeH="0" baseline="0" dirty="0">
                        <a:ln>
                          <a:noFill/>
                        </a:ln>
                        <a:solidFill>
                          <a:schemeClr val="tx1"/>
                        </a:solidFill>
                        <a:effectLst/>
                        <a:latin typeface="Times New Roman" charset="0"/>
                        <a:ea typeface="ＭＳ Ｐゴシック" charset="0"/>
                      </a:endParaRPr>
                    </a:p>
                  </a:txBody>
                  <a:tcPr anchor="ctr" horzOverflow="overflow">
                    <a:lnL>
                      <a:noFill/>
                    </a:lnL>
                    <a:lnR>
                      <a:noFill/>
                    </a:lnR>
                    <a:lnT w="9525"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charset="0"/>
                        <a:ea typeface="ＭＳ Ｐゴシック" charset="0"/>
                      </a:endParaRPr>
                    </a:p>
                  </a:txBody>
                  <a:tcPr anchor="ctr" horzOverflow="overflow">
                    <a:lnL>
                      <a:noFill/>
                    </a:lnL>
                    <a:lnR cap="flat">
                      <a:noFill/>
                    </a:lnR>
                    <a:lnT>
                      <a:noFill/>
                    </a:lnT>
                    <a:lnB>
                      <a:noFill/>
                    </a:lnB>
                    <a:lnTlToBr>
                      <a:noFill/>
                    </a:lnTlToBr>
                    <a:lnBlToTr>
                      <a:noFill/>
                    </a:lnBlToTr>
                    <a:noFill/>
                  </a:tcPr>
                </a:tc>
              </a:tr>
              <a:tr h="4699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a:ln>
                            <a:noFill/>
                          </a:ln>
                          <a:solidFill>
                            <a:schemeClr val="tx1"/>
                          </a:solidFill>
                          <a:effectLst/>
                          <a:latin typeface="Times New Roman" charset="0"/>
                          <a:ea typeface="ＭＳ Ｐゴシック" charset="0"/>
                        </a:rPr>
                        <a:t>From</a:t>
                      </a:r>
                    </a:p>
                  </a:txBody>
                  <a:tcPr anchor="ctr" horzOverflow="overflow">
                    <a:lnL cap="flat">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charset="0"/>
                        <a:ea typeface="ＭＳ Ｐゴシック" charset="0"/>
                      </a:endParaRPr>
                    </a:p>
                  </a:txBody>
                  <a:tcPr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charset="0"/>
                        <a:ea typeface="ＭＳ Ｐゴシック" charset="0"/>
                      </a:endParaRPr>
                    </a:p>
                  </a:txBody>
                  <a:tcPr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charset="0"/>
                        <a:ea typeface="ＭＳ Ｐゴシック" charset="0"/>
                      </a:endParaRPr>
                    </a:p>
                  </a:txBody>
                  <a:tcPr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a:ln>
                            <a:noFill/>
                          </a:ln>
                          <a:solidFill>
                            <a:schemeClr val="tx1"/>
                          </a:solidFill>
                          <a:effectLst/>
                          <a:latin typeface="Times New Roman" charset="0"/>
                          <a:ea typeface="ＭＳ Ｐゴシック" charset="0"/>
                        </a:rPr>
                        <a:t>Output</a:t>
                      </a:r>
                    </a:p>
                  </a:txBody>
                  <a:tcPr anchor="ctr" horzOverflow="overflow">
                    <a:lnL>
                      <a:noFill/>
                    </a:lnL>
                    <a:lnR cap="flat">
                      <a:noFill/>
                    </a:lnR>
                    <a:lnT>
                      <a:noFill/>
                    </a:lnT>
                    <a:lnB>
                      <a:noFill/>
                    </a:lnB>
                    <a:lnTlToBr>
                      <a:noFill/>
                    </a:lnTlToBr>
                    <a:lnBlToTr>
                      <a:noFill/>
                    </a:lnBlToTr>
                    <a:noFill/>
                  </a:tcPr>
                </a:tc>
              </a:tr>
              <a:tr h="4699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charset="0"/>
                          <a:ea typeface="ＭＳ Ｐゴシック" charset="0"/>
                        </a:rPr>
                        <a:t>Factory 1</a:t>
                      </a:r>
                    </a:p>
                  </a:txBody>
                  <a:tcPr anchor="ctr" horzOverflow="overflow">
                    <a:lnL cap="flat">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charset="0"/>
                          <a:ea typeface="ＭＳ Ｐゴシック" charset="0"/>
                        </a:rPr>
                        <a:t>$700</a:t>
                      </a:r>
                    </a:p>
                  </a:txBody>
                  <a:tcPr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charset="0"/>
                          <a:ea typeface="ＭＳ Ｐゴシック" charset="0"/>
                        </a:rPr>
                        <a:t>$900</a:t>
                      </a:r>
                    </a:p>
                  </a:txBody>
                  <a:tcPr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charset="0"/>
                          <a:ea typeface="ＭＳ Ｐゴシック" charset="0"/>
                        </a:rPr>
                        <a:t>$800</a:t>
                      </a:r>
                    </a:p>
                  </a:txBody>
                  <a:tcPr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charset="0"/>
                          <a:ea typeface="ＭＳ Ｐゴシック" charset="0"/>
                        </a:rPr>
                        <a:t>12 X-ray machines</a:t>
                      </a:r>
                      <a:endParaRPr kumimoji="0" lang="en-US" sz="2400" b="0" i="0" u="none" strike="noStrike" cap="none" normalizeH="0" baseline="0" dirty="0">
                        <a:ln>
                          <a:noFill/>
                        </a:ln>
                        <a:solidFill>
                          <a:schemeClr val="tx1"/>
                        </a:solidFill>
                        <a:effectLst/>
                        <a:latin typeface="Times New Roman" charset="0"/>
                        <a:ea typeface="ＭＳ Ｐゴシック" charset="0"/>
                      </a:endParaRPr>
                    </a:p>
                  </a:txBody>
                  <a:tcPr anchor="ctr" horzOverflow="overflow">
                    <a:lnL>
                      <a:noFill/>
                    </a:lnL>
                    <a:lnR cap="flat">
                      <a:noFill/>
                    </a:lnR>
                    <a:lnT>
                      <a:noFill/>
                    </a:lnT>
                    <a:lnB>
                      <a:noFill/>
                    </a:lnB>
                    <a:lnTlToBr>
                      <a:noFill/>
                    </a:lnTlToBr>
                    <a:lnBlToTr>
                      <a:noFill/>
                    </a:lnBlToTr>
                    <a:noFill/>
                  </a:tcPr>
                </a:tc>
              </a:tr>
              <a:tr h="4699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charset="0"/>
                          <a:ea typeface="ＭＳ Ｐゴシック" charset="0"/>
                        </a:rPr>
                        <a:t>Factory 2</a:t>
                      </a:r>
                    </a:p>
                  </a:txBody>
                  <a:tcPr anchor="ctr" horzOverflow="overflow">
                    <a:lnL cap="flat">
                      <a:noFill/>
                    </a:lnL>
                    <a:lnR>
                      <a:noFill/>
                    </a:lnR>
                    <a:lnT>
                      <a:noFill/>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Times New Roman" charset="0"/>
                          <a:ea typeface="ＭＳ Ｐゴシック" charset="0"/>
                        </a:rPr>
                        <a:t>800</a:t>
                      </a:r>
                    </a:p>
                  </a:txBody>
                  <a:tcPr anchor="ctr" horzOverflow="overflow">
                    <a:lnL>
                      <a:noFill/>
                    </a:lnL>
                    <a:lnR>
                      <a:noFill/>
                    </a:lnR>
                    <a:lnT>
                      <a:noFill/>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charset="0"/>
                          <a:ea typeface="ＭＳ Ｐゴシック" charset="0"/>
                        </a:rPr>
                        <a:t>900</a:t>
                      </a:r>
                    </a:p>
                  </a:txBody>
                  <a:tcPr anchor="ctr" horzOverflow="overflow">
                    <a:lnL>
                      <a:noFill/>
                    </a:lnL>
                    <a:lnR>
                      <a:noFill/>
                    </a:lnR>
                    <a:lnT>
                      <a:noFill/>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charset="0"/>
                          <a:ea typeface="ＭＳ Ｐゴシック" charset="0"/>
                        </a:rPr>
                        <a:t>700</a:t>
                      </a:r>
                    </a:p>
                  </a:txBody>
                  <a:tcPr anchor="ctr" horzOverflow="overflow">
                    <a:lnL>
                      <a:noFill/>
                    </a:lnL>
                    <a:lnR>
                      <a:noFill/>
                    </a:lnR>
                    <a:lnT>
                      <a:noFill/>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charset="0"/>
                          <a:ea typeface="ＭＳ Ｐゴシック" charset="0"/>
                        </a:rPr>
                        <a:t>15 X-Ray machines </a:t>
                      </a:r>
                      <a:endParaRPr kumimoji="0" lang="en-US" sz="2400" b="0" i="0" u="none" strike="noStrike" cap="none" normalizeH="0" baseline="0" dirty="0">
                        <a:ln>
                          <a:noFill/>
                        </a:ln>
                        <a:solidFill>
                          <a:schemeClr val="tx1"/>
                        </a:solidFill>
                        <a:effectLst/>
                        <a:latin typeface="Times New Roman" charset="0"/>
                        <a:ea typeface="ＭＳ Ｐゴシック" charset="0"/>
                      </a:endParaRPr>
                    </a:p>
                  </a:txBody>
                  <a:tcPr anchor="ctr" horzOverflow="overflow">
                    <a:lnL>
                      <a:noFill/>
                    </a:lnL>
                    <a:lnR cap="flat">
                      <a:noFill/>
                    </a:lnR>
                    <a:lnT>
                      <a:noFill/>
                    </a:lnT>
                    <a:lnB w="9525" cap="flat" cmpd="sng" algn="ctr">
                      <a:solidFill>
                        <a:schemeClr val="tx1"/>
                      </a:solidFill>
                      <a:prstDash val="solid"/>
                      <a:round/>
                      <a:headEnd type="none" w="med" len="med"/>
                      <a:tailEnd type="none" w="med" len="med"/>
                    </a:lnB>
                    <a:lnTlToBr>
                      <a:noFill/>
                    </a:lnTlToBr>
                    <a:lnBlToTr>
                      <a:noFill/>
                    </a:lnBlToTr>
                    <a:noFill/>
                  </a:tcPr>
                </a:tc>
              </a:tr>
              <a:tr h="4699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Times New Roman" charset="0"/>
                          <a:ea typeface="ＭＳ Ｐゴシック" charset="0"/>
                        </a:rPr>
                        <a:t>Order Size</a:t>
                      </a:r>
                    </a:p>
                  </a:txBody>
                  <a:tcPr anchor="ctr" horzOverflow="overflow">
                    <a:lnL cap="flat">
                      <a:noFill/>
                    </a:lnL>
                    <a:lnR>
                      <a:noFill/>
                    </a:lnR>
                    <a:lnT w="952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Times New Roman" charset="0"/>
                          <a:ea typeface="ＭＳ Ｐゴシック" charset="0"/>
                        </a:rPr>
                        <a:t>10 </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smtClean="0">
                          <a:ln>
                            <a:noFill/>
                          </a:ln>
                          <a:solidFill>
                            <a:schemeClr val="tx1"/>
                          </a:solidFill>
                          <a:effectLst/>
                          <a:latin typeface="Times New Roman" charset="0"/>
                          <a:ea typeface="ＭＳ Ｐゴシック" charset="0"/>
                        </a:rPr>
                        <a:t>X-ray machines </a:t>
                      </a:r>
                      <a:endParaRPr kumimoji="0" lang="en-US" sz="2000" b="0" i="0" u="none" strike="noStrike" cap="none" normalizeH="0" baseline="0" dirty="0">
                        <a:ln>
                          <a:noFill/>
                        </a:ln>
                        <a:solidFill>
                          <a:schemeClr val="tx1"/>
                        </a:solidFill>
                        <a:effectLst/>
                        <a:latin typeface="Times New Roman" charset="0"/>
                        <a:ea typeface="ＭＳ Ｐゴシック" charset="0"/>
                      </a:endParaRPr>
                    </a:p>
                  </a:txBody>
                  <a:tcPr anchor="ctr" horzOverflow="overflow">
                    <a:lnL>
                      <a:noFill/>
                    </a:lnL>
                    <a:lnR>
                      <a:noFill/>
                    </a:lnR>
                    <a:lnT w="952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Times New Roman" charset="0"/>
                          <a:ea typeface="ＭＳ Ｐゴシック" charset="0"/>
                        </a:rPr>
                        <a:t>8 </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smtClean="0">
                          <a:ln>
                            <a:noFill/>
                          </a:ln>
                          <a:solidFill>
                            <a:schemeClr val="tx1"/>
                          </a:solidFill>
                          <a:effectLst/>
                          <a:latin typeface="Times New Roman" charset="0"/>
                          <a:ea typeface="ＭＳ Ｐゴシック" charset="0"/>
                        </a:rPr>
                        <a:t>X-Ray machines</a:t>
                      </a:r>
                      <a:endParaRPr kumimoji="0" lang="en-US" sz="2000" b="0" i="0" u="none" strike="noStrike" cap="none" normalizeH="0" baseline="0" dirty="0">
                        <a:ln>
                          <a:noFill/>
                        </a:ln>
                        <a:solidFill>
                          <a:schemeClr val="tx1"/>
                        </a:solidFill>
                        <a:effectLst/>
                        <a:latin typeface="Times New Roman" charset="0"/>
                        <a:ea typeface="ＭＳ Ｐゴシック" charset="0"/>
                      </a:endParaRPr>
                    </a:p>
                  </a:txBody>
                  <a:tcPr anchor="ctr" horzOverflow="overflow">
                    <a:lnL>
                      <a:noFill/>
                    </a:lnL>
                    <a:lnR>
                      <a:noFill/>
                    </a:lnR>
                    <a:lnT w="952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Times New Roman" charset="0"/>
                          <a:ea typeface="ＭＳ Ｐゴシック" charset="0"/>
                        </a:rPr>
                        <a:t>9 </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smtClean="0">
                          <a:ln>
                            <a:noFill/>
                          </a:ln>
                          <a:solidFill>
                            <a:schemeClr val="tx1"/>
                          </a:solidFill>
                          <a:effectLst/>
                          <a:latin typeface="Times New Roman" charset="0"/>
                          <a:ea typeface="ＭＳ Ｐゴシック" charset="0"/>
                        </a:rPr>
                        <a:t>X-Ray machines</a:t>
                      </a:r>
                      <a:endParaRPr kumimoji="0" lang="en-US" sz="2000" b="0" i="0" u="none" strike="noStrike" cap="none" normalizeH="0" baseline="0" dirty="0">
                        <a:ln>
                          <a:noFill/>
                        </a:ln>
                        <a:solidFill>
                          <a:schemeClr val="tx1"/>
                        </a:solidFill>
                        <a:effectLst/>
                        <a:latin typeface="Times New Roman" charset="0"/>
                        <a:ea typeface="ＭＳ Ｐゴシック" charset="0"/>
                      </a:endParaRPr>
                    </a:p>
                  </a:txBody>
                  <a:tcPr anchor="ctr" horzOverflow="overflow">
                    <a:lnL>
                      <a:noFill/>
                    </a:lnL>
                    <a:lnR>
                      <a:noFill/>
                    </a:lnR>
                    <a:lnT w="952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a:ln>
                          <a:noFill/>
                        </a:ln>
                        <a:solidFill>
                          <a:schemeClr val="tx1"/>
                        </a:solidFill>
                        <a:effectLst/>
                        <a:latin typeface="Times New Roman" charset="0"/>
                        <a:ea typeface="ＭＳ Ｐゴシック" charset="0"/>
                      </a:endParaRPr>
                    </a:p>
                  </a:txBody>
                  <a:tcPr anchor="ctr" horzOverflow="overflow">
                    <a:lnL>
                      <a:noFill/>
                    </a:lnL>
                    <a:lnR cap="flat">
                      <a:noFill/>
                    </a:lnR>
                    <a:lnT w="952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2" name="Rectangle 1"/>
          <p:cNvSpPr/>
          <p:nvPr/>
        </p:nvSpPr>
        <p:spPr>
          <a:xfrm>
            <a:off x="304800" y="6176901"/>
            <a:ext cx="8382000" cy="595548"/>
          </a:xfrm>
          <a:prstGeom prst="rect">
            <a:avLst/>
          </a:prstGeom>
        </p:spPr>
        <p:txBody>
          <a:bodyPr wrap="square">
            <a:spAutoFit/>
          </a:bodyPr>
          <a:lstStyle/>
          <a:p>
            <a:pPr>
              <a:lnSpc>
                <a:spcPct val="90000"/>
              </a:lnSpc>
              <a:spcBef>
                <a:spcPct val="20000"/>
              </a:spcBef>
            </a:pPr>
            <a:r>
              <a:rPr lang="en-US" b="1" dirty="0"/>
              <a:t>Question: How many </a:t>
            </a:r>
            <a:r>
              <a:rPr lang="en-US" b="1" dirty="0" smtClean="0"/>
              <a:t>X-Ray machines </a:t>
            </a:r>
            <a:r>
              <a:rPr lang="en-US" b="1" dirty="0"/>
              <a:t>(model L) should be shipped from each factory to each </a:t>
            </a:r>
            <a:r>
              <a:rPr lang="en-US" b="1" dirty="0" smtClean="0"/>
              <a:t>hospital </a:t>
            </a:r>
            <a:r>
              <a:rPr lang="en-US" b="1" dirty="0"/>
              <a:t>so that </a:t>
            </a:r>
            <a:r>
              <a:rPr lang="en-US" b="1" dirty="0" smtClean="0"/>
              <a:t>shipping </a:t>
            </a:r>
            <a:r>
              <a:rPr lang="en-US" b="1" dirty="0"/>
              <a:t>costs are minimized?</a:t>
            </a:r>
          </a:p>
        </p:txBody>
      </p:sp>
    </p:spTree>
    <p:extLst>
      <p:ext uri="{BB962C8B-B14F-4D97-AF65-F5344CB8AC3E}">
        <p14:creationId xmlns:p14="http://schemas.microsoft.com/office/powerpoint/2010/main" val="73616316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Rectangle 1026"/>
          <p:cNvSpPr>
            <a:spLocks noGrp="1" noChangeArrowheads="1"/>
          </p:cNvSpPr>
          <p:nvPr>
            <p:ph type="title"/>
          </p:nvPr>
        </p:nvSpPr>
        <p:spPr/>
        <p:txBody>
          <a:bodyPr/>
          <a:lstStyle/>
          <a:p>
            <a:r>
              <a:rPr lang="en-US"/>
              <a:t>The Distribution Network</a:t>
            </a:r>
          </a:p>
        </p:txBody>
      </p:sp>
      <p:sp>
        <p:nvSpPr>
          <p:cNvPr id="195588" name="Rectangle 1028"/>
          <p:cNvSpPr>
            <a:spLocks noChangeArrowheads="1"/>
          </p:cNvSpPr>
          <p:nvPr/>
        </p:nvSpPr>
        <p:spPr bwMode="auto">
          <a:xfrm>
            <a:off x="381000" y="5792788"/>
            <a:ext cx="8297863" cy="10779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90000"/>
              </a:lnSpc>
              <a:spcBef>
                <a:spcPct val="20000"/>
              </a:spcBef>
            </a:pPr>
            <a:r>
              <a:rPr lang="en-US" b="1" dirty="0"/>
              <a:t>Question: How many machines (model L) should be shipped from each factory to each customer so that sipping costs are minimized?</a:t>
            </a:r>
          </a:p>
        </p:txBody>
      </p:sp>
      <p:grpSp>
        <p:nvGrpSpPr>
          <p:cNvPr id="2" name="Group 1"/>
          <p:cNvGrpSpPr/>
          <p:nvPr/>
        </p:nvGrpSpPr>
        <p:grpSpPr>
          <a:xfrm>
            <a:off x="1572924" y="1385888"/>
            <a:ext cx="5862926" cy="4208462"/>
            <a:chOff x="1572924" y="1385888"/>
            <a:chExt cx="5862926" cy="4208462"/>
          </a:xfrm>
        </p:grpSpPr>
        <p:pic>
          <p:nvPicPr>
            <p:cNvPr id="195587" name="Picture 102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90763" y="1385888"/>
              <a:ext cx="4673600" cy="40767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pic>
        <p:sp>
          <p:nvSpPr>
            <p:cNvPr id="195589" name="Text Box 1029"/>
            <p:cNvSpPr txBox="1">
              <a:spLocks noChangeArrowheads="1"/>
            </p:cNvSpPr>
            <p:nvPr/>
          </p:nvSpPr>
          <p:spPr bwMode="auto">
            <a:xfrm>
              <a:off x="1572924" y="2209800"/>
              <a:ext cx="1318202" cy="646331"/>
            </a:xfrm>
            <a:prstGeom prst="rect">
              <a:avLst/>
            </a:prstGeom>
            <a:solidFill>
              <a:schemeClr val="bg1"/>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a:r>
                <a:rPr lang="en-US" sz="1800" dirty="0"/>
                <a:t>12 Model L</a:t>
              </a:r>
            </a:p>
            <a:p>
              <a:pPr algn="ctr"/>
              <a:r>
                <a:rPr lang="en-US" sz="1800" dirty="0" smtClean="0"/>
                <a:t> </a:t>
              </a:r>
              <a:endParaRPr lang="en-US" sz="1800" dirty="0"/>
            </a:p>
          </p:txBody>
        </p:sp>
        <p:sp>
          <p:nvSpPr>
            <p:cNvPr id="195590" name="Text Box 1030"/>
            <p:cNvSpPr txBox="1">
              <a:spLocks noChangeArrowheads="1"/>
            </p:cNvSpPr>
            <p:nvPr/>
          </p:nvSpPr>
          <p:spPr bwMode="auto">
            <a:xfrm>
              <a:off x="1572924" y="4114800"/>
              <a:ext cx="1318202" cy="646331"/>
            </a:xfrm>
            <a:prstGeom prst="rect">
              <a:avLst/>
            </a:prstGeom>
            <a:solidFill>
              <a:schemeClr val="bg1"/>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a:r>
                <a:rPr lang="en-US" sz="1800" dirty="0"/>
                <a:t>15 Model L</a:t>
              </a:r>
            </a:p>
            <a:p>
              <a:pPr algn="ctr"/>
              <a:r>
                <a:rPr lang="en-US" sz="1800" dirty="0" smtClean="0"/>
                <a:t> </a:t>
              </a:r>
              <a:endParaRPr lang="en-US" sz="1800" dirty="0"/>
            </a:p>
          </p:txBody>
        </p:sp>
        <p:sp>
          <p:nvSpPr>
            <p:cNvPr id="195591" name="Text Box 1031"/>
            <p:cNvSpPr txBox="1">
              <a:spLocks noChangeArrowheads="1"/>
            </p:cNvSpPr>
            <p:nvPr/>
          </p:nvSpPr>
          <p:spPr bwMode="auto">
            <a:xfrm>
              <a:off x="6172200" y="1447800"/>
              <a:ext cx="1263650" cy="641350"/>
            </a:xfrm>
            <a:prstGeom prst="rect">
              <a:avLst/>
            </a:prstGeom>
            <a:solidFill>
              <a:schemeClr val="bg1"/>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a:r>
                <a:rPr lang="en-US" sz="1800" dirty="0" smtClean="0"/>
                <a:t>10 Model L</a:t>
              </a:r>
            </a:p>
            <a:p>
              <a:pPr algn="ctr"/>
              <a:r>
                <a:rPr lang="en-US" sz="1800" dirty="0" smtClean="0"/>
                <a:t>needed</a:t>
              </a:r>
              <a:endParaRPr lang="en-US" sz="1800" dirty="0"/>
            </a:p>
          </p:txBody>
        </p:sp>
        <p:sp>
          <p:nvSpPr>
            <p:cNvPr id="195592" name="Text Box 1032"/>
            <p:cNvSpPr txBox="1">
              <a:spLocks noChangeArrowheads="1"/>
            </p:cNvSpPr>
            <p:nvPr/>
          </p:nvSpPr>
          <p:spPr bwMode="auto">
            <a:xfrm>
              <a:off x="6172200" y="3200400"/>
              <a:ext cx="1149350" cy="641350"/>
            </a:xfrm>
            <a:prstGeom prst="rect">
              <a:avLst/>
            </a:prstGeom>
            <a:solidFill>
              <a:schemeClr val="bg1"/>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a:r>
                <a:rPr lang="en-US" sz="1800" dirty="0" smtClean="0"/>
                <a:t>8 Model L</a:t>
              </a:r>
            </a:p>
            <a:p>
              <a:pPr algn="ctr"/>
              <a:r>
                <a:rPr lang="en-US" sz="1800" dirty="0" smtClean="0"/>
                <a:t>needed</a:t>
              </a:r>
              <a:endParaRPr lang="en-US" sz="1800" dirty="0"/>
            </a:p>
          </p:txBody>
        </p:sp>
        <p:sp>
          <p:nvSpPr>
            <p:cNvPr id="195593" name="Text Box 1033"/>
            <p:cNvSpPr txBox="1">
              <a:spLocks noChangeArrowheads="1"/>
            </p:cNvSpPr>
            <p:nvPr/>
          </p:nvSpPr>
          <p:spPr bwMode="auto">
            <a:xfrm>
              <a:off x="6248400" y="4953000"/>
              <a:ext cx="1149350" cy="641350"/>
            </a:xfrm>
            <a:prstGeom prst="rect">
              <a:avLst/>
            </a:prstGeom>
            <a:solidFill>
              <a:schemeClr val="bg1"/>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a:r>
                <a:rPr lang="en-US" sz="1800" dirty="0" smtClean="0"/>
                <a:t>9 Model L</a:t>
              </a:r>
            </a:p>
            <a:p>
              <a:pPr algn="ctr"/>
              <a:r>
                <a:rPr lang="en-US" sz="1800" dirty="0" smtClean="0"/>
                <a:t>needed</a:t>
              </a:r>
              <a:endParaRPr lang="en-US" sz="1800" dirty="0"/>
            </a:p>
          </p:txBody>
        </p:sp>
        <p:sp>
          <p:nvSpPr>
            <p:cNvPr id="195594" name="Text Box 1034"/>
            <p:cNvSpPr txBox="1">
              <a:spLocks noChangeArrowheads="1"/>
            </p:cNvSpPr>
            <p:nvPr/>
          </p:nvSpPr>
          <p:spPr bwMode="auto">
            <a:xfrm>
              <a:off x="3743084" y="1814513"/>
              <a:ext cx="1473681" cy="338554"/>
            </a:xfrm>
            <a:prstGeom prst="rect">
              <a:avLst/>
            </a:prstGeom>
            <a:solidFill>
              <a:schemeClr val="bg1"/>
            </a:solidFill>
            <a:ln>
              <a:noFill/>
            </a:ln>
            <a:effectLst/>
            <a:extLst/>
          </p:spPr>
          <p:txBody>
            <a:bodyPr wrap="none">
              <a:spAutoFit/>
            </a:bodyPr>
            <a:lstStyle/>
            <a:p>
              <a:r>
                <a:rPr lang="en-US" sz="1600" dirty="0" smtClean="0"/>
                <a:t>$700/machine</a:t>
              </a:r>
              <a:endParaRPr lang="en-US" sz="1600" dirty="0"/>
            </a:p>
          </p:txBody>
        </p:sp>
        <p:sp>
          <p:nvSpPr>
            <p:cNvPr id="16" name="Text Box 1034"/>
            <p:cNvSpPr txBox="1">
              <a:spLocks noChangeArrowheads="1"/>
            </p:cNvSpPr>
            <p:nvPr/>
          </p:nvSpPr>
          <p:spPr bwMode="auto">
            <a:xfrm>
              <a:off x="3625849" y="2350777"/>
              <a:ext cx="1473681" cy="338554"/>
            </a:xfrm>
            <a:prstGeom prst="rect">
              <a:avLst/>
            </a:prstGeom>
            <a:solidFill>
              <a:schemeClr val="bg1"/>
            </a:solidFill>
            <a:ln>
              <a:noFill/>
            </a:ln>
            <a:effectLst/>
            <a:extLst/>
          </p:spPr>
          <p:txBody>
            <a:bodyPr wrap="none">
              <a:spAutoFit/>
            </a:bodyPr>
            <a:lstStyle/>
            <a:p>
              <a:r>
                <a:rPr lang="en-US" sz="1600" dirty="0" smtClean="0"/>
                <a:t>$900/machine</a:t>
              </a:r>
              <a:endParaRPr lang="en-US" sz="1600" dirty="0"/>
            </a:p>
          </p:txBody>
        </p:sp>
        <p:sp>
          <p:nvSpPr>
            <p:cNvPr id="17" name="Text Box 1034"/>
            <p:cNvSpPr txBox="1">
              <a:spLocks noChangeArrowheads="1"/>
            </p:cNvSpPr>
            <p:nvPr/>
          </p:nvSpPr>
          <p:spPr bwMode="auto">
            <a:xfrm>
              <a:off x="2676284" y="2932225"/>
              <a:ext cx="1473681" cy="338554"/>
            </a:xfrm>
            <a:prstGeom prst="rect">
              <a:avLst/>
            </a:prstGeom>
            <a:solidFill>
              <a:schemeClr val="bg1"/>
            </a:solidFill>
            <a:ln>
              <a:noFill/>
            </a:ln>
            <a:effectLst/>
            <a:extLst/>
          </p:spPr>
          <p:txBody>
            <a:bodyPr wrap="none">
              <a:spAutoFit/>
            </a:bodyPr>
            <a:lstStyle/>
            <a:p>
              <a:r>
                <a:rPr lang="en-US" sz="1600" dirty="0" smtClean="0"/>
                <a:t>$800/machine</a:t>
              </a:r>
              <a:endParaRPr lang="en-US" sz="1600" dirty="0"/>
            </a:p>
          </p:txBody>
        </p:sp>
        <p:sp>
          <p:nvSpPr>
            <p:cNvPr id="18" name="Text Box 1034"/>
            <p:cNvSpPr txBox="1">
              <a:spLocks noChangeArrowheads="1"/>
            </p:cNvSpPr>
            <p:nvPr/>
          </p:nvSpPr>
          <p:spPr bwMode="auto">
            <a:xfrm>
              <a:off x="3743084" y="1750596"/>
              <a:ext cx="1473681" cy="338554"/>
            </a:xfrm>
            <a:prstGeom prst="rect">
              <a:avLst/>
            </a:prstGeom>
            <a:solidFill>
              <a:schemeClr val="bg1"/>
            </a:solidFill>
            <a:ln>
              <a:noFill/>
            </a:ln>
            <a:effectLst/>
            <a:extLst/>
          </p:spPr>
          <p:txBody>
            <a:bodyPr wrap="none">
              <a:spAutoFit/>
            </a:bodyPr>
            <a:lstStyle/>
            <a:p>
              <a:r>
                <a:rPr lang="en-US" sz="1600" dirty="0" smtClean="0"/>
                <a:t>$700/machine</a:t>
              </a:r>
              <a:endParaRPr lang="en-US" sz="1600" dirty="0"/>
            </a:p>
          </p:txBody>
        </p:sp>
        <p:sp>
          <p:nvSpPr>
            <p:cNvPr id="19" name="Text Box 1034"/>
            <p:cNvSpPr txBox="1">
              <a:spLocks noChangeArrowheads="1"/>
            </p:cNvSpPr>
            <p:nvPr/>
          </p:nvSpPr>
          <p:spPr bwMode="auto">
            <a:xfrm>
              <a:off x="3413124" y="4953000"/>
              <a:ext cx="1473681" cy="338554"/>
            </a:xfrm>
            <a:prstGeom prst="rect">
              <a:avLst/>
            </a:prstGeom>
            <a:solidFill>
              <a:schemeClr val="bg1"/>
            </a:solidFill>
            <a:ln>
              <a:noFill/>
            </a:ln>
            <a:effectLst/>
            <a:extLst/>
          </p:spPr>
          <p:txBody>
            <a:bodyPr wrap="none">
              <a:spAutoFit/>
            </a:bodyPr>
            <a:lstStyle/>
            <a:p>
              <a:r>
                <a:rPr lang="en-US" sz="1600" dirty="0" smtClean="0"/>
                <a:t>$700/machine</a:t>
              </a:r>
              <a:endParaRPr lang="en-US" sz="1600" dirty="0"/>
            </a:p>
          </p:txBody>
        </p:sp>
        <p:sp>
          <p:nvSpPr>
            <p:cNvPr id="20" name="Text Box 1034"/>
            <p:cNvSpPr txBox="1">
              <a:spLocks noChangeArrowheads="1"/>
            </p:cNvSpPr>
            <p:nvPr/>
          </p:nvSpPr>
          <p:spPr bwMode="auto">
            <a:xfrm>
              <a:off x="4362689" y="3535992"/>
              <a:ext cx="1473681" cy="338554"/>
            </a:xfrm>
            <a:prstGeom prst="rect">
              <a:avLst/>
            </a:prstGeom>
            <a:solidFill>
              <a:schemeClr val="bg1"/>
            </a:solidFill>
            <a:ln>
              <a:noFill/>
            </a:ln>
            <a:effectLst/>
            <a:extLst/>
          </p:spPr>
          <p:txBody>
            <a:bodyPr wrap="none">
              <a:spAutoFit/>
            </a:bodyPr>
            <a:lstStyle/>
            <a:p>
              <a:r>
                <a:rPr lang="en-US" sz="1600" dirty="0" smtClean="0"/>
                <a:t>$900/machine</a:t>
              </a:r>
              <a:endParaRPr lang="en-US" sz="1600" dirty="0"/>
            </a:p>
          </p:txBody>
        </p:sp>
        <p:sp>
          <p:nvSpPr>
            <p:cNvPr id="21" name="Text Box 1034"/>
            <p:cNvSpPr txBox="1">
              <a:spLocks noChangeArrowheads="1"/>
            </p:cNvSpPr>
            <p:nvPr/>
          </p:nvSpPr>
          <p:spPr bwMode="auto">
            <a:xfrm>
              <a:off x="2676283" y="3503196"/>
              <a:ext cx="1473681" cy="338554"/>
            </a:xfrm>
            <a:prstGeom prst="rect">
              <a:avLst/>
            </a:prstGeom>
            <a:solidFill>
              <a:schemeClr val="bg1"/>
            </a:solidFill>
            <a:ln>
              <a:noFill/>
            </a:ln>
            <a:effectLst/>
            <a:extLst/>
          </p:spPr>
          <p:txBody>
            <a:bodyPr wrap="none">
              <a:spAutoFit/>
            </a:bodyPr>
            <a:lstStyle/>
            <a:p>
              <a:r>
                <a:rPr lang="en-US" sz="1600" dirty="0" smtClean="0"/>
                <a:t>$800/machine</a:t>
              </a:r>
              <a:endParaRPr lang="en-US" sz="1600" dirty="0"/>
            </a:p>
          </p:txBody>
        </p:sp>
      </p:grpSp>
    </p:spTree>
    <p:extLst>
      <p:ext uri="{BB962C8B-B14F-4D97-AF65-F5344CB8AC3E}">
        <p14:creationId xmlns:p14="http://schemas.microsoft.com/office/powerpoint/2010/main" val="229551051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2"/>
          <p:cNvSpPr>
            <a:spLocks noGrp="1" noChangeArrowheads="1"/>
          </p:cNvSpPr>
          <p:nvPr>
            <p:ph type="title"/>
          </p:nvPr>
        </p:nvSpPr>
        <p:spPr>
          <a:xfrm>
            <a:off x="685800" y="304800"/>
            <a:ext cx="7772400" cy="1143000"/>
          </a:xfrm>
        </p:spPr>
        <p:txBody>
          <a:bodyPr/>
          <a:lstStyle/>
          <a:p>
            <a:endParaRPr lang="en-US"/>
          </a:p>
        </p:txBody>
      </p:sp>
      <p:sp>
        <p:nvSpPr>
          <p:cNvPr id="200707" name="Rectangle 3"/>
          <p:cNvSpPr>
            <a:spLocks noGrp="1" noChangeArrowheads="1"/>
          </p:cNvSpPr>
          <p:nvPr>
            <p:ph type="body" idx="1"/>
          </p:nvPr>
        </p:nvSpPr>
        <p:spPr>
          <a:xfrm>
            <a:off x="381000" y="1752600"/>
            <a:ext cx="7772400" cy="5105400"/>
          </a:xfrm>
        </p:spPr>
        <p:txBody>
          <a:bodyPr/>
          <a:lstStyle/>
          <a:p>
            <a:pPr>
              <a:lnSpc>
                <a:spcPct val="80000"/>
              </a:lnSpc>
            </a:pPr>
            <a:r>
              <a:rPr lang="en-US" sz="2000" dirty="0"/>
              <a:t>Activities – shipping lanes </a:t>
            </a:r>
            <a:r>
              <a:rPr lang="en-US" sz="1600" dirty="0"/>
              <a:t>(not the level of production which has already been defined</a:t>
            </a:r>
            <a:r>
              <a:rPr lang="en-US" sz="1600" dirty="0" smtClean="0"/>
              <a:t>)</a:t>
            </a:r>
          </a:p>
          <a:p>
            <a:pPr>
              <a:lnSpc>
                <a:spcPct val="80000"/>
              </a:lnSpc>
            </a:pPr>
            <a:endParaRPr lang="en-US" sz="1600" dirty="0"/>
          </a:p>
          <a:p>
            <a:pPr lvl="1">
              <a:lnSpc>
                <a:spcPct val="80000"/>
              </a:lnSpc>
            </a:pPr>
            <a:r>
              <a:rPr lang="en-US" sz="1800" dirty="0"/>
              <a:t>Level of each activity – number of machines of model L shipped through the corresponding shipping lane.</a:t>
            </a:r>
          </a:p>
          <a:p>
            <a:pPr lvl="1">
              <a:lnSpc>
                <a:spcPct val="80000"/>
              </a:lnSpc>
              <a:buFont typeface="Wingdings" charset="0"/>
              <a:buChar char="à"/>
            </a:pPr>
            <a:r>
              <a:rPr lang="en-US" sz="1800" dirty="0">
                <a:sym typeface="Wingdings" charset="0"/>
              </a:rPr>
              <a:t>Best mix of shipping amounts</a:t>
            </a:r>
          </a:p>
          <a:p>
            <a:pPr lvl="1">
              <a:lnSpc>
                <a:spcPct val="80000"/>
              </a:lnSpc>
              <a:buFont typeface="Wingdings" charset="0"/>
              <a:buChar char="à"/>
            </a:pPr>
            <a:endParaRPr lang="en-US" sz="1800" dirty="0">
              <a:sym typeface="Wingdings" charset="0"/>
            </a:endParaRPr>
          </a:p>
          <a:p>
            <a:pPr>
              <a:lnSpc>
                <a:spcPct val="80000"/>
              </a:lnSpc>
              <a:buFont typeface="Wingdings" charset="0"/>
              <a:buNone/>
            </a:pPr>
            <a:endParaRPr lang="en-US" sz="2000" dirty="0" smtClean="0">
              <a:sym typeface="Wingdings" charset="0"/>
            </a:endParaRPr>
          </a:p>
          <a:p>
            <a:pPr>
              <a:lnSpc>
                <a:spcPct val="80000"/>
              </a:lnSpc>
              <a:buFont typeface="Wingdings" charset="0"/>
              <a:buNone/>
            </a:pPr>
            <a:r>
              <a:rPr lang="en-US" sz="2000" dirty="0" smtClean="0">
                <a:sym typeface="Wingdings" charset="0"/>
              </a:rPr>
              <a:t>Example</a:t>
            </a:r>
            <a:r>
              <a:rPr lang="en-US" sz="2000" dirty="0">
                <a:sym typeface="Wingdings" charset="0"/>
              </a:rPr>
              <a:t>: </a:t>
            </a:r>
            <a:endParaRPr lang="en-US" sz="2000" dirty="0" smtClean="0">
              <a:sym typeface="Wingdings" charset="0"/>
            </a:endParaRPr>
          </a:p>
          <a:p>
            <a:pPr>
              <a:lnSpc>
                <a:spcPct val="80000"/>
              </a:lnSpc>
              <a:buFont typeface="Wingdings" charset="0"/>
              <a:buNone/>
            </a:pPr>
            <a:endParaRPr lang="en-US" sz="2000" dirty="0">
              <a:sym typeface="Wingdings" charset="0"/>
            </a:endParaRPr>
          </a:p>
          <a:p>
            <a:pPr>
              <a:lnSpc>
                <a:spcPct val="80000"/>
              </a:lnSpc>
              <a:buFont typeface="Wingdings" charset="0"/>
              <a:buNone/>
            </a:pPr>
            <a:r>
              <a:rPr lang="en-US" dirty="0" smtClean="0">
                <a:sym typeface="Wingdings" charset="0"/>
              </a:rPr>
              <a:t>Requirement </a:t>
            </a:r>
            <a:r>
              <a:rPr lang="en-US" dirty="0">
                <a:sym typeface="Wingdings" charset="0"/>
              </a:rPr>
              <a:t>1: Factory 1 must ship 12 </a:t>
            </a:r>
            <a:r>
              <a:rPr lang="en-US" dirty="0" smtClean="0">
                <a:sym typeface="Wingdings" charset="0"/>
              </a:rPr>
              <a:t>machines</a:t>
            </a:r>
            <a:endParaRPr lang="en-US" dirty="0">
              <a:sym typeface="Wingdings" charset="0"/>
            </a:endParaRPr>
          </a:p>
          <a:p>
            <a:pPr>
              <a:lnSpc>
                <a:spcPct val="80000"/>
              </a:lnSpc>
              <a:buFont typeface="Wingdings" charset="0"/>
              <a:buNone/>
            </a:pPr>
            <a:r>
              <a:rPr lang="en-US" dirty="0" smtClean="0">
                <a:sym typeface="Wingdings" charset="0"/>
              </a:rPr>
              <a:t>Requirement </a:t>
            </a:r>
            <a:r>
              <a:rPr lang="en-US" dirty="0">
                <a:sym typeface="Wingdings" charset="0"/>
              </a:rPr>
              <a:t>2: Factory 2 must ship 15 </a:t>
            </a:r>
            <a:r>
              <a:rPr lang="en-US" dirty="0" smtClean="0">
                <a:sym typeface="Wingdings" charset="0"/>
              </a:rPr>
              <a:t>machines</a:t>
            </a:r>
            <a:endParaRPr lang="en-US" dirty="0"/>
          </a:p>
          <a:p>
            <a:pPr>
              <a:lnSpc>
                <a:spcPct val="80000"/>
              </a:lnSpc>
              <a:buFontTx/>
              <a:buNone/>
            </a:pPr>
            <a:r>
              <a:rPr lang="en-US" dirty="0" smtClean="0">
                <a:sym typeface="Wingdings" charset="0"/>
              </a:rPr>
              <a:t>Requirement </a:t>
            </a:r>
            <a:r>
              <a:rPr lang="en-US" dirty="0">
                <a:sym typeface="Wingdings" charset="0"/>
              </a:rPr>
              <a:t>3: Customer 1 must receive 10 </a:t>
            </a:r>
            <a:r>
              <a:rPr lang="en-US" dirty="0" smtClean="0">
                <a:sym typeface="Wingdings" charset="0"/>
              </a:rPr>
              <a:t>machines</a:t>
            </a:r>
          </a:p>
          <a:p>
            <a:pPr>
              <a:lnSpc>
                <a:spcPct val="80000"/>
              </a:lnSpc>
              <a:buFontTx/>
              <a:buNone/>
            </a:pPr>
            <a:r>
              <a:rPr lang="en-US" dirty="0" smtClean="0">
                <a:sym typeface="Wingdings" charset="0"/>
              </a:rPr>
              <a:t>Requirement </a:t>
            </a:r>
            <a:r>
              <a:rPr lang="en-US" dirty="0">
                <a:sym typeface="Wingdings" charset="0"/>
              </a:rPr>
              <a:t>4: Customer 2 must receive 8 machines </a:t>
            </a:r>
            <a:endParaRPr lang="en-US" dirty="0" smtClean="0">
              <a:sym typeface="Wingdings" charset="0"/>
            </a:endParaRPr>
          </a:p>
          <a:p>
            <a:pPr>
              <a:lnSpc>
                <a:spcPct val="80000"/>
              </a:lnSpc>
              <a:buFontTx/>
              <a:buNone/>
            </a:pPr>
            <a:r>
              <a:rPr lang="en-US" dirty="0" smtClean="0">
                <a:sym typeface="Wingdings" charset="0"/>
              </a:rPr>
              <a:t>Requirement </a:t>
            </a:r>
            <a:r>
              <a:rPr lang="en-US" dirty="0">
                <a:sym typeface="Wingdings" charset="0"/>
              </a:rPr>
              <a:t>5: Customer 3 must receive 9 </a:t>
            </a:r>
            <a:r>
              <a:rPr lang="en-US" dirty="0" smtClean="0">
                <a:sym typeface="Wingdings" charset="0"/>
              </a:rPr>
              <a:t>machines</a:t>
            </a:r>
            <a:endParaRPr lang="en-US" dirty="0">
              <a:sym typeface="Wingdings" charset="0"/>
            </a:endParaRPr>
          </a:p>
        </p:txBody>
      </p:sp>
    </p:spTree>
    <p:extLst>
      <p:ext uri="{BB962C8B-B14F-4D97-AF65-F5344CB8AC3E}">
        <p14:creationId xmlns:p14="http://schemas.microsoft.com/office/powerpoint/2010/main" val="166134756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4" name="Rectangle 2"/>
          <p:cNvSpPr>
            <a:spLocks noGrp="1" noChangeArrowheads="1"/>
          </p:cNvSpPr>
          <p:nvPr>
            <p:ph type="title"/>
          </p:nvPr>
        </p:nvSpPr>
        <p:spPr/>
        <p:txBody>
          <a:bodyPr/>
          <a:lstStyle/>
          <a:p>
            <a:r>
              <a:rPr lang="en-US"/>
              <a:t>Algebraic Formulation</a:t>
            </a:r>
          </a:p>
        </p:txBody>
      </p:sp>
      <p:sp>
        <p:nvSpPr>
          <p:cNvPr id="218115" name="Text Box 3"/>
          <p:cNvSpPr txBox="1">
            <a:spLocks noChangeArrowheads="1"/>
          </p:cNvSpPr>
          <p:nvPr/>
        </p:nvSpPr>
        <p:spPr bwMode="auto">
          <a:xfrm>
            <a:off x="1143000" y="1752600"/>
            <a:ext cx="6705600" cy="3667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hangingPunct="0">
              <a:spcBef>
                <a:spcPct val="50000"/>
              </a:spcBef>
            </a:pPr>
            <a:endParaRPr lang="en-US" sz="1800"/>
          </a:p>
        </p:txBody>
      </p:sp>
      <p:sp>
        <p:nvSpPr>
          <p:cNvPr id="218116" name="Text Box 4"/>
          <p:cNvSpPr txBox="1">
            <a:spLocks noChangeArrowheads="1"/>
          </p:cNvSpPr>
          <p:nvPr/>
        </p:nvSpPr>
        <p:spPr bwMode="auto">
          <a:xfrm>
            <a:off x="838200" y="1676400"/>
            <a:ext cx="8305800" cy="38004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tabLst>
                <a:tab pos="461963" algn="l"/>
                <a:tab pos="1828800" algn="l"/>
              </a:tabLst>
              <a:defRPr sz="2400">
                <a:solidFill>
                  <a:schemeClr val="tx1"/>
                </a:solidFill>
                <a:latin typeface="Times New Roman" charset="0"/>
                <a:ea typeface="ＭＳ Ｐゴシック" charset="0"/>
              </a:defRPr>
            </a:lvl1pPr>
            <a:lvl2pPr eaLnBrk="0" hangingPunct="0">
              <a:tabLst>
                <a:tab pos="461963" algn="l"/>
                <a:tab pos="1828800" algn="l"/>
              </a:tabLst>
              <a:defRPr sz="2400">
                <a:solidFill>
                  <a:schemeClr val="tx1"/>
                </a:solidFill>
                <a:latin typeface="Times New Roman" charset="0"/>
                <a:ea typeface="ＭＳ Ｐゴシック" charset="0"/>
              </a:defRPr>
            </a:lvl2pPr>
            <a:lvl3pPr eaLnBrk="0" hangingPunct="0">
              <a:tabLst>
                <a:tab pos="461963" algn="l"/>
                <a:tab pos="1828800" algn="l"/>
              </a:tabLst>
              <a:defRPr sz="2400">
                <a:solidFill>
                  <a:schemeClr val="tx1"/>
                </a:solidFill>
                <a:latin typeface="Times New Roman" charset="0"/>
                <a:ea typeface="ＭＳ Ｐゴシック" charset="0"/>
              </a:defRPr>
            </a:lvl3pPr>
            <a:lvl4pPr eaLnBrk="0" hangingPunct="0">
              <a:tabLst>
                <a:tab pos="461963" algn="l"/>
                <a:tab pos="1828800" algn="l"/>
              </a:tabLst>
              <a:defRPr sz="2400">
                <a:solidFill>
                  <a:schemeClr val="tx1"/>
                </a:solidFill>
                <a:latin typeface="Times New Roman" charset="0"/>
                <a:ea typeface="ＭＳ Ｐゴシック" charset="0"/>
              </a:defRPr>
            </a:lvl4pPr>
            <a:lvl5pPr eaLnBrk="0" hangingPunct="0">
              <a:tabLst>
                <a:tab pos="461963" algn="l"/>
                <a:tab pos="1828800" algn="l"/>
              </a:tabLst>
              <a:defRPr sz="2400">
                <a:solidFill>
                  <a:schemeClr val="tx1"/>
                </a:solidFill>
                <a:latin typeface="Times New Roman" charset="0"/>
                <a:ea typeface="ＭＳ Ｐゴシック" charset="0"/>
              </a:defRPr>
            </a:lvl5pPr>
            <a:lvl6pPr eaLnBrk="0" fontAlgn="base" hangingPunct="0">
              <a:spcBef>
                <a:spcPct val="0"/>
              </a:spcBef>
              <a:spcAft>
                <a:spcPct val="0"/>
              </a:spcAft>
              <a:tabLst>
                <a:tab pos="461963" algn="l"/>
                <a:tab pos="1828800" algn="l"/>
              </a:tabLst>
              <a:defRPr sz="2400">
                <a:solidFill>
                  <a:schemeClr val="tx1"/>
                </a:solidFill>
                <a:latin typeface="Times New Roman" charset="0"/>
                <a:ea typeface="ＭＳ Ｐゴシック" charset="0"/>
              </a:defRPr>
            </a:lvl6pPr>
            <a:lvl7pPr eaLnBrk="0" fontAlgn="base" hangingPunct="0">
              <a:spcBef>
                <a:spcPct val="0"/>
              </a:spcBef>
              <a:spcAft>
                <a:spcPct val="0"/>
              </a:spcAft>
              <a:tabLst>
                <a:tab pos="461963" algn="l"/>
                <a:tab pos="1828800" algn="l"/>
              </a:tabLst>
              <a:defRPr sz="2400">
                <a:solidFill>
                  <a:schemeClr val="tx1"/>
                </a:solidFill>
                <a:latin typeface="Times New Roman" charset="0"/>
                <a:ea typeface="ＭＳ Ｐゴシック" charset="0"/>
              </a:defRPr>
            </a:lvl7pPr>
            <a:lvl8pPr eaLnBrk="0" fontAlgn="base" hangingPunct="0">
              <a:spcBef>
                <a:spcPct val="0"/>
              </a:spcBef>
              <a:spcAft>
                <a:spcPct val="0"/>
              </a:spcAft>
              <a:tabLst>
                <a:tab pos="461963" algn="l"/>
                <a:tab pos="1828800" algn="l"/>
              </a:tabLst>
              <a:defRPr sz="2400">
                <a:solidFill>
                  <a:schemeClr val="tx1"/>
                </a:solidFill>
                <a:latin typeface="Times New Roman" charset="0"/>
                <a:ea typeface="ＭＳ Ｐゴシック" charset="0"/>
              </a:defRPr>
            </a:lvl8pPr>
            <a:lvl9pPr eaLnBrk="0" fontAlgn="base" hangingPunct="0">
              <a:spcBef>
                <a:spcPct val="0"/>
              </a:spcBef>
              <a:spcAft>
                <a:spcPct val="0"/>
              </a:spcAft>
              <a:tabLst>
                <a:tab pos="461963" algn="l"/>
                <a:tab pos="1828800" algn="l"/>
              </a:tabLst>
              <a:defRPr sz="2400">
                <a:solidFill>
                  <a:schemeClr val="tx1"/>
                </a:solidFill>
                <a:latin typeface="Times New Roman" charset="0"/>
                <a:ea typeface="ＭＳ Ｐゴシック" charset="0"/>
              </a:defRPr>
            </a:lvl9pPr>
          </a:lstStyle>
          <a:p>
            <a:pPr>
              <a:spcBef>
                <a:spcPct val="50000"/>
              </a:spcBef>
            </a:pPr>
            <a:r>
              <a:rPr lang="en-US" sz="1800" dirty="0"/>
              <a:t>Let	</a:t>
            </a:r>
            <a:r>
              <a:rPr lang="en-US" sz="1800" i="1" dirty="0" err="1"/>
              <a:t>S</a:t>
            </a:r>
            <a:r>
              <a:rPr lang="en-US" sz="1800" baseline="-25000" dirty="0" err="1"/>
              <a:t>ij</a:t>
            </a:r>
            <a:r>
              <a:rPr lang="en-US" sz="1800" dirty="0"/>
              <a:t> = Number of </a:t>
            </a:r>
            <a:r>
              <a:rPr lang="en-US" sz="1800" dirty="0" smtClean="0"/>
              <a:t>machines to </a:t>
            </a:r>
            <a:r>
              <a:rPr lang="en-US" sz="1800" dirty="0"/>
              <a:t>ship from </a:t>
            </a:r>
            <a:r>
              <a:rPr lang="en-US" sz="1800" i="1" dirty="0" err="1"/>
              <a:t>i</a:t>
            </a:r>
            <a:r>
              <a:rPr lang="en-US" sz="1800" i="1" dirty="0"/>
              <a:t> </a:t>
            </a:r>
            <a:r>
              <a:rPr lang="en-US" sz="1800" dirty="0"/>
              <a:t>to </a:t>
            </a:r>
            <a:r>
              <a:rPr lang="en-US" sz="1800" i="1" dirty="0"/>
              <a:t>j</a:t>
            </a:r>
            <a:r>
              <a:rPr lang="en-US" sz="1800" dirty="0"/>
              <a:t> (</a:t>
            </a:r>
            <a:r>
              <a:rPr lang="en-US" sz="1800" i="1" dirty="0" err="1"/>
              <a:t>i</a:t>
            </a:r>
            <a:r>
              <a:rPr lang="en-US" sz="1800" i="1" dirty="0"/>
              <a:t> = </a:t>
            </a:r>
            <a:r>
              <a:rPr lang="en-US" sz="1800" dirty="0"/>
              <a:t>F1, F2;  </a:t>
            </a:r>
            <a:r>
              <a:rPr lang="en-US" sz="1800" i="1" dirty="0"/>
              <a:t>j</a:t>
            </a:r>
            <a:r>
              <a:rPr lang="en-US" sz="1800" dirty="0"/>
              <a:t> = C1, C2, C3).</a:t>
            </a:r>
            <a:br>
              <a:rPr lang="en-US" sz="1800" dirty="0"/>
            </a:br>
            <a:r>
              <a:rPr lang="en-US" sz="1800" dirty="0"/>
              <a:t/>
            </a:r>
            <a:br>
              <a:rPr lang="en-US" sz="1800" dirty="0"/>
            </a:br>
            <a:r>
              <a:rPr lang="en-US" sz="1800" dirty="0"/>
              <a:t>Minimize Cost = $700</a:t>
            </a:r>
            <a:r>
              <a:rPr lang="en-US" sz="1800" i="1" dirty="0"/>
              <a:t>S</a:t>
            </a:r>
            <a:r>
              <a:rPr lang="en-US" sz="1800" baseline="-25000" dirty="0"/>
              <a:t>F1-C1</a:t>
            </a:r>
            <a:r>
              <a:rPr lang="en-US" sz="1800" dirty="0"/>
              <a:t> + $900</a:t>
            </a:r>
            <a:r>
              <a:rPr lang="en-US" sz="1800" i="1" dirty="0"/>
              <a:t>S</a:t>
            </a:r>
            <a:r>
              <a:rPr lang="en-US" sz="1800" baseline="-25000" dirty="0"/>
              <a:t>F1-C2</a:t>
            </a:r>
            <a:r>
              <a:rPr lang="en-US" sz="1800" dirty="0"/>
              <a:t> + $800</a:t>
            </a:r>
            <a:r>
              <a:rPr lang="en-US" sz="1800" i="1" dirty="0"/>
              <a:t>S</a:t>
            </a:r>
            <a:r>
              <a:rPr lang="en-US" sz="1800" baseline="-25000" dirty="0"/>
              <a:t>F1-C3</a:t>
            </a:r>
            <a:r>
              <a:rPr lang="en-US" sz="1800" dirty="0"/>
              <a:t> </a:t>
            </a:r>
            <a:br>
              <a:rPr lang="en-US" sz="1800" dirty="0"/>
            </a:br>
            <a:r>
              <a:rPr lang="en-US" sz="1800" dirty="0"/>
              <a:t>		+ $800</a:t>
            </a:r>
            <a:r>
              <a:rPr lang="en-US" sz="1800" i="1" dirty="0"/>
              <a:t>S</a:t>
            </a:r>
            <a:r>
              <a:rPr lang="en-US" sz="1800" baseline="-25000" dirty="0"/>
              <a:t>F2-C1</a:t>
            </a:r>
            <a:r>
              <a:rPr lang="en-US" sz="1800" dirty="0"/>
              <a:t> + $900</a:t>
            </a:r>
            <a:r>
              <a:rPr lang="en-US" sz="1800" i="1" dirty="0"/>
              <a:t>S</a:t>
            </a:r>
            <a:r>
              <a:rPr lang="en-US" sz="1800" baseline="-25000" dirty="0"/>
              <a:t>F2-C2</a:t>
            </a:r>
            <a:r>
              <a:rPr lang="en-US" sz="1800" dirty="0"/>
              <a:t> + $700</a:t>
            </a:r>
            <a:r>
              <a:rPr lang="en-US" sz="1800" i="1" dirty="0"/>
              <a:t>S</a:t>
            </a:r>
            <a:r>
              <a:rPr lang="en-US" sz="1800" baseline="-25000" dirty="0"/>
              <a:t>F2-C3</a:t>
            </a:r>
            <a:r>
              <a:rPr lang="en-US" sz="1800" dirty="0"/>
              <a:t/>
            </a:r>
            <a:br>
              <a:rPr lang="en-US" sz="1800" dirty="0"/>
            </a:br>
            <a:endParaRPr lang="en-US" sz="1800" dirty="0"/>
          </a:p>
          <a:p>
            <a:pPr>
              <a:spcBef>
                <a:spcPct val="50000"/>
              </a:spcBef>
            </a:pPr>
            <a:r>
              <a:rPr lang="en-US" sz="1800" dirty="0"/>
              <a:t>subject to</a:t>
            </a:r>
            <a:br>
              <a:rPr lang="en-US" sz="1800" dirty="0"/>
            </a:br>
            <a:r>
              <a:rPr lang="en-US" sz="1800" dirty="0"/>
              <a:t>		</a:t>
            </a:r>
            <a:r>
              <a:rPr lang="en-US" sz="1800" i="1" dirty="0"/>
              <a:t>S</a:t>
            </a:r>
            <a:r>
              <a:rPr lang="en-US" sz="1800" baseline="-25000" dirty="0"/>
              <a:t>F1-C1</a:t>
            </a:r>
            <a:r>
              <a:rPr lang="en-US" sz="1800" dirty="0"/>
              <a:t> + </a:t>
            </a:r>
            <a:r>
              <a:rPr lang="en-US" sz="1800" i="1" dirty="0"/>
              <a:t>S</a:t>
            </a:r>
            <a:r>
              <a:rPr lang="en-US" sz="1800" baseline="-25000" dirty="0"/>
              <a:t>F1-C2</a:t>
            </a:r>
            <a:r>
              <a:rPr lang="en-US" sz="1800" dirty="0"/>
              <a:t> + </a:t>
            </a:r>
            <a:r>
              <a:rPr lang="en-US" sz="1800" i="1" dirty="0"/>
              <a:t>S</a:t>
            </a:r>
            <a:r>
              <a:rPr lang="en-US" sz="1800" baseline="-25000" dirty="0"/>
              <a:t>F1-C3</a:t>
            </a:r>
            <a:r>
              <a:rPr lang="en-US" sz="1800" dirty="0"/>
              <a:t> = 12</a:t>
            </a:r>
            <a:br>
              <a:rPr lang="en-US" sz="1800" dirty="0"/>
            </a:br>
            <a:r>
              <a:rPr lang="en-US" sz="1800" dirty="0"/>
              <a:t>		</a:t>
            </a:r>
            <a:r>
              <a:rPr lang="en-US" sz="1800" i="1" dirty="0"/>
              <a:t>S</a:t>
            </a:r>
            <a:r>
              <a:rPr lang="en-US" sz="1800" baseline="-25000" dirty="0"/>
              <a:t>F2-C1</a:t>
            </a:r>
            <a:r>
              <a:rPr lang="en-US" sz="1800" dirty="0"/>
              <a:t> + </a:t>
            </a:r>
            <a:r>
              <a:rPr lang="en-US" sz="1800" i="1" dirty="0"/>
              <a:t>S</a:t>
            </a:r>
            <a:r>
              <a:rPr lang="en-US" sz="1800" baseline="-25000" dirty="0"/>
              <a:t>F2-C2</a:t>
            </a:r>
            <a:r>
              <a:rPr lang="en-US" sz="1800" dirty="0"/>
              <a:t> + </a:t>
            </a:r>
            <a:r>
              <a:rPr lang="en-US" sz="1800" i="1" dirty="0"/>
              <a:t>S</a:t>
            </a:r>
            <a:r>
              <a:rPr lang="en-US" sz="1800" baseline="-25000" dirty="0"/>
              <a:t>F2-C3</a:t>
            </a:r>
            <a:r>
              <a:rPr lang="en-US" sz="1800" dirty="0"/>
              <a:t> = 15</a:t>
            </a:r>
            <a:br>
              <a:rPr lang="en-US" sz="1800" dirty="0"/>
            </a:br>
            <a:r>
              <a:rPr lang="en-US" sz="1800" dirty="0"/>
              <a:t>		</a:t>
            </a:r>
            <a:r>
              <a:rPr lang="en-US" sz="1800" i="1" dirty="0"/>
              <a:t>S</a:t>
            </a:r>
            <a:r>
              <a:rPr lang="en-US" sz="1800" baseline="-25000" dirty="0"/>
              <a:t>F1-C1</a:t>
            </a:r>
            <a:r>
              <a:rPr lang="en-US" sz="1800" dirty="0"/>
              <a:t> + </a:t>
            </a:r>
            <a:r>
              <a:rPr lang="en-US" sz="1800" i="1" dirty="0"/>
              <a:t>S</a:t>
            </a:r>
            <a:r>
              <a:rPr lang="en-US" sz="1800" baseline="-25000" dirty="0"/>
              <a:t>F2-C1</a:t>
            </a:r>
            <a:r>
              <a:rPr lang="en-US" sz="1800" dirty="0"/>
              <a:t> = 10</a:t>
            </a:r>
            <a:br>
              <a:rPr lang="en-US" sz="1800" dirty="0"/>
            </a:br>
            <a:r>
              <a:rPr lang="en-US" sz="1800" dirty="0"/>
              <a:t>		</a:t>
            </a:r>
            <a:r>
              <a:rPr lang="en-US" sz="1800" i="1" dirty="0"/>
              <a:t>S</a:t>
            </a:r>
            <a:r>
              <a:rPr lang="en-US" sz="1800" baseline="-25000" dirty="0"/>
              <a:t>F1-C2</a:t>
            </a:r>
            <a:r>
              <a:rPr lang="en-US" sz="1800" dirty="0"/>
              <a:t> + </a:t>
            </a:r>
            <a:r>
              <a:rPr lang="en-US" sz="1800" i="1" dirty="0"/>
              <a:t>S</a:t>
            </a:r>
            <a:r>
              <a:rPr lang="en-US" sz="1800" baseline="-25000" dirty="0"/>
              <a:t>F2-C2</a:t>
            </a:r>
            <a:r>
              <a:rPr lang="en-US" sz="1800" dirty="0"/>
              <a:t> = 8</a:t>
            </a:r>
            <a:br>
              <a:rPr lang="en-US" sz="1800" dirty="0"/>
            </a:br>
            <a:r>
              <a:rPr lang="en-US" sz="1800" dirty="0"/>
              <a:t>		</a:t>
            </a:r>
            <a:r>
              <a:rPr lang="en-US" sz="1800" i="1" dirty="0"/>
              <a:t>S</a:t>
            </a:r>
            <a:r>
              <a:rPr lang="en-US" sz="1800" baseline="-25000" dirty="0"/>
              <a:t>F1-C3</a:t>
            </a:r>
            <a:r>
              <a:rPr lang="en-US" sz="1800" dirty="0"/>
              <a:t> + </a:t>
            </a:r>
            <a:r>
              <a:rPr lang="en-US" sz="1800" i="1" dirty="0"/>
              <a:t>S</a:t>
            </a:r>
            <a:r>
              <a:rPr lang="en-US" sz="1800" baseline="-25000" dirty="0"/>
              <a:t>F2-C3</a:t>
            </a:r>
            <a:r>
              <a:rPr lang="en-US" sz="1800" dirty="0"/>
              <a:t> = 9</a:t>
            </a:r>
            <a:br>
              <a:rPr lang="en-US" sz="1800" dirty="0"/>
            </a:br>
            <a:r>
              <a:rPr lang="en-US" sz="1800" dirty="0"/>
              <a:t>and</a:t>
            </a:r>
            <a:br>
              <a:rPr lang="en-US" sz="1800" dirty="0"/>
            </a:br>
            <a:r>
              <a:rPr lang="en-US" sz="1800" dirty="0"/>
              <a:t>	</a:t>
            </a:r>
            <a:r>
              <a:rPr lang="en-US" sz="1800" i="1" dirty="0" err="1"/>
              <a:t>S</a:t>
            </a:r>
            <a:r>
              <a:rPr lang="en-US" sz="1800" baseline="-25000" dirty="0" err="1"/>
              <a:t>ij</a:t>
            </a:r>
            <a:r>
              <a:rPr lang="en-US" sz="1800" dirty="0"/>
              <a:t> ≥ 0 (</a:t>
            </a:r>
            <a:r>
              <a:rPr lang="en-US" sz="1800" i="1" dirty="0" err="1"/>
              <a:t>i</a:t>
            </a:r>
            <a:r>
              <a:rPr lang="en-US" sz="1800" i="1" dirty="0"/>
              <a:t> = </a:t>
            </a:r>
            <a:r>
              <a:rPr lang="en-US" sz="1800" dirty="0"/>
              <a:t>F1, F2;  </a:t>
            </a:r>
            <a:r>
              <a:rPr lang="en-US" sz="1800" i="1" dirty="0"/>
              <a:t>j</a:t>
            </a:r>
            <a:r>
              <a:rPr lang="en-US" sz="1800" dirty="0"/>
              <a:t> = C1, C2, C3).</a:t>
            </a:r>
          </a:p>
        </p:txBody>
      </p:sp>
    </p:spTree>
    <p:extLst>
      <p:ext uri="{BB962C8B-B14F-4D97-AF65-F5344CB8AC3E}">
        <p14:creationId xmlns:p14="http://schemas.microsoft.com/office/powerpoint/2010/main" val="317107118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Rectangle 2"/>
          <p:cNvSpPr>
            <a:spLocks noGrp="1" noChangeArrowheads="1"/>
          </p:cNvSpPr>
          <p:nvPr>
            <p:ph type="title"/>
          </p:nvPr>
        </p:nvSpPr>
        <p:spPr/>
        <p:txBody>
          <a:bodyPr/>
          <a:lstStyle/>
          <a:p>
            <a:r>
              <a:rPr lang="en-US"/>
              <a:t>Algebraic Formulation</a:t>
            </a:r>
          </a:p>
        </p:txBody>
      </p:sp>
      <p:sp>
        <p:nvSpPr>
          <p:cNvPr id="199683" name="Text Box 3"/>
          <p:cNvSpPr txBox="1">
            <a:spLocks noChangeArrowheads="1"/>
          </p:cNvSpPr>
          <p:nvPr/>
        </p:nvSpPr>
        <p:spPr bwMode="auto">
          <a:xfrm>
            <a:off x="1143000" y="1752600"/>
            <a:ext cx="6705600" cy="3667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hangingPunct="0">
              <a:spcBef>
                <a:spcPct val="50000"/>
              </a:spcBef>
            </a:pPr>
            <a:endParaRPr lang="en-US" sz="1800"/>
          </a:p>
        </p:txBody>
      </p:sp>
      <p:sp>
        <p:nvSpPr>
          <p:cNvPr id="199684" name="Text Box 4"/>
          <p:cNvSpPr txBox="1">
            <a:spLocks noChangeArrowheads="1"/>
          </p:cNvSpPr>
          <p:nvPr/>
        </p:nvSpPr>
        <p:spPr bwMode="auto">
          <a:xfrm>
            <a:off x="838200" y="1676400"/>
            <a:ext cx="8305800" cy="38004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tabLst>
                <a:tab pos="461963" algn="l"/>
                <a:tab pos="1828800" algn="l"/>
              </a:tabLst>
              <a:defRPr sz="2400">
                <a:solidFill>
                  <a:schemeClr val="tx1"/>
                </a:solidFill>
                <a:latin typeface="Times New Roman" charset="0"/>
                <a:ea typeface="ＭＳ Ｐゴシック" charset="0"/>
              </a:defRPr>
            </a:lvl1pPr>
            <a:lvl2pPr eaLnBrk="0" hangingPunct="0">
              <a:tabLst>
                <a:tab pos="461963" algn="l"/>
                <a:tab pos="1828800" algn="l"/>
              </a:tabLst>
              <a:defRPr sz="2400">
                <a:solidFill>
                  <a:schemeClr val="tx1"/>
                </a:solidFill>
                <a:latin typeface="Times New Roman" charset="0"/>
                <a:ea typeface="ＭＳ Ｐゴシック" charset="0"/>
              </a:defRPr>
            </a:lvl2pPr>
            <a:lvl3pPr eaLnBrk="0" hangingPunct="0">
              <a:tabLst>
                <a:tab pos="461963" algn="l"/>
                <a:tab pos="1828800" algn="l"/>
              </a:tabLst>
              <a:defRPr sz="2400">
                <a:solidFill>
                  <a:schemeClr val="tx1"/>
                </a:solidFill>
                <a:latin typeface="Times New Roman" charset="0"/>
                <a:ea typeface="ＭＳ Ｐゴシック" charset="0"/>
              </a:defRPr>
            </a:lvl3pPr>
            <a:lvl4pPr eaLnBrk="0" hangingPunct="0">
              <a:tabLst>
                <a:tab pos="461963" algn="l"/>
                <a:tab pos="1828800" algn="l"/>
              </a:tabLst>
              <a:defRPr sz="2400">
                <a:solidFill>
                  <a:schemeClr val="tx1"/>
                </a:solidFill>
                <a:latin typeface="Times New Roman" charset="0"/>
                <a:ea typeface="ＭＳ Ｐゴシック" charset="0"/>
              </a:defRPr>
            </a:lvl4pPr>
            <a:lvl5pPr eaLnBrk="0" hangingPunct="0">
              <a:tabLst>
                <a:tab pos="461963" algn="l"/>
                <a:tab pos="1828800" algn="l"/>
              </a:tabLst>
              <a:defRPr sz="2400">
                <a:solidFill>
                  <a:schemeClr val="tx1"/>
                </a:solidFill>
                <a:latin typeface="Times New Roman" charset="0"/>
                <a:ea typeface="ＭＳ Ｐゴシック" charset="0"/>
              </a:defRPr>
            </a:lvl5pPr>
            <a:lvl6pPr eaLnBrk="0" fontAlgn="base" hangingPunct="0">
              <a:spcBef>
                <a:spcPct val="0"/>
              </a:spcBef>
              <a:spcAft>
                <a:spcPct val="0"/>
              </a:spcAft>
              <a:tabLst>
                <a:tab pos="461963" algn="l"/>
                <a:tab pos="1828800" algn="l"/>
              </a:tabLst>
              <a:defRPr sz="2400">
                <a:solidFill>
                  <a:schemeClr val="tx1"/>
                </a:solidFill>
                <a:latin typeface="Times New Roman" charset="0"/>
                <a:ea typeface="ＭＳ Ｐゴシック" charset="0"/>
              </a:defRPr>
            </a:lvl6pPr>
            <a:lvl7pPr eaLnBrk="0" fontAlgn="base" hangingPunct="0">
              <a:spcBef>
                <a:spcPct val="0"/>
              </a:spcBef>
              <a:spcAft>
                <a:spcPct val="0"/>
              </a:spcAft>
              <a:tabLst>
                <a:tab pos="461963" algn="l"/>
                <a:tab pos="1828800" algn="l"/>
              </a:tabLst>
              <a:defRPr sz="2400">
                <a:solidFill>
                  <a:schemeClr val="tx1"/>
                </a:solidFill>
                <a:latin typeface="Times New Roman" charset="0"/>
                <a:ea typeface="ＭＳ Ｐゴシック" charset="0"/>
              </a:defRPr>
            </a:lvl7pPr>
            <a:lvl8pPr eaLnBrk="0" fontAlgn="base" hangingPunct="0">
              <a:spcBef>
                <a:spcPct val="0"/>
              </a:spcBef>
              <a:spcAft>
                <a:spcPct val="0"/>
              </a:spcAft>
              <a:tabLst>
                <a:tab pos="461963" algn="l"/>
                <a:tab pos="1828800" algn="l"/>
              </a:tabLst>
              <a:defRPr sz="2400">
                <a:solidFill>
                  <a:schemeClr val="tx1"/>
                </a:solidFill>
                <a:latin typeface="Times New Roman" charset="0"/>
                <a:ea typeface="ＭＳ Ｐゴシック" charset="0"/>
              </a:defRPr>
            </a:lvl8pPr>
            <a:lvl9pPr eaLnBrk="0" fontAlgn="base" hangingPunct="0">
              <a:spcBef>
                <a:spcPct val="0"/>
              </a:spcBef>
              <a:spcAft>
                <a:spcPct val="0"/>
              </a:spcAft>
              <a:tabLst>
                <a:tab pos="461963" algn="l"/>
                <a:tab pos="1828800" algn="l"/>
              </a:tabLst>
              <a:defRPr sz="2400">
                <a:solidFill>
                  <a:schemeClr val="tx1"/>
                </a:solidFill>
                <a:latin typeface="Times New Roman" charset="0"/>
                <a:ea typeface="ＭＳ Ｐゴシック" charset="0"/>
              </a:defRPr>
            </a:lvl9pPr>
          </a:lstStyle>
          <a:p>
            <a:pPr>
              <a:spcBef>
                <a:spcPct val="50000"/>
              </a:spcBef>
            </a:pPr>
            <a:r>
              <a:rPr lang="en-US" sz="1800" dirty="0"/>
              <a:t>Let	</a:t>
            </a:r>
            <a:r>
              <a:rPr lang="en-US" sz="1800" i="1" dirty="0" err="1"/>
              <a:t>S</a:t>
            </a:r>
            <a:r>
              <a:rPr lang="en-US" sz="1800" baseline="-25000" dirty="0" err="1"/>
              <a:t>ij</a:t>
            </a:r>
            <a:r>
              <a:rPr lang="en-US" sz="1800" dirty="0"/>
              <a:t> = Number of </a:t>
            </a:r>
            <a:r>
              <a:rPr lang="en-US" sz="1800" dirty="0" smtClean="0"/>
              <a:t>machines </a:t>
            </a:r>
            <a:r>
              <a:rPr lang="en-US" sz="1800" dirty="0"/>
              <a:t>to ship from </a:t>
            </a:r>
            <a:r>
              <a:rPr lang="en-US" sz="1800" i="1" dirty="0" err="1"/>
              <a:t>i</a:t>
            </a:r>
            <a:r>
              <a:rPr lang="en-US" sz="1800" i="1" dirty="0"/>
              <a:t> </a:t>
            </a:r>
            <a:r>
              <a:rPr lang="en-US" sz="1800" dirty="0"/>
              <a:t>to </a:t>
            </a:r>
            <a:r>
              <a:rPr lang="en-US" sz="1800" i="1" dirty="0"/>
              <a:t>j</a:t>
            </a:r>
            <a:r>
              <a:rPr lang="en-US" sz="1800" dirty="0"/>
              <a:t> (</a:t>
            </a:r>
            <a:r>
              <a:rPr lang="en-US" sz="1800" i="1" dirty="0" err="1"/>
              <a:t>i</a:t>
            </a:r>
            <a:r>
              <a:rPr lang="en-US" sz="1800" i="1" dirty="0"/>
              <a:t> = </a:t>
            </a:r>
            <a:r>
              <a:rPr lang="en-US" sz="1800" dirty="0"/>
              <a:t>F1, F2;  </a:t>
            </a:r>
            <a:r>
              <a:rPr lang="en-US" sz="1800" i="1" dirty="0"/>
              <a:t>j</a:t>
            </a:r>
            <a:r>
              <a:rPr lang="en-US" sz="1800" dirty="0"/>
              <a:t> = C1, C2, C3).</a:t>
            </a:r>
            <a:br>
              <a:rPr lang="en-US" sz="1800" dirty="0"/>
            </a:br>
            <a:r>
              <a:rPr lang="en-US" sz="1800" dirty="0"/>
              <a:t/>
            </a:r>
            <a:br>
              <a:rPr lang="en-US" sz="1800" dirty="0"/>
            </a:br>
            <a:r>
              <a:rPr lang="en-US" sz="1800" dirty="0"/>
              <a:t>Minimize Cost = $700</a:t>
            </a:r>
            <a:r>
              <a:rPr lang="en-US" sz="1800" i="1" dirty="0"/>
              <a:t>S</a:t>
            </a:r>
            <a:r>
              <a:rPr lang="en-US" sz="1800" baseline="-25000" dirty="0"/>
              <a:t>F1-C1</a:t>
            </a:r>
            <a:r>
              <a:rPr lang="en-US" sz="1800" dirty="0"/>
              <a:t> + $900</a:t>
            </a:r>
            <a:r>
              <a:rPr lang="en-US" sz="1800" i="1" dirty="0"/>
              <a:t>S</a:t>
            </a:r>
            <a:r>
              <a:rPr lang="en-US" sz="1800" baseline="-25000" dirty="0"/>
              <a:t>F1-C2</a:t>
            </a:r>
            <a:r>
              <a:rPr lang="en-US" sz="1800" dirty="0"/>
              <a:t> + $800</a:t>
            </a:r>
            <a:r>
              <a:rPr lang="en-US" sz="1800" i="1" dirty="0"/>
              <a:t>S</a:t>
            </a:r>
            <a:r>
              <a:rPr lang="en-US" sz="1800" baseline="-25000" dirty="0"/>
              <a:t>F1-C3</a:t>
            </a:r>
            <a:r>
              <a:rPr lang="en-US" sz="1800" dirty="0"/>
              <a:t> </a:t>
            </a:r>
            <a:br>
              <a:rPr lang="en-US" sz="1800" dirty="0"/>
            </a:br>
            <a:r>
              <a:rPr lang="en-US" sz="1800" dirty="0"/>
              <a:t>		+ $800</a:t>
            </a:r>
            <a:r>
              <a:rPr lang="en-US" sz="1800" i="1" dirty="0"/>
              <a:t>S</a:t>
            </a:r>
            <a:r>
              <a:rPr lang="en-US" sz="1800" baseline="-25000" dirty="0"/>
              <a:t>F2-C1</a:t>
            </a:r>
            <a:r>
              <a:rPr lang="en-US" sz="1800" dirty="0"/>
              <a:t> + $900</a:t>
            </a:r>
            <a:r>
              <a:rPr lang="en-US" sz="1800" i="1" dirty="0"/>
              <a:t>S</a:t>
            </a:r>
            <a:r>
              <a:rPr lang="en-US" sz="1800" baseline="-25000" dirty="0"/>
              <a:t>F2-C2</a:t>
            </a:r>
            <a:r>
              <a:rPr lang="en-US" sz="1800" dirty="0"/>
              <a:t> + $700</a:t>
            </a:r>
            <a:r>
              <a:rPr lang="en-US" sz="1800" i="1" dirty="0"/>
              <a:t>S</a:t>
            </a:r>
            <a:r>
              <a:rPr lang="en-US" sz="1800" baseline="-25000" dirty="0"/>
              <a:t>F2-C3</a:t>
            </a:r>
            <a:r>
              <a:rPr lang="en-US" sz="1800" dirty="0"/>
              <a:t/>
            </a:r>
            <a:br>
              <a:rPr lang="en-US" sz="1800" dirty="0"/>
            </a:br>
            <a:endParaRPr lang="en-US" sz="1800" dirty="0"/>
          </a:p>
          <a:p>
            <a:pPr>
              <a:spcBef>
                <a:spcPct val="50000"/>
              </a:spcBef>
            </a:pPr>
            <a:r>
              <a:rPr lang="en-US" sz="1800" dirty="0"/>
              <a:t>subject to</a:t>
            </a:r>
            <a:br>
              <a:rPr lang="en-US" sz="1800" dirty="0"/>
            </a:br>
            <a:r>
              <a:rPr lang="en-US" sz="1800" dirty="0"/>
              <a:t>	Factory 1:	</a:t>
            </a:r>
            <a:r>
              <a:rPr lang="en-US" sz="1800" i="1" dirty="0"/>
              <a:t>S</a:t>
            </a:r>
            <a:r>
              <a:rPr lang="en-US" sz="1800" baseline="-25000" dirty="0"/>
              <a:t>F1-C1</a:t>
            </a:r>
            <a:r>
              <a:rPr lang="en-US" sz="1800" dirty="0"/>
              <a:t> + </a:t>
            </a:r>
            <a:r>
              <a:rPr lang="en-US" sz="1800" i="1" dirty="0"/>
              <a:t>S</a:t>
            </a:r>
            <a:r>
              <a:rPr lang="en-US" sz="1800" baseline="-25000" dirty="0"/>
              <a:t>F1-C2</a:t>
            </a:r>
            <a:r>
              <a:rPr lang="en-US" sz="1800" dirty="0"/>
              <a:t> + </a:t>
            </a:r>
            <a:r>
              <a:rPr lang="en-US" sz="1800" i="1" dirty="0"/>
              <a:t>S</a:t>
            </a:r>
            <a:r>
              <a:rPr lang="en-US" sz="1800" baseline="-25000" dirty="0"/>
              <a:t>F1-C3</a:t>
            </a:r>
            <a:r>
              <a:rPr lang="en-US" sz="1800" dirty="0"/>
              <a:t> = 12</a:t>
            </a:r>
            <a:br>
              <a:rPr lang="en-US" sz="1800" dirty="0"/>
            </a:br>
            <a:r>
              <a:rPr lang="en-US" sz="1800" dirty="0"/>
              <a:t>	Factory 2:	</a:t>
            </a:r>
            <a:r>
              <a:rPr lang="en-US" sz="1800" i="1" dirty="0"/>
              <a:t>S</a:t>
            </a:r>
            <a:r>
              <a:rPr lang="en-US" sz="1800" baseline="-25000" dirty="0"/>
              <a:t>F2-C1</a:t>
            </a:r>
            <a:r>
              <a:rPr lang="en-US" sz="1800" dirty="0"/>
              <a:t> + </a:t>
            </a:r>
            <a:r>
              <a:rPr lang="en-US" sz="1800" i="1" dirty="0"/>
              <a:t>S</a:t>
            </a:r>
            <a:r>
              <a:rPr lang="en-US" sz="1800" baseline="-25000" dirty="0"/>
              <a:t>F2-C2</a:t>
            </a:r>
            <a:r>
              <a:rPr lang="en-US" sz="1800" dirty="0"/>
              <a:t> + </a:t>
            </a:r>
            <a:r>
              <a:rPr lang="en-US" sz="1800" i="1" dirty="0"/>
              <a:t>S</a:t>
            </a:r>
            <a:r>
              <a:rPr lang="en-US" sz="1800" baseline="-25000" dirty="0"/>
              <a:t>F2-C3</a:t>
            </a:r>
            <a:r>
              <a:rPr lang="en-US" sz="1800" dirty="0"/>
              <a:t> = 15</a:t>
            </a:r>
            <a:br>
              <a:rPr lang="en-US" sz="1800" dirty="0"/>
            </a:br>
            <a:r>
              <a:rPr lang="en-US" sz="1800" dirty="0"/>
              <a:t>	Customer 1:	</a:t>
            </a:r>
            <a:r>
              <a:rPr lang="en-US" sz="1800" i="1" dirty="0"/>
              <a:t>S</a:t>
            </a:r>
            <a:r>
              <a:rPr lang="en-US" sz="1800" baseline="-25000" dirty="0"/>
              <a:t>F1-C1</a:t>
            </a:r>
            <a:r>
              <a:rPr lang="en-US" sz="1800" dirty="0"/>
              <a:t> + </a:t>
            </a:r>
            <a:r>
              <a:rPr lang="en-US" sz="1800" i="1" dirty="0"/>
              <a:t>S</a:t>
            </a:r>
            <a:r>
              <a:rPr lang="en-US" sz="1800" baseline="-25000" dirty="0"/>
              <a:t>F2-C1</a:t>
            </a:r>
            <a:r>
              <a:rPr lang="en-US" sz="1800" dirty="0"/>
              <a:t> = 10</a:t>
            </a:r>
            <a:br>
              <a:rPr lang="en-US" sz="1800" dirty="0"/>
            </a:br>
            <a:r>
              <a:rPr lang="en-US" sz="1800" dirty="0"/>
              <a:t>	Customer 2:	</a:t>
            </a:r>
            <a:r>
              <a:rPr lang="en-US" sz="1800" i="1" dirty="0"/>
              <a:t>S</a:t>
            </a:r>
            <a:r>
              <a:rPr lang="en-US" sz="1800" baseline="-25000" dirty="0"/>
              <a:t>F1-C2</a:t>
            </a:r>
            <a:r>
              <a:rPr lang="en-US" sz="1800" dirty="0"/>
              <a:t> + </a:t>
            </a:r>
            <a:r>
              <a:rPr lang="en-US" sz="1800" i="1" dirty="0"/>
              <a:t>S</a:t>
            </a:r>
            <a:r>
              <a:rPr lang="en-US" sz="1800" baseline="-25000" dirty="0"/>
              <a:t>F2-C2</a:t>
            </a:r>
            <a:r>
              <a:rPr lang="en-US" sz="1800" dirty="0"/>
              <a:t> = 8</a:t>
            </a:r>
            <a:br>
              <a:rPr lang="en-US" sz="1800" dirty="0"/>
            </a:br>
            <a:r>
              <a:rPr lang="en-US" sz="1800" dirty="0"/>
              <a:t>	Customer 3:	</a:t>
            </a:r>
            <a:r>
              <a:rPr lang="en-US" sz="1800" i="1" dirty="0"/>
              <a:t>S</a:t>
            </a:r>
            <a:r>
              <a:rPr lang="en-US" sz="1800" baseline="-25000" dirty="0"/>
              <a:t>F1-C3</a:t>
            </a:r>
            <a:r>
              <a:rPr lang="en-US" sz="1800" dirty="0"/>
              <a:t> + </a:t>
            </a:r>
            <a:r>
              <a:rPr lang="en-US" sz="1800" i="1" dirty="0"/>
              <a:t>S</a:t>
            </a:r>
            <a:r>
              <a:rPr lang="en-US" sz="1800" baseline="-25000" dirty="0"/>
              <a:t>F2-C3</a:t>
            </a:r>
            <a:r>
              <a:rPr lang="en-US" sz="1800" dirty="0"/>
              <a:t> = 9</a:t>
            </a:r>
            <a:br>
              <a:rPr lang="en-US" sz="1800" dirty="0"/>
            </a:br>
            <a:r>
              <a:rPr lang="en-US" sz="1800" dirty="0"/>
              <a:t>and</a:t>
            </a:r>
            <a:br>
              <a:rPr lang="en-US" sz="1800" dirty="0"/>
            </a:br>
            <a:r>
              <a:rPr lang="en-US" sz="1800" dirty="0"/>
              <a:t>	</a:t>
            </a:r>
            <a:r>
              <a:rPr lang="en-US" sz="1800" i="1" dirty="0" err="1"/>
              <a:t>S</a:t>
            </a:r>
            <a:r>
              <a:rPr lang="en-US" sz="1800" baseline="-25000" dirty="0" err="1"/>
              <a:t>ij</a:t>
            </a:r>
            <a:r>
              <a:rPr lang="en-US" sz="1800" dirty="0"/>
              <a:t> ≥ 0 (</a:t>
            </a:r>
            <a:r>
              <a:rPr lang="en-US" sz="1800" i="1" dirty="0" err="1"/>
              <a:t>i</a:t>
            </a:r>
            <a:r>
              <a:rPr lang="en-US" sz="1800" i="1" dirty="0"/>
              <a:t> = </a:t>
            </a:r>
            <a:r>
              <a:rPr lang="en-US" sz="1800" dirty="0"/>
              <a:t>F1, F2;  </a:t>
            </a:r>
            <a:r>
              <a:rPr lang="en-US" sz="1800" i="1" dirty="0"/>
              <a:t>j</a:t>
            </a:r>
            <a:r>
              <a:rPr lang="en-US" sz="1800" dirty="0"/>
              <a:t> = C1, C2, C3).</a:t>
            </a:r>
          </a:p>
        </p:txBody>
      </p:sp>
    </p:spTree>
    <p:extLst>
      <p:ext uri="{BB962C8B-B14F-4D97-AF65-F5344CB8AC3E}">
        <p14:creationId xmlns:p14="http://schemas.microsoft.com/office/powerpoint/2010/main" val="244350817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2963333"/>
            <a:ext cx="7467600" cy="1143000"/>
          </a:xfrm>
        </p:spPr>
        <p:txBody>
          <a:bodyPr/>
          <a:lstStyle/>
          <a:p>
            <a:r>
              <a:rPr lang="en-US" dirty="0" smtClean="0"/>
              <a:t>Terminology and Notation</a:t>
            </a:r>
            <a:endParaRPr lang="en-US" dirty="0"/>
          </a:p>
        </p:txBody>
      </p:sp>
      <p:sp>
        <p:nvSpPr>
          <p:cNvPr id="4" name="Slide Number Placeholder 3"/>
          <p:cNvSpPr>
            <a:spLocks noGrp="1"/>
          </p:cNvSpPr>
          <p:nvPr>
            <p:ph type="sldNum" sz="quarter" idx="12"/>
          </p:nvPr>
        </p:nvSpPr>
        <p:spPr/>
        <p:txBody>
          <a:bodyPr/>
          <a:lstStyle/>
          <a:p>
            <a:pPr>
              <a:defRPr/>
            </a:pPr>
            <a:fld id="{25C01281-228F-4149-A4EC-55A2643618CD}" type="slidenum">
              <a:rPr lang="en-US" smtClean="0"/>
              <a:pPr>
                <a:defRPr/>
              </a:pPr>
              <a:t>28</a:t>
            </a:fld>
            <a:endParaRPr lang="en-US"/>
          </a:p>
        </p:txBody>
      </p:sp>
    </p:spTree>
    <p:extLst>
      <p:ext uri="{BB962C8B-B14F-4D97-AF65-F5344CB8AC3E}">
        <p14:creationId xmlns:p14="http://schemas.microsoft.com/office/powerpoint/2010/main" val="3615697502"/>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0050" name="Rectangle 2"/>
          <p:cNvSpPr>
            <a:spLocks noGrp="1" noChangeArrowheads="1"/>
          </p:cNvSpPr>
          <p:nvPr>
            <p:ph type="title"/>
          </p:nvPr>
        </p:nvSpPr>
        <p:spPr>
          <a:xfrm>
            <a:off x="685800" y="0"/>
            <a:ext cx="7772400" cy="1143000"/>
          </a:xfrm>
        </p:spPr>
        <p:txBody>
          <a:bodyPr/>
          <a:lstStyle/>
          <a:p>
            <a:r>
              <a:rPr lang="en-US" sz="3200" b="1">
                <a:cs typeface="Times New Roman" charset="0"/>
              </a:rPr>
              <a:t>Terminology of solutions in LP model</a:t>
            </a:r>
            <a:r>
              <a:rPr lang="en-US" sz="3600" b="1">
                <a:cs typeface="Times New Roman" charset="0"/>
              </a:rPr>
              <a:t/>
            </a:r>
            <a:br>
              <a:rPr lang="en-US" sz="3600" b="1">
                <a:cs typeface="Times New Roman" charset="0"/>
              </a:rPr>
            </a:br>
            <a:endParaRPr lang="en-US" sz="3600" b="1">
              <a:cs typeface="Times New Roman" charset="0"/>
            </a:endParaRPr>
          </a:p>
        </p:txBody>
      </p:sp>
      <p:sp>
        <p:nvSpPr>
          <p:cNvPr id="130051" name="Rectangle 3"/>
          <p:cNvSpPr>
            <a:spLocks noGrp="1" noChangeArrowheads="1"/>
          </p:cNvSpPr>
          <p:nvPr>
            <p:ph type="body" idx="1"/>
          </p:nvPr>
        </p:nvSpPr>
        <p:spPr>
          <a:xfrm>
            <a:off x="228600" y="694346"/>
            <a:ext cx="8915400" cy="4114800"/>
          </a:xfrm>
        </p:spPr>
        <p:txBody>
          <a:bodyPr/>
          <a:lstStyle/>
          <a:p>
            <a:pPr>
              <a:lnSpc>
                <a:spcPct val="90000"/>
              </a:lnSpc>
            </a:pPr>
            <a:r>
              <a:rPr lang="en-US" sz="2400" dirty="0">
                <a:cs typeface="Times New Roman" charset="0"/>
              </a:rPr>
              <a:t>Solution – not necessarily  the final answer to the problem!!!</a:t>
            </a:r>
            <a:r>
              <a:rPr lang="en-US" sz="2800" dirty="0">
                <a:cs typeface="Times New Roman" charset="0"/>
              </a:rPr>
              <a:t>  </a:t>
            </a:r>
          </a:p>
          <a:p>
            <a:pPr>
              <a:lnSpc>
                <a:spcPct val="90000"/>
              </a:lnSpc>
            </a:pPr>
            <a:r>
              <a:rPr lang="en-US" sz="2400" dirty="0"/>
              <a:t>Feasible solution – solution that satisfies all the constraints</a:t>
            </a:r>
          </a:p>
          <a:p>
            <a:pPr>
              <a:lnSpc>
                <a:spcPct val="90000"/>
              </a:lnSpc>
            </a:pPr>
            <a:r>
              <a:rPr lang="en-US" sz="2400" dirty="0"/>
              <a:t>Infeasible solution – solution for which at least one of the constraints is violated</a:t>
            </a:r>
            <a:endParaRPr lang="en-US" sz="2400" dirty="0">
              <a:cs typeface="Times New Roman" charset="0"/>
            </a:endParaRPr>
          </a:p>
          <a:p>
            <a:pPr>
              <a:lnSpc>
                <a:spcPct val="90000"/>
              </a:lnSpc>
            </a:pPr>
            <a:r>
              <a:rPr lang="en-US" sz="2400" dirty="0"/>
              <a:t>Feasible region – set of all points that satisfies all the constraints (possible to have a problem without any feasible solutions)</a:t>
            </a:r>
          </a:p>
          <a:p>
            <a:pPr>
              <a:lnSpc>
                <a:spcPct val="90000"/>
              </a:lnSpc>
            </a:pPr>
            <a:r>
              <a:rPr lang="en-US" sz="2400" dirty="0"/>
              <a:t>Binding constraint – the left-hand side and the right-hand side of the constraint are equal, I.e., constraint is satisfied in equality. Otherwise the constraint is nonbinding.</a:t>
            </a:r>
            <a:endParaRPr lang="en-US" sz="2400" dirty="0">
              <a:cs typeface="Times New Roman" charset="0"/>
            </a:endParaRPr>
          </a:p>
          <a:p>
            <a:pPr>
              <a:lnSpc>
                <a:spcPct val="90000"/>
              </a:lnSpc>
            </a:pPr>
            <a:r>
              <a:rPr lang="en-US" sz="2400" dirty="0"/>
              <a:t>Optimal solution – feasible solution that has the best value of the objective function.</a:t>
            </a:r>
            <a:endParaRPr lang="en-US" sz="2400" dirty="0">
              <a:cs typeface="Times New Roman" charset="0"/>
            </a:endParaRPr>
          </a:p>
          <a:p>
            <a:pPr>
              <a:lnSpc>
                <a:spcPct val="90000"/>
              </a:lnSpc>
              <a:buFontTx/>
              <a:buNone/>
            </a:pPr>
            <a:r>
              <a:rPr lang="en-US" sz="2400" dirty="0">
                <a:cs typeface="Times New Roman" charset="0"/>
              </a:rPr>
              <a:t>		Largest value </a:t>
            </a:r>
            <a:r>
              <a:rPr lang="en-US" sz="2400" dirty="0">
                <a:cs typeface="Times New Roman" charset="0"/>
                <a:sym typeface="Wingdings" charset="0"/>
              </a:rPr>
              <a:t></a:t>
            </a:r>
            <a:r>
              <a:rPr lang="en-US" sz="2400" dirty="0">
                <a:cs typeface="Times New Roman" charset="0"/>
              </a:rPr>
              <a:t>  maximization problems</a:t>
            </a:r>
          </a:p>
          <a:p>
            <a:pPr>
              <a:lnSpc>
                <a:spcPct val="90000"/>
              </a:lnSpc>
              <a:buFontTx/>
              <a:buNone/>
            </a:pPr>
            <a:r>
              <a:rPr lang="en-US" sz="2400" dirty="0">
                <a:cs typeface="Times New Roman" charset="0"/>
              </a:rPr>
              <a:t>		Smallest value </a:t>
            </a:r>
            <a:r>
              <a:rPr lang="en-US" sz="2400" dirty="0">
                <a:cs typeface="Times New Roman" charset="0"/>
                <a:sym typeface="Wingdings" charset="0"/>
              </a:rPr>
              <a:t></a:t>
            </a:r>
            <a:r>
              <a:rPr lang="en-US" sz="2400" dirty="0">
                <a:cs typeface="Times New Roman" charset="0"/>
              </a:rPr>
              <a:t> minimization problems</a:t>
            </a:r>
          </a:p>
          <a:p>
            <a:pPr>
              <a:lnSpc>
                <a:spcPct val="90000"/>
              </a:lnSpc>
            </a:pPr>
            <a:r>
              <a:rPr lang="en-US" sz="2400" dirty="0"/>
              <a:t>Multiple optimal </a:t>
            </a:r>
            <a:r>
              <a:rPr lang="en-US" sz="2400" dirty="0" smtClean="0"/>
              <a:t>solutions</a:t>
            </a:r>
            <a:r>
              <a:rPr lang="en-US" sz="2400" dirty="0" smtClean="0">
                <a:cs typeface="Times New Roman" charset="0"/>
              </a:rPr>
              <a:t>, </a:t>
            </a:r>
            <a:r>
              <a:rPr lang="en-US" sz="2400" dirty="0"/>
              <a:t>n</a:t>
            </a:r>
            <a:r>
              <a:rPr lang="en-US" sz="2400" dirty="0" smtClean="0"/>
              <a:t>o </a:t>
            </a:r>
            <a:r>
              <a:rPr lang="en-US" sz="2400" dirty="0"/>
              <a:t>optimal </a:t>
            </a:r>
            <a:r>
              <a:rPr lang="en-US" sz="2400" dirty="0" smtClean="0"/>
              <a:t>solutions</a:t>
            </a:r>
            <a:r>
              <a:rPr lang="en-US" sz="2400" dirty="0" smtClean="0">
                <a:cs typeface="Times New Roman" charset="0"/>
              </a:rPr>
              <a:t>, </a:t>
            </a:r>
            <a:r>
              <a:rPr lang="en-US" sz="2400" dirty="0" smtClean="0"/>
              <a:t>unbounded </a:t>
            </a:r>
            <a:r>
              <a:rPr lang="en-US" sz="2400" dirty="0"/>
              <a:t>Z</a:t>
            </a:r>
            <a:endParaRPr lang="en-US" sz="2400" dirty="0">
              <a:cs typeface="Times New Roman" charset="0"/>
            </a:endParaRPr>
          </a:p>
        </p:txBody>
      </p:sp>
    </p:spTree>
    <p:extLst>
      <p:ext uri="{BB962C8B-B14F-4D97-AF65-F5344CB8AC3E}">
        <p14:creationId xmlns:p14="http://schemas.microsoft.com/office/powerpoint/2010/main" val="39218271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2"/>
          <p:cNvSpPr>
            <a:spLocks noGrp="1" noChangeArrowheads="1"/>
          </p:cNvSpPr>
          <p:nvPr>
            <p:ph type="title"/>
          </p:nvPr>
        </p:nvSpPr>
        <p:spPr>
          <a:xfrm>
            <a:off x="609600" y="304800"/>
            <a:ext cx="7772400" cy="1143000"/>
          </a:xfrm>
        </p:spPr>
        <p:txBody>
          <a:bodyPr/>
          <a:lstStyle/>
          <a:p>
            <a:pPr eaLnBrk="1" hangingPunct="1"/>
            <a:r>
              <a:rPr lang="en-US" altLang="en-US" smtClean="0"/>
              <a:t>3D feasible region </a:t>
            </a:r>
          </a:p>
        </p:txBody>
      </p:sp>
      <p:sp>
        <p:nvSpPr>
          <p:cNvPr id="20482" name="Rectangle 3"/>
          <p:cNvSpPr>
            <a:spLocks noGrp="1" noChangeArrowheads="1"/>
          </p:cNvSpPr>
          <p:nvPr>
            <p:ph type="body" idx="1"/>
          </p:nvPr>
        </p:nvSpPr>
        <p:spPr>
          <a:xfrm>
            <a:off x="685800" y="1752600"/>
            <a:ext cx="7772400" cy="4114800"/>
          </a:xfrm>
        </p:spPr>
        <p:txBody>
          <a:bodyPr/>
          <a:lstStyle/>
          <a:p>
            <a:pPr eaLnBrk="1" hangingPunct="1">
              <a:buFontTx/>
              <a:buNone/>
            </a:pPr>
            <a:r>
              <a:rPr lang="en-US" altLang="en-US" smtClean="0"/>
              <a:t> </a:t>
            </a:r>
          </a:p>
        </p:txBody>
      </p:sp>
      <p:pic>
        <p:nvPicPr>
          <p:cNvPr id="20484" name="Picture 5" descr="msotw9_temp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1828800"/>
            <a:ext cx="3962400" cy="290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5" name="Line 6"/>
          <p:cNvSpPr>
            <a:spLocks noChangeShapeType="1"/>
          </p:cNvSpPr>
          <p:nvPr/>
        </p:nvSpPr>
        <p:spPr bwMode="auto">
          <a:xfrm flipH="1" flipV="1">
            <a:off x="3352800" y="3124200"/>
            <a:ext cx="3124200" cy="1219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233366974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2963333"/>
            <a:ext cx="7467600" cy="1143000"/>
          </a:xfrm>
        </p:spPr>
        <p:txBody>
          <a:bodyPr/>
          <a:lstStyle/>
          <a:p>
            <a:r>
              <a:rPr lang="en-US" dirty="0" smtClean="0"/>
              <a:t>Solving linear programs</a:t>
            </a:r>
            <a:endParaRPr lang="en-US" dirty="0"/>
          </a:p>
        </p:txBody>
      </p:sp>
      <p:sp>
        <p:nvSpPr>
          <p:cNvPr id="4" name="Slide Number Placeholder 3"/>
          <p:cNvSpPr>
            <a:spLocks noGrp="1"/>
          </p:cNvSpPr>
          <p:nvPr>
            <p:ph type="sldNum" sz="quarter" idx="12"/>
          </p:nvPr>
        </p:nvSpPr>
        <p:spPr/>
        <p:txBody>
          <a:bodyPr/>
          <a:lstStyle/>
          <a:p>
            <a:pPr>
              <a:defRPr/>
            </a:pPr>
            <a:fld id="{25C01281-228F-4149-A4EC-55A2643618CD}" type="slidenum">
              <a:rPr lang="en-US" smtClean="0"/>
              <a:pPr>
                <a:defRPr/>
              </a:pPr>
              <a:t>31</a:t>
            </a:fld>
            <a:endParaRPr lang="en-US"/>
          </a:p>
        </p:txBody>
      </p:sp>
    </p:spTree>
    <p:extLst>
      <p:ext uri="{BB962C8B-B14F-4D97-AF65-F5344CB8AC3E}">
        <p14:creationId xmlns:p14="http://schemas.microsoft.com/office/powerpoint/2010/main" val="3207942393"/>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r>
              <a:rPr lang="en-US" altLang="en-US"/>
              <a:t>Solution Methods for </a:t>
            </a:r>
            <a:br>
              <a:rPr lang="en-US" altLang="en-US"/>
            </a:br>
            <a:r>
              <a:rPr lang="en-US" altLang="en-US"/>
              <a:t>Linear Programs</a:t>
            </a:r>
          </a:p>
        </p:txBody>
      </p:sp>
      <p:grpSp>
        <p:nvGrpSpPr>
          <p:cNvPr id="34832" name="Group 16"/>
          <p:cNvGrpSpPr>
            <a:grpSpLocks/>
          </p:cNvGrpSpPr>
          <p:nvPr/>
        </p:nvGrpSpPr>
        <p:grpSpPr bwMode="auto">
          <a:xfrm rot="3542174">
            <a:off x="3505200" y="4892675"/>
            <a:ext cx="2438400" cy="1295400"/>
            <a:chOff x="3456" y="2736"/>
            <a:chExt cx="1536" cy="816"/>
          </a:xfrm>
        </p:grpSpPr>
        <p:sp>
          <p:nvSpPr>
            <p:cNvPr id="34833" name="Rectangle 17"/>
            <p:cNvSpPr>
              <a:spLocks noChangeArrowheads="1"/>
            </p:cNvSpPr>
            <p:nvPr/>
          </p:nvSpPr>
          <p:spPr bwMode="auto">
            <a:xfrm>
              <a:off x="3456" y="2736"/>
              <a:ext cx="1536" cy="816"/>
            </a:xfrm>
            <a:prstGeom prst="rect">
              <a:avLst/>
            </a:prstGeom>
            <a:gradFill rotWithShape="1">
              <a:gsLst>
                <a:gs pos="0">
                  <a:schemeClr val="accent1">
                    <a:alpha val="50000"/>
                  </a:schemeClr>
                </a:gs>
                <a:gs pos="100000">
                  <a:schemeClr val="accent1">
                    <a:gamma/>
                    <a:tint val="0"/>
                    <a:invGamma/>
                  </a:schemeClr>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834" name="Line 18"/>
            <p:cNvSpPr>
              <a:spLocks noChangeShapeType="1"/>
            </p:cNvSpPr>
            <p:nvPr/>
          </p:nvSpPr>
          <p:spPr bwMode="auto">
            <a:xfrm>
              <a:off x="3456" y="2736"/>
              <a:ext cx="153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34835" name="Group 19"/>
          <p:cNvGrpSpPr>
            <a:grpSpLocks/>
          </p:cNvGrpSpPr>
          <p:nvPr/>
        </p:nvGrpSpPr>
        <p:grpSpPr bwMode="auto">
          <a:xfrm rot="9018316">
            <a:off x="4191000" y="3381375"/>
            <a:ext cx="2438400" cy="1295400"/>
            <a:chOff x="3456" y="2736"/>
            <a:chExt cx="1536" cy="816"/>
          </a:xfrm>
        </p:grpSpPr>
        <p:sp>
          <p:nvSpPr>
            <p:cNvPr id="34836" name="Rectangle 20"/>
            <p:cNvSpPr>
              <a:spLocks noChangeArrowheads="1"/>
            </p:cNvSpPr>
            <p:nvPr/>
          </p:nvSpPr>
          <p:spPr bwMode="auto">
            <a:xfrm>
              <a:off x="3456" y="2736"/>
              <a:ext cx="1536" cy="816"/>
            </a:xfrm>
            <a:prstGeom prst="rect">
              <a:avLst/>
            </a:prstGeom>
            <a:gradFill rotWithShape="1">
              <a:gsLst>
                <a:gs pos="0">
                  <a:schemeClr val="accent1">
                    <a:alpha val="50000"/>
                  </a:schemeClr>
                </a:gs>
                <a:gs pos="100000">
                  <a:schemeClr val="accent1">
                    <a:gamma/>
                    <a:tint val="0"/>
                    <a:invGamma/>
                  </a:schemeClr>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837" name="Line 21"/>
            <p:cNvSpPr>
              <a:spLocks noChangeShapeType="1"/>
            </p:cNvSpPr>
            <p:nvPr/>
          </p:nvSpPr>
          <p:spPr bwMode="auto">
            <a:xfrm>
              <a:off x="3456" y="2736"/>
              <a:ext cx="153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34838" name="Group 22"/>
          <p:cNvGrpSpPr>
            <a:grpSpLocks/>
          </p:cNvGrpSpPr>
          <p:nvPr/>
        </p:nvGrpSpPr>
        <p:grpSpPr bwMode="auto">
          <a:xfrm rot="12447865">
            <a:off x="5943600" y="3457575"/>
            <a:ext cx="2438400" cy="1295400"/>
            <a:chOff x="3456" y="2736"/>
            <a:chExt cx="1536" cy="816"/>
          </a:xfrm>
        </p:grpSpPr>
        <p:sp>
          <p:nvSpPr>
            <p:cNvPr id="34839" name="Rectangle 23"/>
            <p:cNvSpPr>
              <a:spLocks noChangeArrowheads="1"/>
            </p:cNvSpPr>
            <p:nvPr/>
          </p:nvSpPr>
          <p:spPr bwMode="auto">
            <a:xfrm>
              <a:off x="3456" y="2736"/>
              <a:ext cx="1536" cy="816"/>
            </a:xfrm>
            <a:prstGeom prst="rect">
              <a:avLst/>
            </a:prstGeom>
            <a:gradFill rotWithShape="1">
              <a:gsLst>
                <a:gs pos="0">
                  <a:schemeClr val="accent1">
                    <a:alpha val="50000"/>
                  </a:schemeClr>
                </a:gs>
                <a:gs pos="100000">
                  <a:schemeClr val="accent1">
                    <a:gamma/>
                    <a:tint val="0"/>
                    <a:invGamma/>
                  </a:schemeClr>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840" name="Line 24"/>
            <p:cNvSpPr>
              <a:spLocks noChangeShapeType="1"/>
            </p:cNvSpPr>
            <p:nvPr/>
          </p:nvSpPr>
          <p:spPr bwMode="auto">
            <a:xfrm>
              <a:off x="3456" y="2736"/>
              <a:ext cx="153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34841" name="Group 25"/>
          <p:cNvGrpSpPr>
            <a:grpSpLocks/>
          </p:cNvGrpSpPr>
          <p:nvPr/>
        </p:nvGrpSpPr>
        <p:grpSpPr bwMode="auto">
          <a:xfrm rot="-2729789">
            <a:off x="6172200" y="4829175"/>
            <a:ext cx="2438400" cy="1295400"/>
            <a:chOff x="3456" y="2736"/>
            <a:chExt cx="1536" cy="816"/>
          </a:xfrm>
        </p:grpSpPr>
        <p:sp>
          <p:nvSpPr>
            <p:cNvPr id="34842" name="Rectangle 26"/>
            <p:cNvSpPr>
              <a:spLocks noChangeArrowheads="1"/>
            </p:cNvSpPr>
            <p:nvPr/>
          </p:nvSpPr>
          <p:spPr bwMode="auto">
            <a:xfrm>
              <a:off x="3456" y="2736"/>
              <a:ext cx="1536" cy="816"/>
            </a:xfrm>
            <a:prstGeom prst="rect">
              <a:avLst/>
            </a:prstGeom>
            <a:gradFill rotWithShape="1">
              <a:gsLst>
                <a:gs pos="0">
                  <a:schemeClr val="accent1">
                    <a:alpha val="50000"/>
                  </a:schemeClr>
                </a:gs>
                <a:gs pos="100000">
                  <a:schemeClr val="accent1">
                    <a:gamma/>
                    <a:tint val="0"/>
                    <a:invGamma/>
                  </a:schemeClr>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843" name="Line 27"/>
            <p:cNvSpPr>
              <a:spLocks noChangeShapeType="1"/>
            </p:cNvSpPr>
            <p:nvPr/>
          </p:nvSpPr>
          <p:spPr bwMode="auto">
            <a:xfrm>
              <a:off x="3456" y="2736"/>
              <a:ext cx="153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34844" name="Group 28"/>
          <p:cNvGrpSpPr>
            <a:grpSpLocks/>
          </p:cNvGrpSpPr>
          <p:nvPr/>
        </p:nvGrpSpPr>
        <p:grpSpPr bwMode="auto">
          <a:xfrm>
            <a:off x="4762500" y="5553075"/>
            <a:ext cx="2438400" cy="1295400"/>
            <a:chOff x="3456" y="2736"/>
            <a:chExt cx="1536" cy="816"/>
          </a:xfrm>
        </p:grpSpPr>
        <p:sp>
          <p:nvSpPr>
            <p:cNvPr id="34845" name="Rectangle 29"/>
            <p:cNvSpPr>
              <a:spLocks noChangeArrowheads="1"/>
            </p:cNvSpPr>
            <p:nvPr/>
          </p:nvSpPr>
          <p:spPr bwMode="auto">
            <a:xfrm>
              <a:off x="3456" y="2736"/>
              <a:ext cx="1536" cy="816"/>
            </a:xfrm>
            <a:prstGeom prst="rect">
              <a:avLst/>
            </a:prstGeom>
            <a:gradFill rotWithShape="1">
              <a:gsLst>
                <a:gs pos="0">
                  <a:schemeClr val="accent1">
                    <a:alpha val="50000"/>
                  </a:schemeClr>
                </a:gs>
                <a:gs pos="100000">
                  <a:schemeClr val="accent1">
                    <a:gamma/>
                    <a:tint val="0"/>
                    <a:invGamma/>
                  </a:schemeClr>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846" name="Line 30"/>
            <p:cNvSpPr>
              <a:spLocks noChangeShapeType="1"/>
            </p:cNvSpPr>
            <p:nvPr/>
          </p:nvSpPr>
          <p:spPr bwMode="auto">
            <a:xfrm>
              <a:off x="3456" y="2736"/>
              <a:ext cx="153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34848" name="Group 32"/>
          <p:cNvGrpSpPr>
            <a:grpSpLocks/>
          </p:cNvGrpSpPr>
          <p:nvPr/>
        </p:nvGrpSpPr>
        <p:grpSpPr bwMode="auto">
          <a:xfrm>
            <a:off x="3314700" y="5172075"/>
            <a:ext cx="838200" cy="519113"/>
            <a:chOff x="3888" y="1968"/>
            <a:chExt cx="528" cy="327"/>
          </a:xfrm>
        </p:grpSpPr>
        <p:sp>
          <p:nvSpPr>
            <p:cNvPr id="34822" name="Line 6"/>
            <p:cNvSpPr>
              <a:spLocks noChangeShapeType="1"/>
            </p:cNvSpPr>
            <p:nvPr/>
          </p:nvSpPr>
          <p:spPr bwMode="auto">
            <a:xfrm flipV="1">
              <a:off x="3888" y="1968"/>
              <a:ext cx="384" cy="288"/>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823" name="Text Box 7"/>
            <p:cNvSpPr txBox="1">
              <a:spLocks noChangeArrowheads="1"/>
            </p:cNvSpPr>
            <p:nvPr/>
          </p:nvSpPr>
          <p:spPr bwMode="auto">
            <a:xfrm>
              <a:off x="4032" y="2064"/>
              <a:ext cx="38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0" i="1"/>
                <a:t>c</a:t>
              </a:r>
              <a:r>
                <a:rPr lang="en-US" altLang="en-US" b="0" i="1" baseline="30000"/>
                <a:t>T</a:t>
              </a:r>
              <a:endParaRPr lang="en-US" altLang="en-US" b="0" i="1"/>
            </a:p>
          </p:txBody>
        </p:sp>
      </p:grpSp>
      <p:grpSp>
        <p:nvGrpSpPr>
          <p:cNvPr id="34851" name="Group 35"/>
          <p:cNvGrpSpPr>
            <a:grpSpLocks/>
          </p:cNvGrpSpPr>
          <p:nvPr/>
        </p:nvGrpSpPr>
        <p:grpSpPr bwMode="auto">
          <a:xfrm>
            <a:off x="3467100" y="3952875"/>
            <a:ext cx="4724400" cy="2271713"/>
            <a:chOff x="2352" y="1104"/>
            <a:chExt cx="2976" cy="1431"/>
          </a:xfrm>
        </p:grpSpPr>
        <p:grpSp>
          <p:nvGrpSpPr>
            <p:cNvPr id="34847" name="Group 31"/>
            <p:cNvGrpSpPr>
              <a:grpSpLocks/>
            </p:cNvGrpSpPr>
            <p:nvPr/>
          </p:nvGrpSpPr>
          <p:grpSpPr bwMode="auto">
            <a:xfrm>
              <a:off x="2352" y="1104"/>
              <a:ext cx="2544" cy="1344"/>
              <a:chOff x="2352" y="1104"/>
              <a:chExt cx="2544" cy="1344"/>
            </a:xfrm>
          </p:grpSpPr>
          <p:sp>
            <p:nvSpPr>
              <p:cNvPr id="34820" name="Line 4"/>
              <p:cNvSpPr>
                <a:spLocks noChangeShapeType="1"/>
              </p:cNvSpPr>
              <p:nvPr/>
            </p:nvSpPr>
            <p:spPr bwMode="auto">
              <a:xfrm>
                <a:off x="3024" y="1104"/>
                <a:ext cx="0" cy="1344"/>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821" name="Line 5"/>
              <p:cNvSpPr>
                <a:spLocks noChangeShapeType="1"/>
              </p:cNvSpPr>
              <p:nvPr/>
            </p:nvSpPr>
            <p:spPr bwMode="auto">
              <a:xfrm>
                <a:off x="2352" y="2352"/>
                <a:ext cx="2544"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34849" name="Text Box 33"/>
            <p:cNvSpPr txBox="1">
              <a:spLocks noChangeArrowheads="1"/>
            </p:cNvSpPr>
            <p:nvPr/>
          </p:nvSpPr>
          <p:spPr bwMode="auto">
            <a:xfrm>
              <a:off x="4848" y="2304"/>
              <a:ext cx="4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0"/>
                <a:t>x</a:t>
              </a:r>
              <a:r>
                <a:rPr lang="en-US" altLang="en-US" b="0" baseline="-25000"/>
                <a:t>1</a:t>
              </a:r>
              <a:endParaRPr lang="en-US" altLang="en-US" b="0"/>
            </a:p>
          </p:txBody>
        </p:sp>
        <p:sp>
          <p:nvSpPr>
            <p:cNvPr id="34850" name="Text Box 34"/>
            <p:cNvSpPr txBox="1">
              <a:spLocks noChangeArrowheads="1"/>
            </p:cNvSpPr>
            <p:nvPr/>
          </p:nvSpPr>
          <p:spPr bwMode="auto">
            <a:xfrm>
              <a:off x="2784" y="1104"/>
              <a:ext cx="2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0"/>
                <a:t>x</a:t>
              </a:r>
              <a:r>
                <a:rPr lang="en-US" altLang="en-US" b="0" baseline="-25000"/>
                <a:t>2</a:t>
              </a:r>
              <a:endParaRPr lang="en-US" altLang="en-US" b="0"/>
            </a:p>
          </p:txBody>
        </p:sp>
      </p:grpSp>
      <p:sp>
        <p:nvSpPr>
          <p:cNvPr id="34852" name="Oval 36"/>
          <p:cNvSpPr>
            <a:spLocks noChangeArrowheads="1"/>
          </p:cNvSpPr>
          <p:nvPr/>
        </p:nvSpPr>
        <p:spPr bwMode="auto">
          <a:xfrm>
            <a:off x="5080000" y="4892675"/>
            <a:ext cx="76200" cy="76200"/>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853" name="Oval 37"/>
          <p:cNvSpPr>
            <a:spLocks noChangeArrowheads="1"/>
          </p:cNvSpPr>
          <p:nvPr/>
        </p:nvSpPr>
        <p:spPr bwMode="auto">
          <a:xfrm>
            <a:off x="6151563" y="4295775"/>
            <a:ext cx="76200" cy="76200"/>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854" name="Oval 38"/>
          <p:cNvSpPr>
            <a:spLocks noChangeArrowheads="1"/>
          </p:cNvSpPr>
          <p:nvPr/>
        </p:nvSpPr>
        <p:spPr bwMode="auto">
          <a:xfrm>
            <a:off x="6372225" y="5514975"/>
            <a:ext cx="76200" cy="76200"/>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855" name="Oval 39"/>
          <p:cNvSpPr>
            <a:spLocks noChangeArrowheads="1"/>
          </p:cNvSpPr>
          <p:nvPr/>
        </p:nvSpPr>
        <p:spPr bwMode="auto">
          <a:xfrm>
            <a:off x="5451475" y="5511800"/>
            <a:ext cx="76200" cy="76200"/>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856" name="Oval 40"/>
          <p:cNvSpPr>
            <a:spLocks noChangeArrowheads="1"/>
          </p:cNvSpPr>
          <p:nvPr/>
        </p:nvSpPr>
        <p:spPr bwMode="auto">
          <a:xfrm>
            <a:off x="7077075" y="4781550"/>
            <a:ext cx="76200" cy="76200"/>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819" name="Rectangle 3"/>
          <p:cNvSpPr>
            <a:spLocks noGrp="1" noChangeArrowheads="1"/>
          </p:cNvSpPr>
          <p:nvPr>
            <p:ph type="body" idx="1"/>
          </p:nvPr>
        </p:nvSpPr>
        <p:spPr>
          <a:xfrm>
            <a:off x="457200" y="1719263"/>
            <a:ext cx="8401050" cy="4411662"/>
          </a:xfrm>
        </p:spPr>
        <p:txBody>
          <a:bodyPr/>
          <a:lstStyle/>
          <a:p>
            <a:r>
              <a:rPr lang="en-US" altLang="en-US" dirty="0"/>
              <a:t>Simplex Method</a:t>
            </a:r>
          </a:p>
          <a:p>
            <a:pPr lvl="1"/>
            <a:r>
              <a:rPr lang="en-US" altLang="en-US" dirty="0"/>
              <a:t>Optimum must be at the intersection of </a:t>
            </a:r>
            <a:r>
              <a:rPr lang="en-US" altLang="en-US" dirty="0" smtClean="0"/>
              <a:t>constraints</a:t>
            </a:r>
            <a:endParaRPr lang="en-US" altLang="en-US" dirty="0"/>
          </a:p>
          <a:p>
            <a:pPr lvl="1"/>
            <a:r>
              <a:rPr lang="en-US" altLang="en-US" dirty="0"/>
              <a:t>Intersections are easy to find, change inequalities to equalities</a:t>
            </a:r>
          </a:p>
          <a:p>
            <a:pPr lvl="1"/>
            <a:endParaRPr lang="en-US" altLang="en-US" dirty="0"/>
          </a:p>
        </p:txBody>
      </p:sp>
    </p:spTree>
    <p:extLst>
      <p:ext uri="{BB962C8B-B14F-4D97-AF65-F5344CB8AC3E}">
        <p14:creationId xmlns:p14="http://schemas.microsoft.com/office/powerpoint/2010/main" val="3830356107"/>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5900" name="Group 60"/>
          <p:cNvGrpSpPr>
            <a:grpSpLocks/>
          </p:cNvGrpSpPr>
          <p:nvPr/>
        </p:nvGrpSpPr>
        <p:grpSpPr bwMode="auto">
          <a:xfrm rot="9259939">
            <a:off x="5378450" y="4187825"/>
            <a:ext cx="3600450" cy="1397000"/>
            <a:chOff x="1144" y="2528"/>
            <a:chExt cx="1656" cy="880"/>
          </a:xfrm>
        </p:grpSpPr>
        <p:sp>
          <p:nvSpPr>
            <p:cNvPr id="35901" name="Rectangle 61"/>
            <p:cNvSpPr>
              <a:spLocks noChangeArrowheads="1"/>
            </p:cNvSpPr>
            <p:nvPr/>
          </p:nvSpPr>
          <p:spPr bwMode="auto">
            <a:xfrm>
              <a:off x="1152" y="2528"/>
              <a:ext cx="1648" cy="880"/>
            </a:xfrm>
            <a:prstGeom prst="rect">
              <a:avLst/>
            </a:prstGeom>
            <a:gradFill rotWithShape="1">
              <a:gsLst>
                <a:gs pos="0">
                  <a:schemeClr val="accent1">
                    <a:alpha val="50000"/>
                  </a:schemeClr>
                </a:gs>
                <a:gs pos="100000">
                  <a:schemeClr val="accent1">
                    <a:gamma/>
                    <a:tint val="0"/>
                    <a:invGamma/>
                    <a:alpha val="0"/>
                  </a:schemeClr>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902" name="Line 62"/>
            <p:cNvSpPr>
              <a:spLocks noChangeShapeType="1"/>
            </p:cNvSpPr>
            <p:nvPr/>
          </p:nvSpPr>
          <p:spPr bwMode="auto">
            <a:xfrm>
              <a:off x="1144" y="2528"/>
              <a:ext cx="165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35903" name="Group 63"/>
          <p:cNvGrpSpPr>
            <a:grpSpLocks/>
          </p:cNvGrpSpPr>
          <p:nvPr/>
        </p:nvGrpSpPr>
        <p:grpSpPr bwMode="auto">
          <a:xfrm rot="-8234512">
            <a:off x="4822825" y="4197350"/>
            <a:ext cx="2974975" cy="1397000"/>
            <a:chOff x="1144" y="2528"/>
            <a:chExt cx="1656" cy="880"/>
          </a:xfrm>
        </p:grpSpPr>
        <p:sp>
          <p:nvSpPr>
            <p:cNvPr id="35904" name="Rectangle 64"/>
            <p:cNvSpPr>
              <a:spLocks noChangeArrowheads="1"/>
            </p:cNvSpPr>
            <p:nvPr/>
          </p:nvSpPr>
          <p:spPr bwMode="auto">
            <a:xfrm>
              <a:off x="1152" y="2528"/>
              <a:ext cx="1648" cy="880"/>
            </a:xfrm>
            <a:prstGeom prst="rect">
              <a:avLst/>
            </a:prstGeom>
            <a:gradFill rotWithShape="1">
              <a:gsLst>
                <a:gs pos="0">
                  <a:schemeClr val="accent1">
                    <a:alpha val="50000"/>
                  </a:schemeClr>
                </a:gs>
                <a:gs pos="100000">
                  <a:schemeClr val="accent1">
                    <a:gamma/>
                    <a:tint val="0"/>
                    <a:invGamma/>
                    <a:alpha val="0"/>
                  </a:schemeClr>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905" name="Line 65"/>
            <p:cNvSpPr>
              <a:spLocks noChangeShapeType="1"/>
            </p:cNvSpPr>
            <p:nvPr/>
          </p:nvSpPr>
          <p:spPr bwMode="auto">
            <a:xfrm>
              <a:off x="1144" y="2528"/>
              <a:ext cx="165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35842" name="Rectangle 2"/>
          <p:cNvSpPr>
            <a:spLocks noGrp="1" noChangeArrowheads="1"/>
          </p:cNvSpPr>
          <p:nvPr>
            <p:ph type="title"/>
          </p:nvPr>
        </p:nvSpPr>
        <p:spPr/>
        <p:txBody>
          <a:bodyPr/>
          <a:lstStyle/>
          <a:p>
            <a:r>
              <a:rPr lang="en-US" altLang="en-US"/>
              <a:t>Solution Method for </a:t>
            </a:r>
            <a:br>
              <a:rPr lang="en-US" altLang="en-US"/>
            </a:br>
            <a:r>
              <a:rPr lang="en-US" altLang="en-US"/>
              <a:t>Linear Programs</a:t>
            </a:r>
          </a:p>
        </p:txBody>
      </p:sp>
      <p:sp>
        <p:nvSpPr>
          <p:cNvPr id="35843" name="Rectangle 3"/>
          <p:cNvSpPr>
            <a:spLocks noGrp="1" noChangeArrowheads="1"/>
          </p:cNvSpPr>
          <p:nvPr>
            <p:ph type="body" idx="1"/>
          </p:nvPr>
        </p:nvSpPr>
        <p:spPr/>
        <p:txBody>
          <a:bodyPr/>
          <a:lstStyle/>
          <a:p>
            <a:r>
              <a:rPr lang="en-US" altLang="en-US" dirty="0"/>
              <a:t>Interior Point </a:t>
            </a:r>
            <a:r>
              <a:rPr lang="en-US" altLang="en-US" dirty="0" smtClean="0"/>
              <a:t>Methods</a:t>
            </a:r>
            <a:endParaRPr lang="en-US" altLang="en-US" dirty="0"/>
          </a:p>
          <a:p>
            <a:r>
              <a:rPr lang="en-US" altLang="en-US" dirty="0"/>
              <a:t>Benefits</a:t>
            </a:r>
          </a:p>
          <a:p>
            <a:pPr lvl="1"/>
            <a:r>
              <a:rPr lang="en-US" altLang="en-US" dirty="0"/>
              <a:t>Scales Better than </a:t>
            </a:r>
            <a:r>
              <a:rPr lang="en-US" altLang="en-US" dirty="0" smtClean="0"/>
              <a:t>Simplex</a:t>
            </a:r>
            <a:endParaRPr lang="en-US" altLang="en-US" dirty="0"/>
          </a:p>
        </p:txBody>
      </p:sp>
      <p:grpSp>
        <p:nvGrpSpPr>
          <p:cNvPr id="35882" name="Group 42"/>
          <p:cNvGrpSpPr>
            <a:grpSpLocks/>
          </p:cNvGrpSpPr>
          <p:nvPr/>
        </p:nvGrpSpPr>
        <p:grpSpPr bwMode="auto">
          <a:xfrm>
            <a:off x="6216650" y="4683125"/>
            <a:ext cx="838200" cy="519113"/>
            <a:chOff x="3888" y="1968"/>
            <a:chExt cx="528" cy="327"/>
          </a:xfrm>
        </p:grpSpPr>
        <p:sp>
          <p:nvSpPr>
            <p:cNvPr id="35883" name="Line 43"/>
            <p:cNvSpPr>
              <a:spLocks noChangeShapeType="1"/>
            </p:cNvSpPr>
            <p:nvPr/>
          </p:nvSpPr>
          <p:spPr bwMode="auto">
            <a:xfrm flipV="1">
              <a:off x="3888" y="1968"/>
              <a:ext cx="384" cy="288"/>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884" name="Text Box 44"/>
            <p:cNvSpPr txBox="1">
              <a:spLocks noChangeArrowheads="1"/>
            </p:cNvSpPr>
            <p:nvPr/>
          </p:nvSpPr>
          <p:spPr bwMode="auto">
            <a:xfrm>
              <a:off x="4032" y="2064"/>
              <a:ext cx="38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0" i="1"/>
                <a:t>-c</a:t>
              </a:r>
              <a:r>
                <a:rPr lang="en-US" altLang="en-US" b="0" i="1" baseline="30000"/>
                <a:t>T</a:t>
              </a:r>
              <a:endParaRPr lang="en-US" altLang="en-US" b="0" i="1"/>
            </a:p>
          </p:txBody>
        </p:sp>
      </p:grpSp>
      <p:grpSp>
        <p:nvGrpSpPr>
          <p:cNvPr id="35885" name="Group 45"/>
          <p:cNvGrpSpPr>
            <a:grpSpLocks/>
          </p:cNvGrpSpPr>
          <p:nvPr/>
        </p:nvGrpSpPr>
        <p:grpSpPr bwMode="auto">
          <a:xfrm>
            <a:off x="4279900" y="3933825"/>
            <a:ext cx="4724400" cy="2271713"/>
            <a:chOff x="2352" y="1104"/>
            <a:chExt cx="2976" cy="1431"/>
          </a:xfrm>
        </p:grpSpPr>
        <p:grpSp>
          <p:nvGrpSpPr>
            <p:cNvPr id="35886" name="Group 46"/>
            <p:cNvGrpSpPr>
              <a:grpSpLocks/>
            </p:cNvGrpSpPr>
            <p:nvPr/>
          </p:nvGrpSpPr>
          <p:grpSpPr bwMode="auto">
            <a:xfrm>
              <a:off x="2352" y="1104"/>
              <a:ext cx="2544" cy="1344"/>
              <a:chOff x="2352" y="1104"/>
              <a:chExt cx="2544" cy="1344"/>
            </a:xfrm>
          </p:grpSpPr>
          <p:sp>
            <p:nvSpPr>
              <p:cNvPr id="35887" name="Line 47"/>
              <p:cNvSpPr>
                <a:spLocks noChangeShapeType="1"/>
              </p:cNvSpPr>
              <p:nvPr/>
            </p:nvSpPr>
            <p:spPr bwMode="auto">
              <a:xfrm>
                <a:off x="3024" y="1104"/>
                <a:ext cx="0" cy="1344"/>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888" name="Line 48"/>
              <p:cNvSpPr>
                <a:spLocks noChangeShapeType="1"/>
              </p:cNvSpPr>
              <p:nvPr/>
            </p:nvSpPr>
            <p:spPr bwMode="auto">
              <a:xfrm>
                <a:off x="2352" y="2352"/>
                <a:ext cx="2544"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35889" name="Text Box 49"/>
            <p:cNvSpPr txBox="1">
              <a:spLocks noChangeArrowheads="1"/>
            </p:cNvSpPr>
            <p:nvPr/>
          </p:nvSpPr>
          <p:spPr bwMode="auto">
            <a:xfrm>
              <a:off x="4848" y="2304"/>
              <a:ext cx="4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0"/>
                <a:t>x</a:t>
              </a:r>
              <a:r>
                <a:rPr lang="en-US" altLang="en-US" b="0" baseline="-25000"/>
                <a:t>1</a:t>
              </a:r>
              <a:endParaRPr lang="en-US" altLang="en-US" b="0"/>
            </a:p>
          </p:txBody>
        </p:sp>
        <p:sp>
          <p:nvSpPr>
            <p:cNvPr id="35890" name="Text Box 50"/>
            <p:cNvSpPr txBox="1">
              <a:spLocks noChangeArrowheads="1"/>
            </p:cNvSpPr>
            <p:nvPr/>
          </p:nvSpPr>
          <p:spPr bwMode="auto">
            <a:xfrm>
              <a:off x="2784" y="1104"/>
              <a:ext cx="2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0"/>
                <a:t>x</a:t>
              </a:r>
              <a:r>
                <a:rPr lang="en-US" altLang="en-US" b="0" baseline="-25000"/>
                <a:t>2</a:t>
              </a:r>
              <a:endParaRPr lang="en-US" altLang="en-US" b="0"/>
            </a:p>
          </p:txBody>
        </p:sp>
      </p:grpSp>
      <p:grpSp>
        <p:nvGrpSpPr>
          <p:cNvPr id="35899" name="Group 59"/>
          <p:cNvGrpSpPr>
            <a:grpSpLocks/>
          </p:cNvGrpSpPr>
          <p:nvPr/>
        </p:nvGrpSpPr>
        <p:grpSpPr bwMode="auto">
          <a:xfrm rot="827039">
            <a:off x="5259388" y="3124200"/>
            <a:ext cx="3384550" cy="1397000"/>
            <a:chOff x="1144" y="2528"/>
            <a:chExt cx="1656" cy="880"/>
          </a:xfrm>
        </p:grpSpPr>
        <p:sp>
          <p:nvSpPr>
            <p:cNvPr id="35897" name="Rectangle 57"/>
            <p:cNvSpPr>
              <a:spLocks noChangeArrowheads="1"/>
            </p:cNvSpPr>
            <p:nvPr/>
          </p:nvSpPr>
          <p:spPr bwMode="auto">
            <a:xfrm>
              <a:off x="1152" y="2528"/>
              <a:ext cx="1648" cy="880"/>
            </a:xfrm>
            <a:prstGeom prst="rect">
              <a:avLst/>
            </a:prstGeom>
            <a:gradFill rotWithShape="1">
              <a:gsLst>
                <a:gs pos="0">
                  <a:schemeClr val="accent1">
                    <a:alpha val="50000"/>
                  </a:schemeClr>
                </a:gs>
                <a:gs pos="100000">
                  <a:schemeClr val="accent1">
                    <a:gamma/>
                    <a:tint val="0"/>
                    <a:invGamma/>
                    <a:alpha val="0"/>
                  </a:schemeClr>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898" name="Line 58"/>
            <p:cNvSpPr>
              <a:spLocks noChangeShapeType="1"/>
            </p:cNvSpPr>
            <p:nvPr/>
          </p:nvSpPr>
          <p:spPr bwMode="auto">
            <a:xfrm>
              <a:off x="1144" y="2528"/>
              <a:ext cx="165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35906" name="Group 66"/>
          <p:cNvGrpSpPr>
            <a:grpSpLocks/>
          </p:cNvGrpSpPr>
          <p:nvPr/>
        </p:nvGrpSpPr>
        <p:grpSpPr bwMode="auto">
          <a:xfrm rot="4635555">
            <a:off x="5987257" y="3610769"/>
            <a:ext cx="2722562" cy="1397000"/>
            <a:chOff x="1144" y="2528"/>
            <a:chExt cx="1656" cy="880"/>
          </a:xfrm>
        </p:grpSpPr>
        <p:sp>
          <p:nvSpPr>
            <p:cNvPr id="35907" name="Rectangle 67"/>
            <p:cNvSpPr>
              <a:spLocks noChangeArrowheads="1"/>
            </p:cNvSpPr>
            <p:nvPr/>
          </p:nvSpPr>
          <p:spPr bwMode="auto">
            <a:xfrm>
              <a:off x="1152" y="2528"/>
              <a:ext cx="1648" cy="880"/>
            </a:xfrm>
            <a:prstGeom prst="rect">
              <a:avLst/>
            </a:prstGeom>
            <a:gradFill rotWithShape="1">
              <a:gsLst>
                <a:gs pos="0">
                  <a:schemeClr val="accent1">
                    <a:alpha val="50000"/>
                  </a:schemeClr>
                </a:gs>
                <a:gs pos="100000">
                  <a:schemeClr val="accent1">
                    <a:gamma/>
                    <a:tint val="0"/>
                    <a:invGamma/>
                    <a:alpha val="0"/>
                  </a:schemeClr>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908" name="Line 68"/>
            <p:cNvSpPr>
              <a:spLocks noChangeShapeType="1"/>
            </p:cNvSpPr>
            <p:nvPr/>
          </p:nvSpPr>
          <p:spPr bwMode="auto">
            <a:xfrm>
              <a:off x="1144" y="2528"/>
              <a:ext cx="165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35909" name="Group 69"/>
          <p:cNvGrpSpPr>
            <a:grpSpLocks/>
          </p:cNvGrpSpPr>
          <p:nvPr/>
        </p:nvGrpSpPr>
        <p:grpSpPr bwMode="auto">
          <a:xfrm rot="-24589794">
            <a:off x="4943475" y="3476625"/>
            <a:ext cx="2628900" cy="1397000"/>
            <a:chOff x="1144" y="2528"/>
            <a:chExt cx="1656" cy="880"/>
          </a:xfrm>
        </p:grpSpPr>
        <p:sp>
          <p:nvSpPr>
            <p:cNvPr id="35910" name="Rectangle 70"/>
            <p:cNvSpPr>
              <a:spLocks noChangeArrowheads="1"/>
            </p:cNvSpPr>
            <p:nvPr/>
          </p:nvSpPr>
          <p:spPr bwMode="auto">
            <a:xfrm>
              <a:off x="1152" y="2528"/>
              <a:ext cx="1648" cy="880"/>
            </a:xfrm>
            <a:prstGeom prst="rect">
              <a:avLst/>
            </a:prstGeom>
            <a:gradFill rotWithShape="1">
              <a:gsLst>
                <a:gs pos="0">
                  <a:schemeClr val="accent1">
                    <a:alpha val="50000"/>
                  </a:schemeClr>
                </a:gs>
                <a:gs pos="100000">
                  <a:schemeClr val="accent1">
                    <a:gamma/>
                    <a:tint val="0"/>
                    <a:invGamma/>
                    <a:alpha val="0"/>
                  </a:schemeClr>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911" name="Line 71"/>
            <p:cNvSpPr>
              <a:spLocks noChangeShapeType="1"/>
            </p:cNvSpPr>
            <p:nvPr/>
          </p:nvSpPr>
          <p:spPr bwMode="auto">
            <a:xfrm>
              <a:off x="1144" y="2528"/>
              <a:ext cx="165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35914" name="Oval 74"/>
          <p:cNvSpPr>
            <a:spLocks noChangeArrowheads="1"/>
          </p:cNvSpPr>
          <p:nvPr/>
        </p:nvSpPr>
        <p:spPr bwMode="auto">
          <a:xfrm>
            <a:off x="6750050" y="4219575"/>
            <a:ext cx="76200" cy="76200"/>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915" name="Oval 75"/>
          <p:cNvSpPr>
            <a:spLocks noChangeArrowheads="1"/>
          </p:cNvSpPr>
          <p:nvPr/>
        </p:nvSpPr>
        <p:spPr bwMode="auto">
          <a:xfrm>
            <a:off x="7131050" y="4003675"/>
            <a:ext cx="76200" cy="76200"/>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916" name="Oval 76"/>
          <p:cNvSpPr>
            <a:spLocks noChangeArrowheads="1"/>
          </p:cNvSpPr>
          <p:nvPr/>
        </p:nvSpPr>
        <p:spPr bwMode="auto">
          <a:xfrm>
            <a:off x="7359650" y="3800475"/>
            <a:ext cx="76200" cy="76200"/>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917" name="Oval 77"/>
          <p:cNvSpPr>
            <a:spLocks noChangeArrowheads="1"/>
          </p:cNvSpPr>
          <p:nvPr/>
        </p:nvSpPr>
        <p:spPr bwMode="auto">
          <a:xfrm>
            <a:off x="7531100" y="3622675"/>
            <a:ext cx="76200" cy="76200"/>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918" name="Oval 78"/>
          <p:cNvSpPr>
            <a:spLocks noChangeArrowheads="1"/>
          </p:cNvSpPr>
          <p:nvPr/>
        </p:nvSpPr>
        <p:spPr bwMode="auto">
          <a:xfrm>
            <a:off x="7766050" y="3317875"/>
            <a:ext cx="76200" cy="76200"/>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919" name="Oval 79"/>
          <p:cNvSpPr>
            <a:spLocks noChangeArrowheads="1"/>
          </p:cNvSpPr>
          <p:nvPr/>
        </p:nvSpPr>
        <p:spPr bwMode="auto">
          <a:xfrm>
            <a:off x="7632700" y="3482975"/>
            <a:ext cx="76200" cy="76200"/>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920" name="Oval 80"/>
          <p:cNvSpPr>
            <a:spLocks noChangeArrowheads="1"/>
          </p:cNvSpPr>
          <p:nvPr/>
        </p:nvSpPr>
        <p:spPr bwMode="auto">
          <a:xfrm>
            <a:off x="7708900" y="3394075"/>
            <a:ext cx="76200" cy="76200"/>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extLst>
      <p:ext uri="{BB962C8B-B14F-4D97-AF65-F5344CB8AC3E}">
        <p14:creationId xmlns:p14="http://schemas.microsoft.com/office/powerpoint/2010/main" val="2112054076"/>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08898" name="Picture 2" descr="msotw9_temp0"/>
          <p:cNvPicPr>
            <a:picLocks noGrp="1" noChangeAspect="1" noChangeArrowheads="1"/>
          </p:cNvPicPr>
          <p:nvPr>
            <p:ph type="title"/>
          </p:nvPr>
        </p:nvPicPr>
        <p:blipFill>
          <a:blip r:embed="rId2">
            <a:extLst>
              <a:ext uri="{28A0092B-C50C-407E-A947-70E740481C1C}">
                <a14:useLocalDpi xmlns:a14="http://schemas.microsoft.com/office/drawing/2010/main" val="0"/>
              </a:ext>
            </a:extLst>
          </a:blip>
          <a:srcRect/>
          <a:stretch>
            <a:fillRect/>
          </a:stretch>
        </p:blipFill>
        <p:spPr>
          <a:xfrm>
            <a:off x="0" y="1143000"/>
            <a:ext cx="8153400" cy="2751138"/>
          </a:xfrm>
          <a:extLst>
            <a:ext uri="{909E8E84-426E-40dd-AFC4-6F175D3DCCD1}">
              <a14:hiddenFill xmlns:a14="http://schemas.microsoft.com/office/drawing/2010/main" xmlns="">
                <a:solidFill>
                  <a:srgbClr val="00CC99"/>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808080">
                      <a:alpha val="74998"/>
                    </a:srgbClr>
                  </a:outerShdw>
                </a:effectLst>
              </a14:hiddenEffects>
            </a:ext>
          </a:extLst>
        </p:spPr>
      </p:pic>
      <p:sp>
        <p:nvSpPr>
          <p:cNvPr id="208899" name="Rectangle 3"/>
          <p:cNvSpPr>
            <a:spLocks noGrp="1" noChangeArrowheads="1"/>
          </p:cNvSpPr>
          <p:nvPr>
            <p:ph type="body" idx="1"/>
          </p:nvPr>
        </p:nvSpPr>
        <p:spPr>
          <a:xfrm>
            <a:off x="390260" y="2133600"/>
            <a:ext cx="8382000" cy="4724400"/>
          </a:xfrm>
        </p:spPr>
        <p:txBody>
          <a:bodyPr/>
          <a:lstStyle/>
          <a:p>
            <a:pPr eaLnBrk="1" hangingPunct="1">
              <a:lnSpc>
                <a:spcPct val="90000"/>
              </a:lnSpc>
              <a:defRPr/>
            </a:pPr>
            <a:endParaRPr lang="en-US" sz="2800" dirty="0" smtClean="0">
              <a:cs typeface="Times New Roman" charset="0"/>
            </a:endParaRPr>
          </a:p>
          <a:p>
            <a:pPr eaLnBrk="1" hangingPunct="1">
              <a:lnSpc>
                <a:spcPct val="90000"/>
              </a:lnSpc>
              <a:defRPr/>
            </a:pPr>
            <a:endParaRPr lang="en-US" sz="2800" dirty="0" smtClean="0">
              <a:cs typeface="Times New Roman" charset="0"/>
            </a:endParaRPr>
          </a:p>
          <a:p>
            <a:pPr eaLnBrk="1" hangingPunct="1">
              <a:lnSpc>
                <a:spcPct val="90000"/>
              </a:lnSpc>
              <a:buFontTx/>
              <a:buNone/>
              <a:defRPr/>
            </a:pPr>
            <a:r>
              <a:rPr lang="en-US" sz="2800" b="1" dirty="0" smtClean="0">
                <a:cs typeface="Times New Roman" charset="0"/>
              </a:rPr>
              <a:t> </a:t>
            </a:r>
            <a:endParaRPr lang="en-US" sz="2800" dirty="0" smtClean="0">
              <a:cs typeface="+mn-cs"/>
            </a:endParaRPr>
          </a:p>
          <a:p>
            <a:pPr eaLnBrk="1" hangingPunct="1">
              <a:lnSpc>
                <a:spcPct val="90000"/>
              </a:lnSpc>
              <a:buFontTx/>
              <a:buNone/>
              <a:defRPr/>
            </a:pPr>
            <a:r>
              <a:rPr lang="en-US" sz="2800" dirty="0" smtClean="0">
                <a:cs typeface="+mn-cs"/>
              </a:rPr>
              <a:t>		</a:t>
            </a:r>
            <a:r>
              <a:rPr lang="en-US" sz="2400" dirty="0" smtClean="0">
                <a:cs typeface="+mn-cs"/>
              </a:rPr>
              <a:t>	   </a:t>
            </a:r>
            <a:r>
              <a:rPr lang="en-US" sz="2000" dirty="0" smtClean="0">
                <a:cs typeface="Times New Roman" charset="0"/>
              </a:rPr>
              <a:t>x</a:t>
            </a:r>
            <a:r>
              <a:rPr lang="en-US" sz="2000" baseline="-30000" dirty="0" smtClean="0">
                <a:cs typeface="Times New Roman" charset="0"/>
              </a:rPr>
              <a:t>i </a:t>
            </a:r>
            <a:r>
              <a:rPr lang="en-US" sz="2000" dirty="0" smtClean="0">
                <a:cs typeface="Times New Roman" charset="0"/>
              </a:rPr>
              <a:t>&gt;= 0</a:t>
            </a:r>
            <a:r>
              <a:rPr lang="en-US" sz="2000" baseline="-30000" dirty="0" smtClean="0">
                <a:cs typeface="Times New Roman" charset="0"/>
              </a:rPr>
              <a:t> , </a:t>
            </a:r>
            <a:r>
              <a:rPr lang="en-US" sz="2000" dirty="0" smtClean="0">
                <a:cs typeface="Times New Roman" charset="0"/>
              </a:rPr>
              <a:t>(</a:t>
            </a:r>
            <a:r>
              <a:rPr lang="en-US" sz="2000" dirty="0" err="1" smtClean="0">
                <a:cs typeface="Times New Roman" charset="0"/>
              </a:rPr>
              <a:t>i</a:t>
            </a:r>
            <a:r>
              <a:rPr lang="en-US" sz="2000" dirty="0" smtClean="0">
                <a:cs typeface="Times New Roman" charset="0"/>
              </a:rPr>
              <a:t> =1,2,…,n)</a:t>
            </a:r>
          </a:p>
          <a:p>
            <a:pPr eaLnBrk="1" hangingPunct="1">
              <a:lnSpc>
                <a:spcPct val="90000"/>
              </a:lnSpc>
              <a:buFontTx/>
              <a:buNone/>
              <a:defRPr/>
            </a:pPr>
            <a:endParaRPr lang="en-US" sz="2000" dirty="0" smtClean="0">
              <a:cs typeface="Times New Roman" charset="0"/>
            </a:endParaRPr>
          </a:p>
          <a:p>
            <a:pPr eaLnBrk="1" hangingPunct="1">
              <a:lnSpc>
                <a:spcPct val="90000"/>
              </a:lnSpc>
              <a:buFontTx/>
              <a:buNone/>
              <a:defRPr/>
            </a:pPr>
            <a:r>
              <a:rPr lang="en-US" sz="2800" b="1" dirty="0" smtClean="0">
                <a:cs typeface="Times New Roman" charset="0"/>
              </a:rPr>
              <a:t>Other variants:</a:t>
            </a:r>
          </a:p>
          <a:p>
            <a:pPr eaLnBrk="1" hangingPunct="1">
              <a:lnSpc>
                <a:spcPct val="90000"/>
              </a:lnSpc>
              <a:buFontTx/>
              <a:buNone/>
              <a:defRPr/>
            </a:pPr>
            <a:r>
              <a:rPr lang="en-US" sz="2400" dirty="0" smtClean="0">
                <a:cs typeface="Times New Roman" charset="0"/>
              </a:rPr>
              <a:t>Maximize Z (instead of minimizing Z; but Min Z = - Max -Z)</a:t>
            </a:r>
          </a:p>
          <a:p>
            <a:pPr eaLnBrk="1" hangingPunct="1">
              <a:lnSpc>
                <a:spcPct val="90000"/>
              </a:lnSpc>
              <a:buFontTx/>
              <a:buNone/>
              <a:defRPr/>
            </a:pPr>
            <a:r>
              <a:rPr lang="en-US" sz="2400" dirty="0" smtClean="0">
                <a:cs typeface="Times New Roman" charset="0"/>
              </a:rPr>
              <a:t>Some constraints have other signs (=; and &gt;= )      </a:t>
            </a:r>
            <a:endParaRPr lang="en-US" sz="2400" dirty="0">
              <a:cs typeface="Times New Roman" charset="0"/>
            </a:endParaRPr>
          </a:p>
          <a:p>
            <a:pPr eaLnBrk="1" hangingPunct="1">
              <a:lnSpc>
                <a:spcPct val="90000"/>
              </a:lnSpc>
              <a:buFontTx/>
              <a:buNone/>
              <a:defRPr/>
            </a:pPr>
            <a:r>
              <a:rPr lang="en-US" sz="2400" dirty="0" smtClean="0">
                <a:cs typeface="Times New Roman" charset="0"/>
              </a:rPr>
              <a:t>Some variables have unrestricted sign, i.e., they are not subject to the non-negativity constraints</a:t>
            </a:r>
          </a:p>
          <a:p>
            <a:pPr eaLnBrk="1" hangingPunct="1">
              <a:lnSpc>
                <a:spcPct val="90000"/>
              </a:lnSpc>
              <a:buFontTx/>
              <a:buNone/>
              <a:defRPr/>
            </a:pPr>
            <a:endParaRPr lang="en-US" sz="2400" dirty="0" smtClean="0">
              <a:cs typeface="+mn-cs"/>
            </a:endParaRPr>
          </a:p>
        </p:txBody>
      </p:sp>
      <p:sp>
        <p:nvSpPr>
          <p:cNvPr id="208900" name="Rectangle 4"/>
          <p:cNvSpPr>
            <a:spLocks noChangeArrowheads="1"/>
          </p:cNvSpPr>
          <p:nvPr/>
        </p:nvSpPr>
        <p:spPr bwMode="auto">
          <a:xfrm>
            <a:off x="609600" y="0"/>
            <a:ext cx="7772400" cy="1143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nchor="ctr"/>
          <a:lstStyle/>
          <a:p>
            <a:pPr algn="ctr" defTabSz="914400" fontAlgn="base">
              <a:spcBef>
                <a:spcPct val="0"/>
              </a:spcBef>
              <a:spcAft>
                <a:spcPct val="0"/>
              </a:spcAft>
              <a:defRPr/>
            </a:pPr>
            <a:r>
              <a:rPr lang="en-US" sz="3200" b="1">
                <a:solidFill>
                  <a:srgbClr val="000000"/>
                </a:solidFill>
                <a:latin typeface="Times New Roman" charset="0"/>
                <a:ea typeface="ＭＳ Ｐゴシック" charset="0"/>
                <a:cs typeface="Times New Roman" charset="0"/>
              </a:rPr>
              <a:t>Standard form of the LP model</a:t>
            </a:r>
          </a:p>
        </p:txBody>
      </p:sp>
      <p:pic>
        <p:nvPicPr>
          <p:cNvPr id="3" name="Picture 2"/>
          <p:cNvPicPr>
            <a:picLocks noChangeAspect="1"/>
          </p:cNvPicPr>
          <p:nvPr/>
        </p:nvPicPr>
        <p:blipFill>
          <a:blip r:embed="rId3"/>
          <a:stretch>
            <a:fillRect/>
          </a:stretch>
        </p:blipFill>
        <p:spPr>
          <a:xfrm>
            <a:off x="1948275" y="1046900"/>
            <a:ext cx="1749150" cy="515200"/>
          </a:xfrm>
          <a:prstGeom prst="rect">
            <a:avLst/>
          </a:prstGeom>
        </p:spPr>
      </p:pic>
    </p:spTree>
    <p:extLst>
      <p:ext uri="{BB962C8B-B14F-4D97-AF65-F5344CB8AC3E}">
        <p14:creationId xmlns:p14="http://schemas.microsoft.com/office/powerpoint/2010/main" val="243604788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Solving Linear Programs</a:t>
            </a:r>
            <a:endParaRPr lang="en-US" dirty="0"/>
          </a:p>
        </p:txBody>
      </p:sp>
      <p:sp>
        <p:nvSpPr>
          <p:cNvPr id="3" name="Content Placeholder 2"/>
          <p:cNvSpPr>
            <a:spLocks noGrp="1"/>
          </p:cNvSpPr>
          <p:nvPr>
            <p:ph idx="1"/>
          </p:nvPr>
        </p:nvSpPr>
        <p:spPr/>
        <p:txBody>
          <a:bodyPr/>
          <a:lstStyle/>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pPr marL="0" indent="0">
              <a:buNone/>
            </a:pPr>
            <a:r>
              <a:rPr lang="en-US" dirty="0" smtClean="0"/>
              <a:t>Is equivalent to </a:t>
            </a:r>
            <a:endParaRPr lang="en-US" dirty="0"/>
          </a:p>
        </p:txBody>
      </p:sp>
      <p:sp>
        <p:nvSpPr>
          <p:cNvPr id="4" name="Slide Number Placeholder 3"/>
          <p:cNvSpPr>
            <a:spLocks noGrp="1"/>
          </p:cNvSpPr>
          <p:nvPr>
            <p:ph type="sldNum" sz="quarter" idx="12"/>
          </p:nvPr>
        </p:nvSpPr>
        <p:spPr/>
        <p:txBody>
          <a:bodyPr/>
          <a:lstStyle/>
          <a:p>
            <a:pPr>
              <a:defRPr/>
            </a:pPr>
            <a:fld id="{25C01281-228F-4149-A4EC-55A2643618CD}" type="slidenum">
              <a:rPr lang="en-US" smtClean="0"/>
              <a:pPr>
                <a:defRPr/>
              </a:pPr>
              <a:t>35</a:t>
            </a:fld>
            <a:endParaRPr lang="en-US"/>
          </a:p>
        </p:txBody>
      </p:sp>
      <p:pic>
        <p:nvPicPr>
          <p:cNvPr id="5" name="Picture 4"/>
          <p:cNvPicPr>
            <a:picLocks noChangeAspect="1"/>
          </p:cNvPicPr>
          <p:nvPr/>
        </p:nvPicPr>
        <p:blipFill>
          <a:blip r:embed="rId2"/>
          <a:stretch>
            <a:fillRect/>
          </a:stretch>
        </p:blipFill>
        <p:spPr>
          <a:xfrm>
            <a:off x="167439" y="1035024"/>
            <a:ext cx="8747961" cy="4657777"/>
          </a:xfrm>
          <a:prstGeom prst="rect">
            <a:avLst/>
          </a:prstGeom>
        </p:spPr>
      </p:pic>
      <p:pic>
        <p:nvPicPr>
          <p:cNvPr id="6" name="Picture 5"/>
          <p:cNvPicPr>
            <a:picLocks noChangeAspect="1"/>
          </p:cNvPicPr>
          <p:nvPr/>
        </p:nvPicPr>
        <p:blipFill>
          <a:blip r:embed="rId3"/>
          <a:stretch>
            <a:fillRect/>
          </a:stretch>
        </p:blipFill>
        <p:spPr>
          <a:xfrm>
            <a:off x="2360335" y="5505801"/>
            <a:ext cx="4362168" cy="1239353"/>
          </a:xfrm>
          <a:prstGeom prst="rect">
            <a:avLst/>
          </a:prstGeom>
        </p:spPr>
      </p:pic>
    </p:spTree>
    <p:extLst>
      <p:ext uri="{BB962C8B-B14F-4D97-AF65-F5344CB8AC3E}">
        <p14:creationId xmlns:p14="http://schemas.microsoft.com/office/powerpoint/2010/main" val="4262841677"/>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Regression with absolute loss</a:t>
            </a:r>
            <a:endParaRPr lang="en-US" dirty="0"/>
          </a:p>
        </p:txBody>
      </p:sp>
      <p:sp>
        <p:nvSpPr>
          <p:cNvPr id="4" name="Slide Number Placeholder 3"/>
          <p:cNvSpPr>
            <a:spLocks noGrp="1"/>
          </p:cNvSpPr>
          <p:nvPr>
            <p:ph type="sldNum" sz="quarter" idx="12"/>
          </p:nvPr>
        </p:nvSpPr>
        <p:spPr/>
        <p:txBody>
          <a:bodyPr/>
          <a:lstStyle/>
          <a:p>
            <a:pPr>
              <a:defRPr/>
            </a:pPr>
            <a:fld id="{25C01281-228F-4149-A4EC-55A2643618CD}" type="slidenum">
              <a:rPr lang="en-US" smtClean="0"/>
              <a:pPr>
                <a:defRPr/>
              </a:pPr>
              <a:t>36</a:t>
            </a:fld>
            <a:endParaRPr lang="en-US"/>
          </a:p>
        </p:txBody>
      </p:sp>
      <p:pic>
        <p:nvPicPr>
          <p:cNvPr id="5" name="Picture 4"/>
          <p:cNvPicPr>
            <a:picLocks noChangeAspect="1"/>
          </p:cNvPicPr>
          <p:nvPr/>
        </p:nvPicPr>
        <p:blipFill>
          <a:blip r:embed="rId2"/>
          <a:stretch>
            <a:fillRect/>
          </a:stretch>
        </p:blipFill>
        <p:spPr>
          <a:xfrm>
            <a:off x="304800" y="2658144"/>
            <a:ext cx="9058600" cy="3818856"/>
          </a:xfrm>
          <a:prstGeom prst="rect">
            <a:avLst/>
          </a:prstGeom>
        </p:spPr>
      </p:pic>
      <p:pic>
        <p:nvPicPr>
          <p:cNvPr id="6" name="Picture 5"/>
          <p:cNvPicPr>
            <a:picLocks noChangeAspect="1"/>
          </p:cNvPicPr>
          <p:nvPr/>
        </p:nvPicPr>
        <p:blipFill>
          <a:blip r:embed="rId3"/>
          <a:stretch>
            <a:fillRect/>
          </a:stretch>
        </p:blipFill>
        <p:spPr>
          <a:xfrm>
            <a:off x="207442" y="1589254"/>
            <a:ext cx="4530282" cy="1139057"/>
          </a:xfrm>
          <a:prstGeom prst="rect">
            <a:avLst/>
          </a:prstGeom>
        </p:spPr>
      </p:pic>
      <p:pic>
        <p:nvPicPr>
          <p:cNvPr id="7" name="Picture 6"/>
          <p:cNvPicPr>
            <a:picLocks noChangeAspect="1"/>
          </p:cNvPicPr>
          <p:nvPr/>
        </p:nvPicPr>
        <p:blipFill>
          <a:blip r:embed="rId4"/>
          <a:stretch>
            <a:fillRect/>
          </a:stretch>
        </p:blipFill>
        <p:spPr>
          <a:xfrm>
            <a:off x="5105400" y="1649382"/>
            <a:ext cx="3676609" cy="1044576"/>
          </a:xfrm>
          <a:prstGeom prst="rect">
            <a:avLst/>
          </a:prstGeom>
        </p:spPr>
      </p:pic>
      <p:sp>
        <p:nvSpPr>
          <p:cNvPr id="8" name="Left-Right Arrow 7"/>
          <p:cNvSpPr/>
          <p:nvPr/>
        </p:nvSpPr>
        <p:spPr bwMode="auto">
          <a:xfrm>
            <a:off x="4276458" y="1923842"/>
            <a:ext cx="828942" cy="495656"/>
          </a:xfrm>
          <a:prstGeom prst="leftRightArrow">
            <a:avLst/>
          </a:prstGeom>
          <a:solidFill>
            <a:schemeClr val="accent1">
              <a:lumMod val="90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cs typeface="Arial" charset="0"/>
            </a:endParaRPr>
          </a:p>
        </p:txBody>
      </p:sp>
    </p:spTree>
    <p:extLst>
      <p:ext uri="{BB962C8B-B14F-4D97-AF65-F5344CB8AC3E}">
        <p14:creationId xmlns:p14="http://schemas.microsoft.com/office/powerpoint/2010/main" val="2927069088"/>
      </p:ext>
    </p:extLst>
  </p:cSld>
  <p:clrMapOvr>
    <a:masterClrMapping/>
  </p:clrMapOvr>
  <p:timing>
    <p:tnLst>
      <p:par>
        <p:cTn id="1" dur="indefinite" restart="never" nodeType="tmRoot"/>
      </p:par>
    </p:tnLst>
  </p:timing>
</p:sld>
</file>

<file path=ppt/theme/theme1.xml><?xml version="1.0" encoding="utf-8"?>
<a:theme xmlns:a="http://schemas.openxmlformats.org/drawingml/2006/main" name="2_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ctr" anchorCtr="0" compatLnSpc="1">
        <a:prstTxWarp prst="textNoShape">
          <a:avLst/>
        </a:prstTxWarp>
      </a:bodyPr>
      <a:lstStyle>
        <a:defPPr marL="0" marR="0" indent="0" algn="r"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cs typeface="Arial"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ctr" anchorCtr="0" compatLnSpc="1">
        <a:prstTxWarp prst="textNoShape">
          <a:avLst/>
        </a:prstTxWarp>
      </a:bodyPr>
      <a:lstStyle>
        <a:defPPr marL="0" marR="0" indent="0" algn="r"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cs typeface="Arial"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24690</TotalTime>
  <Words>1998</Words>
  <Application>Microsoft Office PowerPoint</Application>
  <PresentationFormat>On-screen Show (4:3)</PresentationFormat>
  <Paragraphs>423</Paragraphs>
  <Slides>36</Slides>
  <Notes>3</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36</vt:i4>
      </vt:variant>
    </vt:vector>
  </HeadingPairs>
  <TitlesOfParts>
    <vt:vector size="43" baseType="lpstr">
      <vt:lpstr>ＭＳ Ｐゴシック</vt:lpstr>
      <vt:lpstr>Arial</vt:lpstr>
      <vt:lpstr>Calibri</vt:lpstr>
      <vt:lpstr>Times New Roman</vt:lpstr>
      <vt:lpstr>Wingdings</vt:lpstr>
      <vt:lpstr>2_Default Design</vt:lpstr>
      <vt:lpstr>Equation</vt:lpstr>
      <vt:lpstr>Intro to Linear programming</vt:lpstr>
      <vt:lpstr>Optimization: Mathematical Program</vt:lpstr>
      <vt:lpstr>Linear Programming (LP)</vt:lpstr>
      <vt:lpstr>Components of a Linear Programming Model</vt:lpstr>
      <vt:lpstr>Nature Connection: Recreational Sites</vt:lpstr>
      <vt:lpstr>Steps in setting up a LP</vt:lpstr>
      <vt:lpstr>Formulation of the problem as a Linear Program</vt:lpstr>
      <vt:lpstr>Formulation of the problem as a Linear Program</vt:lpstr>
      <vt:lpstr>PowerPoint Presentation</vt:lpstr>
      <vt:lpstr>PowerPoint Presentation</vt:lpstr>
      <vt:lpstr>PowerPoint Presentation</vt:lpstr>
      <vt:lpstr>PowerPoint Presentation</vt:lpstr>
      <vt:lpstr>Summary of the Graphical Method</vt:lpstr>
      <vt:lpstr>PowerPoint Presentation</vt:lpstr>
      <vt:lpstr>PowerPoint Presentation</vt:lpstr>
      <vt:lpstr>PowerPoint Presentation</vt:lpstr>
      <vt:lpstr>Key Categories of LP problems:  </vt:lpstr>
      <vt:lpstr>Second Example: Keeping the river clean </vt:lpstr>
      <vt:lpstr>Second Example: Keeping the River Clean</vt:lpstr>
      <vt:lpstr>PowerPoint Presentation</vt:lpstr>
      <vt:lpstr>Distribution Network  Problems</vt:lpstr>
      <vt:lpstr>Distribution-Network Problem</vt:lpstr>
      <vt:lpstr>Some Data</vt:lpstr>
      <vt:lpstr>The Distribution Network</vt:lpstr>
      <vt:lpstr>PowerPoint Presentation</vt:lpstr>
      <vt:lpstr>Algebraic Formulation</vt:lpstr>
      <vt:lpstr>Algebraic Formulation</vt:lpstr>
      <vt:lpstr>Terminology and Notation</vt:lpstr>
      <vt:lpstr>Terminology of solutions in LP model </vt:lpstr>
      <vt:lpstr>3D feasible region </vt:lpstr>
      <vt:lpstr>Solving linear programs</vt:lpstr>
      <vt:lpstr>Solution Methods for  Linear Programs</vt:lpstr>
      <vt:lpstr>Solution Method for  Linear Programs</vt:lpstr>
      <vt:lpstr>PowerPoint Presentation</vt:lpstr>
      <vt:lpstr>Solving Linear Programs</vt:lpstr>
      <vt:lpstr>Regression with absolute loss</vt:lpstr>
    </vt:vector>
  </TitlesOfParts>
  <Company>Cornell University</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Carla Gomes</dc:creator>
  <cp:lastModifiedBy>Sid</cp:lastModifiedBy>
  <cp:revision>176</cp:revision>
  <cp:lastPrinted>2016-02-23T17:51:40Z</cp:lastPrinted>
  <dcterms:created xsi:type="dcterms:W3CDTF">2014-02-11T16:31:17Z</dcterms:created>
  <dcterms:modified xsi:type="dcterms:W3CDTF">2022-06-09T05:13:29Z</dcterms:modified>
</cp:coreProperties>
</file>